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062" autoAdjust="0"/>
    <p:restoredTop sz="72125" autoAdjust="0"/>
  </p:normalViewPr>
  <p:slideViewPr>
    <p:cSldViewPr>
      <p:cViewPr varScale="1">
        <p:scale>
          <a:sx n="62" d="100"/>
          <a:sy n="62" d="100"/>
        </p:scale>
        <p:origin x="2170" y="53"/>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2431F087-3E74-45C0-B573-0DCBF5DD576E}" type="datetimeFigureOut">
              <a:rPr lang="en-US" smtClean="0"/>
              <a:t>10/12/2021</a:t>
            </a:fld>
            <a:endParaRPr lang="en-US"/>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C4D39FEC-E6A8-45B2-8094-76E7218E84BB}" type="slidenum">
              <a:rPr lang="en-US" smtClean="0"/>
              <a:t>‹#›</a:t>
            </a:fld>
            <a:endParaRPr lang="en-US"/>
          </a:p>
        </p:txBody>
      </p:sp>
    </p:spTree>
    <p:extLst>
      <p:ext uri="{BB962C8B-B14F-4D97-AF65-F5344CB8AC3E}">
        <p14:creationId xmlns:p14="http://schemas.microsoft.com/office/powerpoint/2010/main" val="32732492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Phiên 3:  Giới thiệu về SQL Server 2019</a:t>
            </a:r>
          </a:p>
        </p:txBody>
      </p:sp>
      <p:sp>
        <p:nvSpPr>
          <p:cNvPr id="4" name="Slide Number Placeholder 3"/>
          <p:cNvSpPr>
            <a:spLocks noGrp="1"/>
          </p:cNvSpPr>
          <p:nvPr>
            <p:ph type="sldNum" sz="quarter" idx="5"/>
          </p:nvPr>
        </p:nvSpPr>
        <p:spPr/>
        <p:txBody>
          <a:bodyPr/>
          <a:lstStyle/>
          <a:p>
            <a:fld id="{C4D39FEC-E6A8-45B2-8094-76E7218E84BB}" type="slidenum">
              <a:rPr lang="en-US" smtClean="0"/>
              <a:t>1</a:t>
            </a:fld>
            <a:endParaRPr lang="en-US"/>
          </a:p>
        </p:txBody>
      </p:sp>
    </p:spTree>
    <p:extLst>
      <p:ext uri="{BB962C8B-B14F-4D97-AF65-F5344CB8AC3E}">
        <p14:creationId xmlns:p14="http://schemas.microsoft.com/office/powerpoint/2010/main" val="41402306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Mục tiêu</a:t>
            </a:r>
          </a:p>
          <a:p>
            <a:pPr marL="171450" indent="-171450">
              <a:buFont typeface="Arial" panose="020B0604020202020204" pitchFamily="34" charset="0"/>
              <a:buChar char="•"/>
            </a:pPr>
            <a:r>
              <a:rPr lang="vi-VN" b="0"/>
              <a:t>Mô tả tổng quan về SQL Server 2019</a:t>
            </a:r>
          </a:p>
          <a:p>
            <a:pPr marL="171450" indent="-171450">
              <a:buFont typeface="Arial" panose="020B0604020202020204" pitchFamily="34" charset="0"/>
              <a:buChar char="•"/>
            </a:pPr>
            <a:r>
              <a:rPr lang="vi-VN" b="0"/>
              <a:t>Mô tả kiến ​​trúc cơ bản và lịch sử phiên bản của SQL Server 2019</a:t>
            </a:r>
          </a:p>
          <a:p>
            <a:pPr marL="171450" indent="-171450">
              <a:buFont typeface="Arial" panose="020B0604020202020204" pitchFamily="34" charset="0"/>
              <a:buChar char="•"/>
            </a:pPr>
            <a:r>
              <a:rPr lang="vi-VN" b="0"/>
              <a:t>Phác thảo quá trình kết nối với các phiên bản SQL Server</a:t>
            </a:r>
          </a:p>
          <a:p>
            <a:pPr marL="171450" indent="-171450">
              <a:buFont typeface="Arial" panose="020B0604020202020204" pitchFamily="34" charset="0"/>
              <a:buChar char="•"/>
            </a:pPr>
            <a:r>
              <a:rPr lang="en-US" b="0"/>
              <a:t>Định nghĩa </a:t>
            </a:r>
            <a:r>
              <a:rPr lang="vi-VN" b="0"/>
              <a:t>cơ sở dữ liệu và liệt kê các tính năng chính của cơ sở dữ liệu mẫu AdventureWorks2019</a:t>
            </a:r>
          </a:p>
          <a:p>
            <a:pPr marL="171450" indent="-171450">
              <a:buFont typeface="Arial" panose="020B0604020202020204" pitchFamily="34" charset="0"/>
              <a:buChar char="•"/>
            </a:pPr>
            <a:r>
              <a:rPr lang="vi-VN" b="0"/>
              <a:t>Giải thích các thành phần của </a:t>
            </a:r>
            <a:r>
              <a:rPr lang="vi-VN" b="1"/>
              <a:t>SQL Server Management Studio GUI</a:t>
            </a:r>
          </a:p>
          <a:p>
            <a:pPr marL="171450" indent="-171450">
              <a:buFont typeface="Arial" panose="020B0604020202020204" pitchFamily="34" charset="0"/>
              <a:buChar char="•"/>
            </a:pPr>
            <a:r>
              <a:rPr lang="vi-VN" b="0"/>
              <a:t>Giải thích việc tạo và tổ chức tập tin kịch bản</a:t>
            </a:r>
          </a:p>
          <a:p>
            <a:pPr marL="171450" indent="-171450">
              <a:buFont typeface="Arial" panose="020B0604020202020204" pitchFamily="34" charset="0"/>
              <a:buChar char="•"/>
            </a:pPr>
            <a:r>
              <a:rPr lang="vi-VN" b="0"/>
              <a:t>Giải thích quá trình thực hiện các truy vấn Transact-SQL</a:t>
            </a:r>
            <a:endParaRPr lang="en-US" b="0"/>
          </a:p>
        </p:txBody>
      </p:sp>
      <p:sp>
        <p:nvSpPr>
          <p:cNvPr id="4" name="Slide Number Placeholder 3"/>
          <p:cNvSpPr>
            <a:spLocks noGrp="1"/>
          </p:cNvSpPr>
          <p:nvPr>
            <p:ph type="sldNum" sz="quarter" idx="5"/>
          </p:nvPr>
        </p:nvSpPr>
        <p:spPr/>
        <p:txBody>
          <a:bodyPr/>
          <a:lstStyle/>
          <a:p>
            <a:fld id="{C4D39FEC-E6A8-45B2-8094-76E7218E84BB}" type="slidenum">
              <a:rPr lang="en-US" smtClean="0"/>
              <a:t>2</a:t>
            </a:fld>
            <a:endParaRPr lang="en-US"/>
          </a:p>
        </p:txBody>
      </p:sp>
    </p:spTree>
    <p:extLst>
      <p:ext uri="{BB962C8B-B14F-4D97-AF65-F5344CB8AC3E}">
        <p14:creationId xmlns:p14="http://schemas.microsoft.com/office/powerpoint/2010/main" val="1905347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Giới thiệu về SQL Server 2019</a:t>
            </a:r>
          </a:p>
          <a:p>
            <a:pPr marL="171450" indent="-171450">
              <a:buFont typeface="Arial" panose="020B0604020202020204" pitchFamily="34" charset="0"/>
              <a:buChar char="•"/>
            </a:pPr>
            <a:r>
              <a:rPr lang="vi-VN" b="0"/>
              <a:t>SQL Server là RDBMS do Microsoft phát triển.</a:t>
            </a:r>
          </a:p>
          <a:p>
            <a:pPr marL="628650" lvl="1" indent="-171450">
              <a:buFont typeface="Arial" panose="020B0604020202020204" pitchFamily="34" charset="0"/>
              <a:buChar char="•"/>
            </a:pPr>
            <a:r>
              <a:rPr lang="vi-VN" b="0"/>
              <a:t>Cung cấp một nền tảng quản lý dữ liệu cấp doanh nghiệp</a:t>
            </a:r>
          </a:p>
          <a:p>
            <a:pPr marL="628650" lvl="1" indent="-171450">
              <a:buFont typeface="Arial" panose="020B0604020202020204" pitchFamily="34" charset="0"/>
              <a:buChar char="•"/>
            </a:pPr>
            <a:r>
              <a:rPr lang="vi-VN" b="0"/>
              <a:t>Bao gồm nhiều tính năng và công cụ</a:t>
            </a:r>
          </a:p>
          <a:p>
            <a:pPr marL="628650" lvl="1" indent="-171450">
              <a:buFont typeface="Arial" panose="020B0604020202020204" pitchFamily="34" charset="0"/>
              <a:buChar char="•"/>
            </a:pPr>
            <a:r>
              <a:rPr lang="vi-VN" b="0"/>
              <a:t>Nhắm mục tiêu cho xử lý giao dịch trực tuyến quy mô lớn (OLTP), kho dữ liệu và ứng dụng thương mại điện tử</a:t>
            </a:r>
          </a:p>
          <a:p>
            <a:pPr marL="628650" lvl="1" indent="-171450">
              <a:buFont typeface="Arial" panose="020B0604020202020204" pitchFamily="34" charset="0"/>
              <a:buChar char="•"/>
            </a:pPr>
            <a:r>
              <a:rPr lang="vi-VN" b="0"/>
              <a:t>Cung cấp hỗ trợ cho các cụm dữ liệu lớn trong SQL Server</a:t>
            </a:r>
          </a:p>
          <a:p>
            <a:pPr marL="628650" lvl="1" indent="-171450">
              <a:buFont typeface="Arial" panose="020B0604020202020204" pitchFamily="34" charset="0"/>
              <a:buChar char="•"/>
            </a:pPr>
            <a:r>
              <a:rPr lang="vi-VN" b="0"/>
              <a:t>Giúp lưu trữ và quản lý số lượng lớn thông tin</a:t>
            </a:r>
            <a:endParaRPr lang="en-US" b="0"/>
          </a:p>
        </p:txBody>
      </p:sp>
      <p:sp>
        <p:nvSpPr>
          <p:cNvPr id="4" name="Slide Number Placeholder 3"/>
          <p:cNvSpPr>
            <a:spLocks noGrp="1"/>
          </p:cNvSpPr>
          <p:nvPr>
            <p:ph type="sldNum" sz="quarter" idx="5"/>
          </p:nvPr>
        </p:nvSpPr>
        <p:spPr/>
        <p:txBody>
          <a:bodyPr/>
          <a:lstStyle/>
          <a:p>
            <a:fld id="{C4D39FEC-E6A8-45B2-8094-76E7218E84BB}" type="slidenum">
              <a:rPr lang="en-US" smtClean="0"/>
              <a:t>3</a:t>
            </a:fld>
            <a:endParaRPr lang="en-US"/>
          </a:p>
        </p:txBody>
      </p:sp>
    </p:spTree>
    <p:extLst>
      <p:ext uri="{BB962C8B-B14F-4D97-AF65-F5344CB8AC3E}">
        <p14:creationId xmlns:p14="http://schemas.microsoft.com/office/powerpoint/2010/main" val="27944753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Các tính năng và lợi ích của SQL Server</a:t>
            </a:r>
          </a:p>
          <a:p>
            <a:pPr marL="171450" indent="-171450">
              <a:buFont typeface="Arial" panose="020B0604020202020204" pitchFamily="34" charset="0"/>
              <a:buChar char="•"/>
            </a:pPr>
            <a:r>
              <a:rPr lang="en-US" b="1"/>
              <a:t>Bảo mật cao</a:t>
            </a:r>
            <a:r>
              <a:rPr lang="en-US" b="0"/>
              <a:t>: </a:t>
            </a:r>
            <a:r>
              <a:rPr lang="vi-VN" b="0"/>
              <a:t>Quản lý dựa trên chính sách để phát hiện các chính sách bảo mật không tuân thủ. Tính năng này chỉ cho phép truy cập cá nhân được ủy quyền vào cơ sở dữ liệu. Kiểm toán an ninh và sự kiện có thể được viết tự động </a:t>
            </a:r>
            <a:r>
              <a:rPr lang="en-US" b="0"/>
              <a:t>ghi nhật ký tập tin</a:t>
            </a:r>
            <a:r>
              <a:rPr lang="vi-VN" b="0"/>
              <a:t>.</a:t>
            </a:r>
            <a:endParaRPr lang="en-US" b="0"/>
          </a:p>
          <a:p>
            <a:pPr marL="171450" indent="-171450">
              <a:buFont typeface="Arial" panose="020B0604020202020204" pitchFamily="34" charset="0"/>
              <a:buChar char="•"/>
            </a:pPr>
            <a:r>
              <a:rPr lang="en-US" b="1"/>
              <a:t>Hiệu xuất tốt h</a:t>
            </a:r>
            <a:r>
              <a:rPr lang="vi-VN" b="1"/>
              <a:t>ơ</a:t>
            </a:r>
            <a:r>
              <a:rPr lang="en-US" b="1"/>
              <a:t>n: </a:t>
            </a:r>
            <a:r>
              <a:rPr lang="en-US" b="0"/>
              <a:t>SQL Server có tính năng nén dữ liệu cùng với mã hóa. SQL Server cung cấp kiểm soát truy cập cùng với các công cụ quản lý quyền hiệu quả. Nó cũng cung cấp một hiệu suất nâng cao khi nói đến việc thu thập dữ liệu.</a:t>
            </a:r>
          </a:p>
          <a:p>
            <a:pPr marL="171450" indent="-171450">
              <a:buFont typeface="Arial" panose="020B0604020202020204" pitchFamily="34" charset="0"/>
              <a:buChar char="•"/>
            </a:pPr>
            <a:r>
              <a:rPr lang="en-US" b="1"/>
              <a:t>Nhiều phiên bản và mô hình định giá: </a:t>
            </a:r>
            <a:r>
              <a:rPr lang="vi-VN" b="0"/>
              <a:t>Microsoft đã cung cấp các phiên bản khác nhau của SQL Server cho các loại người dùng khác nhau. Chúng cũng có giá tương ứng.</a:t>
            </a:r>
            <a:r>
              <a:rPr lang="en-US" b="0"/>
              <a:t> </a:t>
            </a:r>
            <a:r>
              <a:rPr lang="vi-VN" b="0"/>
              <a:t>Do đó, từ những người có sở thích đến các nhà phát triển chuyên nghiệp đến người dùng doanh nghiệp, Có một phiên bản phù hợp với mỗi người.</a:t>
            </a:r>
            <a:endParaRPr lang="en-US" b="0"/>
          </a:p>
          <a:p>
            <a:pPr marL="171450" indent="-171450">
              <a:buFont typeface="Arial" panose="020B0604020202020204" pitchFamily="34" charset="0"/>
              <a:buChar char="•"/>
            </a:pPr>
            <a:r>
              <a:rPr lang="en-US" b="1"/>
              <a:t>Đ</a:t>
            </a:r>
            <a:r>
              <a:rPr lang="vi-VN" b="1"/>
              <a:t>ơ</a:t>
            </a:r>
            <a:r>
              <a:rPr lang="en-US" b="1"/>
              <a:t>n giản và dễ dàng cài đặt: </a:t>
            </a:r>
            <a:r>
              <a:rPr lang="vi-VN" b="0"/>
              <a:t>SQL Server rất đơn giản để cài đặt với quy trình cài đặt một lần </a:t>
            </a:r>
            <a:r>
              <a:rPr lang="en-US" b="0"/>
              <a:t>click</a:t>
            </a:r>
            <a:r>
              <a:rPr lang="vi-VN" b="0"/>
              <a:t> và GUI có thể đọc được có hướng dẫn dễ dàng cho giáo dân.</a:t>
            </a:r>
            <a:endParaRPr lang="en-US" b="0"/>
          </a:p>
        </p:txBody>
      </p:sp>
      <p:sp>
        <p:nvSpPr>
          <p:cNvPr id="4" name="Slide Number Placeholder 3"/>
          <p:cNvSpPr>
            <a:spLocks noGrp="1"/>
          </p:cNvSpPr>
          <p:nvPr>
            <p:ph type="sldNum" sz="quarter" idx="5"/>
          </p:nvPr>
        </p:nvSpPr>
        <p:spPr/>
        <p:txBody>
          <a:bodyPr/>
          <a:lstStyle/>
          <a:p>
            <a:fld id="{C4D39FEC-E6A8-45B2-8094-76E7218E84BB}" type="slidenum">
              <a:rPr lang="en-US" smtClean="0"/>
              <a:t>4</a:t>
            </a:fld>
            <a:endParaRPr lang="en-US"/>
          </a:p>
        </p:txBody>
      </p:sp>
    </p:spTree>
    <p:extLst>
      <p:ext uri="{BB962C8B-B14F-4D97-AF65-F5344CB8AC3E}">
        <p14:creationId xmlns:p14="http://schemas.microsoft.com/office/powerpoint/2010/main" val="7463759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Kiến trúc cơ bản của SQL Server 2019 1-4</a:t>
            </a:r>
            <a:endParaRPr lang="en-US" b="1"/>
          </a:p>
          <a:p>
            <a:pPr marL="171450" indent="-171450">
              <a:buFont typeface="Arial" panose="020B0604020202020204" pitchFamily="34" charset="0"/>
              <a:buChar char="•"/>
            </a:pPr>
            <a:r>
              <a:rPr lang="vi-VN" b="0"/>
              <a:t>Có nhiều thành phần khác nhau tạo thành một phần của SQL Server 2019. Tất cả các thành phần đến với nhau để tạo kiến ​​trúc cơ bản của SQL Server 2019. Các thành phần này có thể được biểu diễn dưới ba đầu chính được hiển thị trong Hình:</a:t>
            </a:r>
            <a:endParaRPr lang="en-US" b="0"/>
          </a:p>
        </p:txBody>
      </p:sp>
      <p:sp>
        <p:nvSpPr>
          <p:cNvPr id="4" name="Slide Number Placeholder 3"/>
          <p:cNvSpPr>
            <a:spLocks noGrp="1"/>
          </p:cNvSpPr>
          <p:nvPr>
            <p:ph type="sldNum" sz="quarter" idx="5"/>
          </p:nvPr>
        </p:nvSpPr>
        <p:spPr/>
        <p:txBody>
          <a:bodyPr/>
          <a:lstStyle/>
          <a:p>
            <a:fld id="{C4D39FEC-E6A8-45B2-8094-76E7218E84BB}" type="slidenum">
              <a:rPr lang="en-US" smtClean="0"/>
              <a:t>5</a:t>
            </a:fld>
            <a:endParaRPr lang="en-US"/>
          </a:p>
        </p:txBody>
      </p:sp>
    </p:spTree>
    <p:extLst>
      <p:ext uri="{BB962C8B-B14F-4D97-AF65-F5344CB8AC3E}">
        <p14:creationId xmlns:p14="http://schemas.microsoft.com/office/powerpoint/2010/main" val="35643648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b="1"/>
              <a:t>Kiến trúc cơ bản của SQL Server 2019 </a:t>
            </a:r>
            <a:r>
              <a:rPr lang="en-US" b="1"/>
              <a:t>2</a:t>
            </a:r>
            <a:r>
              <a:rPr lang="vi-VN" b="1"/>
              <a:t>-4</a:t>
            </a:r>
            <a:endParaRPr lang="en-US" b="1"/>
          </a:p>
          <a:p>
            <a:pPr marL="171450" indent="-171450">
              <a:buFont typeface="Arial" panose="020B0604020202020204" pitchFamily="34" charset="0"/>
              <a:buChar char="•"/>
            </a:pPr>
            <a:r>
              <a:rPr lang="vi-VN"/>
              <a:t>Công cụ: Có một số công cụ được cung cấp trong SQL Server 2019 để phát triển và quản lý truy vấn của cơ sở dữ liệu. Trung tâm cài đặt SQL Server phải được sử dụng để cài đặt các tính năng và công cụ chương trình SQL Server. Các tính năng cũng có thể được sửa đổi hoặc xóa bằng Trung tâm cài đặt SQL Server.</a:t>
            </a:r>
            <a:endParaRPr lang="en-US"/>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sz="1200" b="1" kern="1200" baseline="0">
                <a:solidFill>
                  <a:schemeClr val="dk1"/>
                </a:solidFill>
                <a:latin typeface="Arial" pitchFamily="34" charset="0"/>
                <a:ea typeface="+mn-ea"/>
                <a:cs typeface="Arial" pitchFamily="34" charset="0"/>
              </a:rPr>
              <a:t>SQL Server Management Studio (SSMS)</a:t>
            </a:r>
            <a:r>
              <a:rPr lang="en-US" sz="1200" b="0" kern="1200" baseline="0">
                <a:solidFill>
                  <a:schemeClr val="dk1"/>
                </a:solidFill>
                <a:latin typeface="Arial" pitchFamily="34" charset="0"/>
                <a:ea typeface="+mn-ea"/>
                <a:cs typeface="Arial" pitchFamily="34" charset="0"/>
              </a:rPr>
              <a:t>:  </a:t>
            </a:r>
            <a:r>
              <a:rPr lang="vi-VN" sz="1200" b="0" kern="1200" baseline="0">
                <a:solidFill>
                  <a:schemeClr val="dk1"/>
                </a:solidFill>
                <a:latin typeface="Arial" pitchFamily="34" charset="0"/>
                <a:ea typeface="+mn-ea"/>
                <a:cs typeface="Arial" pitchFamily="34" charset="0"/>
              </a:rPr>
              <a:t>Là một trong những công cụ quan trọng nhất có sẵn trong SQL Server 201</a:t>
            </a:r>
            <a:r>
              <a:rPr lang="en-US" sz="1200" b="0" kern="1200" baseline="0">
                <a:solidFill>
                  <a:schemeClr val="dk1"/>
                </a:solidFill>
                <a:latin typeface="Arial" pitchFamily="34" charset="0"/>
                <a:ea typeface="+mn-ea"/>
                <a:cs typeface="Arial" pitchFamily="34" charset="0"/>
              </a:rPr>
              <a:t>9</a:t>
            </a:r>
            <a:r>
              <a:rPr lang="vi-VN" sz="1200" b="0" kern="1200" baseline="0">
                <a:solidFill>
                  <a:schemeClr val="dk1"/>
                </a:solidFill>
                <a:latin typeface="Arial" pitchFamily="34" charset="0"/>
                <a:ea typeface="+mn-ea"/>
                <a:cs typeface="Arial" pitchFamily="34" charset="0"/>
              </a:rPr>
              <a:t>.</a:t>
            </a:r>
            <a:r>
              <a:rPr lang="en-US" sz="1200" b="0" kern="1200" baseline="0">
                <a:solidFill>
                  <a:schemeClr val="dk1"/>
                </a:solidFill>
                <a:latin typeface="Arial" pitchFamily="34" charset="0"/>
                <a:ea typeface="+mn-ea"/>
                <a:cs typeface="Arial" pitchFamily="34" charset="0"/>
              </a:rPr>
              <a:t> </a:t>
            </a:r>
            <a:r>
              <a:rPr lang="vi-VN" sz="1200" b="0" kern="1200" baseline="0">
                <a:solidFill>
                  <a:schemeClr val="dk1"/>
                </a:solidFill>
                <a:latin typeface="Arial" pitchFamily="34" charset="0"/>
                <a:ea typeface="+mn-ea"/>
                <a:cs typeface="Arial" pitchFamily="34" charset="0"/>
              </a:rPr>
              <a:t>Giúp tạo cơ sở dữ liệu, đối tượng cơ sở dữ liệu, truy vấn dữ liệu và quản lý công việc tổng thể của SQL Server.</a:t>
            </a:r>
            <a:endParaRPr lang="en-US" sz="1200" b="0" kern="1200" baseline="0">
              <a:solidFill>
                <a:schemeClr val="dk1"/>
              </a:solidFill>
              <a:latin typeface="Arial" pitchFamily="34" charset="0"/>
              <a:ea typeface="+mn-ea"/>
              <a:cs typeface="Arial" pitchFamily="34" charset="0"/>
            </a:endParaRPr>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sz="1200" b="1" kern="1200" baseline="0">
                <a:solidFill>
                  <a:schemeClr val="dk1"/>
                </a:solidFill>
                <a:latin typeface="Arial" pitchFamily="34" charset="0"/>
                <a:ea typeface="+mn-ea"/>
                <a:cs typeface="Arial" pitchFamily="34" charset="0"/>
              </a:rPr>
              <a:t>SQLCMD</a:t>
            </a:r>
            <a:r>
              <a:rPr lang="en-US" sz="1200" b="0" kern="1200" baseline="0">
                <a:solidFill>
                  <a:schemeClr val="dk1"/>
                </a:solidFill>
                <a:latin typeface="Arial" pitchFamily="34" charset="0"/>
                <a:ea typeface="+mn-ea"/>
                <a:cs typeface="Arial" pitchFamily="34" charset="0"/>
              </a:rPr>
              <a:t>: </a:t>
            </a:r>
            <a:r>
              <a:rPr lang="vi-VN" sz="1200" b="0" kern="1200" baseline="0">
                <a:solidFill>
                  <a:schemeClr val="dk1"/>
                </a:solidFill>
                <a:latin typeface="Arial" pitchFamily="34" charset="0"/>
                <a:ea typeface="+mn-ea"/>
                <a:cs typeface="Arial" pitchFamily="34" charset="0"/>
              </a:rPr>
              <a:t>Là một công cụ dòng lệnh có thể được sử dụng thay cho SSMS.</a:t>
            </a:r>
            <a:r>
              <a:rPr lang="en-US" sz="1200" b="0" kern="1200" baseline="0">
                <a:solidFill>
                  <a:schemeClr val="dk1"/>
                </a:solidFill>
                <a:latin typeface="Arial" pitchFamily="34" charset="0"/>
                <a:ea typeface="+mn-ea"/>
                <a:cs typeface="Arial" pitchFamily="34" charset="0"/>
              </a:rPr>
              <a:t> </a:t>
            </a:r>
            <a:r>
              <a:rPr lang="vi-VN" sz="1200" b="0" kern="1200" baseline="0">
                <a:solidFill>
                  <a:schemeClr val="dk1"/>
                </a:solidFill>
                <a:latin typeface="Arial" pitchFamily="34" charset="0"/>
                <a:ea typeface="+mn-ea"/>
                <a:cs typeface="Arial" pitchFamily="34" charset="0"/>
              </a:rPr>
              <a:t>Thực hiện các chức năng tương tự như SSMS, nhưng chỉ ở định dạng lệnh.</a:t>
            </a:r>
            <a:endParaRPr lang="en-US" sz="1200" b="0" kern="1200" baseline="0">
              <a:solidFill>
                <a:schemeClr val="dk1"/>
              </a:solidFill>
              <a:latin typeface="Arial" pitchFamily="34" charset="0"/>
              <a:ea typeface="+mn-ea"/>
              <a:cs typeface="Arial" pitchFamily="34" charset="0"/>
            </a:endParaRPr>
          </a:p>
          <a:p>
            <a:pPr marL="628650" lvl="1" indent="-171450">
              <a:buFont typeface="Arial" panose="020B0604020202020204" pitchFamily="34" charset="0"/>
              <a:buChar char="•"/>
            </a:pPr>
            <a:r>
              <a:rPr lang="en-US" sz="1200" b="1" kern="1200" baseline="0">
                <a:solidFill>
                  <a:schemeClr val="dk1"/>
                </a:solidFill>
                <a:latin typeface="Arial" pitchFamily="34" charset="0"/>
                <a:ea typeface="+mn-ea"/>
                <a:cs typeface="Arial" pitchFamily="34" charset="0"/>
              </a:rPr>
              <a:t>SQL Server Installation Center</a:t>
            </a:r>
            <a:r>
              <a:rPr lang="en-US" sz="1200" b="0" kern="1200" baseline="0">
                <a:solidFill>
                  <a:schemeClr val="dk1"/>
                </a:solidFill>
                <a:latin typeface="Arial" pitchFamily="34" charset="0"/>
                <a:ea typeface="+mn-ea"/>
                <a:cs typeface="Arial" pitchFamily="34" charset="0"/>
              </a:rPr>
              <a:t>: </a:t>
            </a:r>
            <a:r>
              <a:rPr lang="vi-VN" b="0"/>
              <a:t>Cũng có thể được sử dụng để thêm, xóa và sửa đổi các chương trình SQL Server.</a:t>
            </a:r>
            <a:endParaRPr lang="en-US" sz="1200" b="1" kern="1200" baseline="0">
              <a:solidFill>
                <a:schemeClr val="dk1"/>
              </a:solidFill>
              <a:latin typeface="Arial" pitchFamily="34" charset="0"/>
              <a:ea typeface="+mn-ea"/>
              <a:cs typeface="Arial" pitchFamily="34" charset="0"/>
            </a:endParaRPr>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sz="1200" b="1" kern="1200" baseline="0">
                <a:solidFill>
                  <a:schemeClr val="dk1"/>
                </a:solidFill>
                <a:latin typeface="Arial" pitchFamily="34" charset="0"/>
                <a:ea typeface="+mn-ea"/>
                <a:cs typeface="Arial" pitchFamily="34" charset="0"/>
              </a:rPr>
              <a:t>SQL Server Configuration Manager: </a:t>
            </a:r>
            <a:r>
              <a:rPr lang="vi-VN"/>
              <a:t>Được DBA sử dụng để quản lý các tính năng của phần mềm SQL được cài đặt trong các máy khách.</a:t>
            </a:r>
            <a:r>
              <a:rPr lang="en-US"/>
              <a:t> </a:t>
            </a:r>
            <a:r>
              <a:rPr lang="vi-VN"/>
              <a:t>Không có sẵn cho tất cả người dùng.</a:t>
            </a:r>
            <a:r>
              <a:rPr lang="en-US"/>
              <a:t> </a:t>
            </a:r>
            <a:r>
              <a:rPr lang="vi-VN"/>
              <a:t>Có thể được sử dụng để định cấu hình các dịch vụ, giao thức máy chủ, giao thức máy khách, bí danh khách hàng, v.v.</a:t>
            </a:r>
            <a:endParaRPr lang="en-US"/>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sz="1200" b="1" kern="1200" baseline="0">
                <a:solidFill>
                  <a:schemeClr val="dk1"/>
                </a:solidFill>
                <a:latin typeface="Arial" pitchFamily="34" charset="0"/>
                <a:ea typeface="+mn-ea"/>
                <a:cs typeface="Arial" pitchFamily="34" charset="0"/>
              </a:rPr>
              <a:t>SQL Server Profiler</a:t>
            </a:r>
            <a:r>
              <a:rPr lang="en-US" sz="1200" b="0" kern="1200" baseline="0">
                <a:solidFill>
                  <a:schemeClr val="dk1"/>
                </a:solidFill>
                <a:latin typeface="Arial" pitchFamily="34" charset="0"/>
                <a:ea typeface="+mn-ea"/>
                <a:cs typeface="Arial" pitchFamily="34" charset="0"/>
              </a:rPr>
              <a:t>: </a:t>
            </a:r>
            <a:r>
              <a:rPr lang="vi-VN" sz="1200" b="0" kern="1200" baseline="0">
                <a:solidFill>
                  <a:schemeClr val="dk1"/>
                </a:solidFill>
                <a:latin typeface="Arial" pitchFamily="34" charset="0"/>
                <a:ea typeface="+mn-ea"/>
                <a:cs typeface="Arial" pitchFamily="34" charset="0"/>
              </a:rPr>
              <a:t>Được sử dụng để </a:t>
            </a:r>
            <a:r>
              <a:rPr lang="en-US" sz="1200" b="0" kern="1200" baseline="0">
                <a:solidFill>
                  <a:schemeClr val="dk1"/>
                </a:solidFill>
                <a:latin typeface="Arial" pitchFamily="34" charset="0"/>
                <a:ea typeface="+mn-ea"/>
                <a:cs typeface="Arial" pitchFamily="34" charset="0"/>
              </a:rPr>
              <a:t>giám sát </a:t>
            </a:r>
            <a:r>
              <a:rPr lang="vi-VN" sz="1200" b="0" kern="1200" baseline="0">
                <a:solidFill>
                  <a:schemeClr val="dk1"/>
                </a:solidFill>
                <a:latin typeface="Arial" pitchFamily="34" charset="0"/>
                <a:ea typeface="+mn-ea"/>
                <a:cs typeface="Arial" pitchFamily="34" charset="0"/>
              </a:rPr>
              <a:t>một thể hiện của các dịch vụ hoặc dịch vụ phân tích cơ sở dữ liệu.</a:t>
            </a:r>
            <a:endParaRPr lang="en-US" sz="1200" b="1" kern="1200" baseline="0">
              <a:solidFill>
                <a:schemeClr val="dk1"/>
              </a:solidFill>
              <a:latin typeface="Arial" pitchFamily="34" charset="0"/>
              <a:ea typeface="+mn-ea"/>
              <a:cs typeface="Arial" pitchFamily="34" charset="0"/>
            </a:endParaRPr>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sz="1200" b="1" kern="1200" baseline="0">
                <a:solidFill>
                  <a:schemeClr val="dk1"/>
                </a:solidFill>
                <a:latin typeface="Arial" pitchFamily="34" charset="0"/>
                <a:ea typeface="+mn-ea"/>
                <a:cs typeface="Arial" pitchFamily="34" charset="0"/>
              </a:rPr>
              <a:t>SQL Server Data Tools (SSDT): </a:t>
            </a:r>
            <a:r>
              <a:rPr lang="vi-VN"/>
              <a:t>Là một môi trường phát triển tích hợp (IDE) được sử dụng cho các thành phần kinh doanh</a:t>
            </a:r>
            <a:r>
              <a:rPr lang="en-US"/>
              <a:t> </a:t>
            </a:r>
            <a:r>
              <a:rPr lang="vi-VN"/>
              <a:t>thông minh.</a:t>
            </a:r>
            <a:r>
              <a:rPr lang="en-US"/>
              <a:t> </a:t>
            </a:r>
            <a:r>
              <a:rPr lang="vi-VN"/>
              <a:t>Nó giúp thiết kế cơ sở dữ liệu bằng một công cụ có tên Visual Studio.</a:t>
            </a:r>
            <a:endParaRPr lang="en-US"/>
          </a:p>
          <a:p>
            <a:pPr marL="628650" lvl="1" indent="-171450">
              <a:buFont typeface="Arial" panose="020B0604020202020204" pitchFamily="34" charset="0"/>
              <a:buChar char="•"/>
            </a:pPr>
            <a:r>
              <a:rPr lang="en-US" sz="1200" b="1" kern="1200" baseline="0">
                <a:solidFill>
                  <a:schemeClr val="dk1"/>
                </a:solidFill>
                <a:latin typeface="Arial" pitchFamily="34" charset="0"/>
                <a:ea typeface="+mn-ea"/>
                <a:cs typeface="Arial" pitchFamily="34" charset="0"/>
              </a:rPr>
              <a:t>Connectivity Tools</a:t>
            </a:r>
            <a:r>
              <a:rPr lang="en-US" sz="1200" b="0" kern="1200" baseline="0">
                <a:solidFill>
                  <a:schemeClr val="dk1"/>
                </a:solidFill>
                <a:latin typeface="Arial" pitchFamily="34" charset="0"/>
                <a:ea typeface="+mn-ea"/>
                <a:cs typeface="Arial" pitchFamily="34" charset="0"/>
              </a:rPr>
              <a:t>: </a:t>
            </a:r>
            <a:r>
              <a:rPr lang="vi-VN"/>
              <a:t>Bao gồm thư viện DB, kết nối cơ sở dữ liệu mở (ODBC), liên kết đối tượng và cơ sở dữ liệu nhúng (OLE DB), v.v.</a:t>
            </a:r>
            <a:r>
              <a:rPr lang="en-US"/>
              <a:t> </a:t>
            </a:r>
            <a:r>
              <a:rPr lang="vi-VN"/>
              <a:t>Được sử dụng để giao tiếp giữa các khách hàng, máy chủ và thư viện mạng.</a:t>
            </a:r>
            <a:endParaRPr lang="en-US"/>
          </a:p>
        </p:txBody>
      </p:sp>
      <p:sp>
        <p:nvSpPr>
          <p:cNvPr id="4" name="Slide Number Placeholder 3"/>
          <p:cNvSpPr>
            <a:spLocks noGrp="1"/>
          </p:cNvSpPr>
          <p:nvPr>
            <p:ph type="sldNum" sz="quarter" idx="5"/>
          </p:nvPr>
        </p:nvSpPr>
        <p:spPr/>
        <p:txBody>
          <a:bodyPr/>
          <a:lstStyle/>
          <a:p>
            <a:fld id="{C4D39FEC-E6A8-45B2-8094-76E7218E84BB}" type="slidenum">
              <a:rPr lang="en-US" smtClean="0"/>
              <a:t>6</a:t>
            </a:fld>
            <a:endParaRPr lang="en-US"/>
          </a:p>
        </p:txBody>
      </p:sp>
    </p:spTree>
    <p:extLst>
      <p:ext uri="{BB962C8B-B14F-4D97-AF65-F5344CB8AC3E}">
        <p14:creationId xmlns:p14="http://schemas.microsoft.com/office/powerpoint/2010/main" val="31876052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b="1"/>
              <a:t>Kiến trúc cơ bản của SQL Server 2019 </a:t>
            </a:r>
            <a:r>
              <a:rPr lang="en-US" b="1"/>
              <a:t>3</a:t>
            </a:r>
            <a:r>
              <a:rPr lang="vi-VN" b="1"/>
              <a:t>-4</a:t>
            </a:r>
            <a:endParaRPr lang="en-US" b="1"/>
          </a:p>
          <a:p>
            <a:pPr marL="171450" indent="-171450">
              <a:buFont typeface="Arial" panose="020B0604020202020204" pitchFamily="34" charset="0"/>
              <a:buChar char="•"/>
            </a:pPr>
            <a:r>
              <a:rPr lang="vi-VN" b="1"/>
              <a:t>Dịch vụ</a:t>
            </a:r>
            <a:r>
              <a:rPr lang="vi-VN"/>
              <a:t>: Có nhiều dịch vụ khác nhau được thực thi trên máy tính chạy SQL Server. Các dịch vụ này chạy cùng với các dịch vụ Windows khác và có thể được xem trong Trình quản lý tác vụ.</a:t>
            </a:r>
            <a:endParaRPr lang="en-US"/>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sz="1200" b="1">
                <a:latin typeface="Calibri" pitchFamily="34" charset="0"/>
                <a:cs typeface="Calibri" pitchFamily="34" charset="0"/>
              </a:rPr>
              <a:t>SQL Server Database Engine</a:t>
            </a:r>
          </a:p>
          <a:p>
            <a:pPr marL="628650" lvl="1" indent="-171450">
              <a:buFont typeface="Arial" panose="020B0604020202020204" pitchFamily="34" charset="0"/>
              <a:buChar char="•"/>
            </a:pPr>
            <a:r>
              <a:rPr lang="vi-VN" b="0"/>
              <a:t>Là một dịch vụ cốt lõi được sử dụng để lưu trữ, xử lý và bảo mật dữ liệu.</a:t>
            </a:r>
          </a:p>
          <a:p>
            <a:pPr marL="628650" lvl="1" indent="-171450">
              <a:buFont typeface="Arial" panose="020B0604020202020204" pitchFamily="34" charset="0"/>
              <a:buChar char="•"/>
            </a:pPr>
            <a:r>
              <a:rPr lang="vi-VN" b="0"/>
              <a:t>Cũng được sử dụng để sao chép, tìm kiếm văn bản và các dịch vụ </a:t>
            </a:r>
            <a:r>
              <a:rPr lang="vi-VN" b="1"/>
              <a:t>chất lượng dữ liệu (DQS)</a:t>
            </a:r>
            <a:r>
              <a:rPr lang="vi-VN" b="0"/>
              <a:t>.</a:t>
            </a:r>
          </a:p>
          <a:p>
            <a:pPr marL="628650" lvl="1" indent="-171450">
              <a:buFont typeface="Arial" panose="020B0604020202020204" pitchFamily="34" charset="0"/>
              <a:buChar char="•"/>
            </a:pPr>
            <a:r>
              <a:rPr lang="vi-VN" b="0"/>
              <a:t>Chứa các công cụ để quản lý dữ liệu ngôn ngữ đánh dấu quan hệ và mở rộng (XML).</a:t>
            </a:r>
            <a:endParaRPr lang="en-US" b="0"/>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sz="1200" b="1">
                <a:latin typeface="Calibri" pitchFamily="34" charset="0"/>
                <a:cs typeface="Calibri" pitchFamily="34" charset="0"/>
              </a:rPr>
              <a:t>SQL Server Analysis Services</a:t>
            </a:r>
          </a:p>
          <a:p>
            <a:pPr marL="628650" lvl="1" indent="-171450">
              <a:buFont typeface="Arial" panose="020B0604020202020204" pitchFamily="34" charset="0"/>
              <a:buChar char="•"/>
            </a:pPr>
            <a:r>
              <a:rPr lang="vi-VN" b="0"/>
              <a:t>Chứa các công cụ giúp tạo và quản lý xử lý phân tích trực tuyến (OLAP).</a:t>
            </a:r>
          </a:p>
          <a:p>
            <a:pPr marL="628650" lvl="1" indent="-171450">
              <a:buFont typeface="Arial" panose="020B0604020202020204" pitchFamily="34" charset="0"/>
              <a:buChar char="•"/>
            </a:pPr>
            <a:r>
              <a:rPr lang="vi-VN" b="0"/>
              <a:t>Được sử dụng cho mục đích kinh doanh thông minh</a:t>
            </a:r>
            <a:r>
              <a:rPr lang="en-US" b="0"/>
              <a:t>:</a:t>
            </a:r>
            <a:r>
              <a:rPr lang="vi-VN" b="0"/>
              <a:t> cá nhân, đội và doanh nghiệp.</a:t>
            </a:r>
          </a:p>
          <a:p>
            <a:pPr marL="628650" lvl="1" indent="-171450">
              <a:buFont typeface="Arial" panose="020B0604020202020204" pitchFamily="34" charset="0"/>
              <a:buChar char="•"/>
            </a:pPr>
            <a:r>
              <a:rPr lang="vi-VN" b="0"/>
              <a:t>Cũng được sử dụng trong các ứng dụng khai </a:t>
            </a:r>
            <a:r>
              <a:rPr lang="en-US" b="0"/>
              <a:t>phá</a:t>
            </a:r>
            <a:r>
              <a:rPr lang="vi-VN" b="0"/>
              <a:t> dữ liệu.</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sz="1200" b="1">
                <a:latin typeface="Calibri" pitchFamily="34" charset="0"/>
                <a:cs typeface="Calibri" pitchFamily="34" charset="0"/>
              </a:rPr>
              <a:t>SQL Server Reporting Services</a:t>
            </a:r>
          </a:p>
          <a:p>
            <a:pPr marL="628650" lvl="1" indent="-171450">
              <a:buFont typeface="Arial" panose="020B0604020202020204" pitchFamily="34" charset="0"/>
              <a:buChar char="•"/>
            </a:pPr>
            <a:r>
              <a:rPr lang="vi-VN"/>
              <a:t>Giúp tạo, quản lý, xuất bản và triển khai các báo cáo.</a:t>
            </a:r>
          </a:p>
          <a:p>
            <a:pPr marL="628650" lvl="1" indent="-171450">
              <a:buFont typeface="Arial" panose="020B0604020202020204" pitchFamily="34" charset="0"/>
              <a:buChar char="•"/>
            </a:pPr>
            <a:r>
              <a:rPr lang="vi-VN"/>
              <a:t>Có thể sử dụng các báo cáo trong định dạng bảng tính, ma trận, đồ họa hoặc dạng tự do.</a:t>
            </a:r>
          </a:p>
          <a:p>
            <a:pPr marL="628650" lvl="1" indent="-171450">
              <a:buFont typeface="Arial" panose="020B0604020202020204" pitchFamily="34" charset="0"/>
              <a:buChar char="•"/>
            </a:pPr>
            <a:r>
              <a:rPr lang="vi-VN"/>
              <a:t>Cũng có thể được tạo bằng cách sử dụng các dịch vụ báo cáo.</a:t>
            </a:r>
            <a:endParaRPr lang="en-US"/>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sz="1200" b="1">
                <a:latin typeface="Calibri" pitchFamily="34" charset="0"/>
                <a:cs typeface="Calibri" pitchFamily="34" charset="0"/>
              </a:rPr>
              <a:t>SQL Server Integration Services</a:t>
            </a:r>
          </a:p>
          <a:p>
            <a:pPr marL="628650" lvl="1" indent="-171450">
              <a:buFont typeface="Arial" panose="020B0604020202020204" pitchFamily="34" charset="0"/>
              <a:buChar char="•"/>
            </a:pPr>
            <a:r>
              <a:rPr lang="vi-VN"/>
              <a:t>Được sử dụng để di chuyển, sao chép và chuyển đổi dữ liệu bằng các công cụ đồ họa khác nhau và các đối tượng có thể lập trình.</a:t>
            </a:r>
          </a:p>
          <a:p>
            <a:pPr marL="628650" lvl="1" indent="-171450">
              <a:buFont typeface="Arial" panose="020B0604020202020204" pitchFamily="34" charset="0"/>
              <a:buChar char="•"/>
            </a:pPr>
            <a:r>
              <a:rPr lang="vi-VN"/>
              <a:t>Bao gồm các thành phần DQS trong các dịch vụ tích hợp.</a:t>
            </a:r>
          </a:p>
          <a:p>
            <a:pPr marL="628650" lvl="1" indent="-171450">
              <a:buFont typeface="Arial" panose="020B0604020202020204" pitchFamily="34" charset="0"/>
              <a:buChar char="•"/>
            </a:pPr>
            <a:r>
              <a:rPr lang="vi-VN"/>
              <a:t>Giúp xây dựng các giải pháp tích hợp dữ liệu hiệu suất cao.</a:t>
            </a:r>
            <a:endParaRPr lang="en-US"/>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sz="1200" b="1">
                <a:latin typeface="Calibri" pitchFamily="34" charset="0"/>
                <a:cs typeface="Calibri" pitchFamily="34" charset="0"/>
              </a:rPr>
              <a:t>SQL Server Master Data Services</a:t>
            </a:r>
          </a:p>
          <a:p>
            <a:pPr marL="628650" lvl="1" indent="-171450">
              <a:buFont typeface="Arial" panose="020B0604020202020204" pitchFamily="34" charset="0"/>
              <a:buChar char="•"/>
            </a:pPr>
            <a:r>
              <a:rPr lang="vi-VN"/>
              <a:t>Được sử dụng để quản lý dữ liệu chính.</a:t>
            </a:r>
          </a:p>
          <a:p>
            <a:pPr marL="628650" lvl="1" indent="-171450">
              <a:buFont typeface="Arial" panose="020B0604020202020204" pitchFamily="34" charset="0"/>
              <a:buChar char="•"/>
            </a:pPr>
            <a:r>
              <a:rPr lang="vi-VN"/>
              <a:t>Được sử dụng để phân tích, quản lý và báo cáo thông tin như hệ thống phân cấp, an ninh chi tiết, giao dịch, quy tắc kinh doanh, v.v.</a:t>
            </a:r>
            <a:endParaRPr lang="en-US"/>
          </a:p>
        </p:txBody>
      </p:sp>
      <p:sp>
        <p:nvSpPr>
          <p:cNvPr id="4" name="Slide Number Placeholder 3"/>
          <p:cNvSpPr>
            <a:spLocks noGrp="1"/>
          </p:cNvSpPr>
          <p:nvPr>
            <p:ph type="sldNum" sz="quarter" idx="5"/>
          </p:nvPr>
        </p:nvSpPr>
        <p:spPr/>
        <p:txBody>
          <a:bodyPr/>
          <a:lstStyle/>
          <a:p>
            <a:fld id="{C4D39FEC-E6A8-45B2-8094-76E7218E84BB}" type="slidenum">
              <a:rPr lang="en-US" smtClean="0"/>
              <a:t>7</a:t>
            </a:fld>
            <a:endParaRPr lang="en-US"/>
          </a:p>
        </p:txBody>
      </p:sp>
    </p:spTree>
    <p:extLst>
      <p:ext uri="{BB962C8B-B14F-4D97-AF65-F5344CB8AC3E}">
        <p14:creationId xmlns:p14="http://schemas.microsoft.com/office/powerpoint/2010/main" val="3204544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b="1"/>
              <a:t>Kiến trúc cơ bản của SQL Server 2019 </a:t>
            </a:r>
            <a:r>
              <a:rPr lang="en-US" b="1"/>
              <a:t>4</a:t>
            </a:r>
            <a:r>
              <a:rPr lang="vi-VN" b="1"/>
              <a:t>-4</a:t>
            </a:r>
            <a:endParaRPr lang="en-US" b="1"/>
          </a:p>
          <a:p>
            <a:r>
              <a:rPr lang="en-US" b="1"/>
              <a:t>Instances:</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b="0"/>
              <a:t>Tất cả các chương trình và phân bổ tài nguyên được lưu trong một </a:t>
            </a:r>
            <a:r>
              <a:rPr lang="en-US" b="1"/>
              <a:t>Instance</a:t>
            </a:r>
          </a:p>
          <a:p>
            <a:pPr marL="171450" indent="-171450">
              <a:buFont typeface="Arial" panose="020B0604020202020204" pitchFamily="34" charset="0"/>
              <a:buChar char="•"/>
            </a:pPr>
            <a:r>
              <a:rPr lang="en-US" b="0"/>
              <a:t>Một </a:t>
            </a:r>
            <a:r>
              <a:rPr lang="en-US" b="1"/>
              <a:t>Instance </a:t>
            </a:r>
            <a:r>
              <a:rPr lang="en-US" b="0"/>
              <a:t>có thể bao gồm: Bộ nhớ, Tập tin cấu hình, CPU</a:t>
            </a:r>
          </a:p>
          <a:p>
            <a:pPr marL="171450" indent="-171450">
              <a:buFont typeface="Arial" panose="020B0604020202020204" pitchFamily="34" charset="0"/>
              <a:buChar char="•"/>
            </a:pPr>
            <a:r>
              <a:rPr lang="vi-VN" b="0"/>
              <a:t>Mỗi </a:t>
            </a:r>
            <a:r>
              <a:rPr lang="en-US" b="1"/>
              <a:t>Instance </a:t>
            </a:r>
            <a:r>
              <a:rPr lang="vi-VN" b="0"/>
              <a:t>có thể được tùy chỉnh theo yêu cầu.</a:t>
            </a:r>
            <a:endParaRPr lang="en-US" b="0"/>
          </a:p>
          <a:p>
            <a:pPr marL="171450" indent="-171450">
              <a:buFont typeface="Arial" panose="020B0604020202020204" pitchFamily="34" charset="0"/>
              <a:buChar char="•"/>
            </a:pPr>
            <a:r>
              <a:rPr lang="vi-VN" b="0"/>
              <a:t>Ngay cả quyền cho mỗi </a:t>
            </a:r>
            <a:r>
              <a:rPr lang="en-US" b="1"/>
              <a:t>Instance </a:t>
            </a:r>
            <a:r>
              <a:rPr lang="vi-VN" b="0"/>
              <a:t>có thể được cấp trên cơ sở cá nhân</a:t>
            </a:r>
            <a:endParaRPr lang="en-US" b="0"/>
          </a:p>
          <a:p>
            <a:pPr marL="171450" indent="-171450">
              <a:buFont typeface="Arial" panose="020B0604020202020204" pitchFamily="34" charset="0"/>
              <a:buChar char="•"/>
            </a:pPr>
            <a:r>
              <a:rPr lang="vi-VN" b="0"/>
              <a:t>Các tài nguyên cũng có thể được phân bổ cho </a:t>
            </a:r>
            <a:r>
              <a:rPr lang="en-US" b="1"/>
              <a:t>Instance </a:t>
            </a:r>
            <a:r>
              <a:rPr lang="vi-VN" b="0"/>
              <a:t>tương ứng, ví dụ, số lượng cơ sở dữ liệu được phép.</a:t>
            </a:r>
            <a:endParaRPr lang="en-US" b="0"/>
          </a:p>
        </p:txBody>
      </p:sp>
      <p:sp>
        <p:nvSpPr>
          <p:cNvPr id="4" name="Slide Number Placeholder 3"/>
          <p:cNvSpPr>
            <a:spLocks noGrp="1"/>
          </p:cNvSpPr>
          <p:nvPr>
            <p:ph type="sldNum" sz="quarter" idx="5"/>
          </p:nvPr>
        </p:nvSpPr>
        <p:spPr/>
        <p:txBody>
          <a:bodyPr/>
          <a:lstStyle/>
          <a:p>
            <a:fld id="{C4D39FEC-E6A8-45B2-8094-76E7218E84BB}" type="slidenum">
              <a:rPr lang="en-US" smtClean="0"/>
              <a:t>8</a:t>
            </a:fld>
            <a:endParaRPr lang="en-US"/>
          </a:p>
        </p:txBody>
      </p:sp>
    </p:spTree>
    <p:extLst>
      <p:ext uri="{BB962C8B-B14F-4D97-AF65-F5344CB8AC3E}">
        <p14:creationId xmlns:p14="http://schemas.microsoft.com/office/powerpoint/2010/main" val="37527185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Lịch sử phiên bản của SQL Server</a:t>
            </a:r>
          </a:p>
        </p:txBody>
      </p:sp>
      <p:sp>
        <p:nvSpPr>
          <p:cNvPr id="4" name="Slide Number Placeholder 3"/>
          <p:cNvSpPr>
            <a:spLocks noGrp="1"/>
          </p:cNvSpPr>
          <p:nvPr>
            <p:ph type="sldNum" sz="quarter" idx="5"/>
          </p:nvPr>
        </p:nvSpPr>
        <p:spPr/>
        <p:txBody>
          <a:bodyPr/>
          <a:lstStyle/>
          <a:p>
            <a:fld id="{C4D39FEC-E6A8-45B2-8094-76E7218E84BB}" type="slidenum">
              <a:rPr lang="en-US" smtClean="0"/>
              <a:t>9</a:t>
            </a:fld>
            <a:endParaRPr lang="en-US"/>
          </a:p>
        </p:txBody>
      </p:sp>
    </p:spTree>
    <p:extLst>
      <p:ext uri="{BB962C8B-B14F-4D97-AF65-F5344CB8AC3E}">
        <p14:creationId xmlns:p14="http://schemas.microsoft.com/office/powerpoint/2010/main" val="7182451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Phiên bản SQL Server 1-2</a:t>
            </a:r>
          </a:p>
          <a:p>
            <a:pPr marL="171450" indent="-171450">
              <a:buFont typeface="Arial" panose="020B0604020202020204" pitchFamily="34" charset="0"/>
              <a:buChar char="•"/>
            </a:pPr>
            <a:r>
              <a:rPr lang="vi-VN" b="0"/>
              <a:t>Dựa trên các yêu cầu cơ sở dữ liệu, một tổ chức có thể chọn từ bất kỳ phiên bản nào trong số này của SQL Server 2019 đã được phát hành.</a:t>
            </a:r>
          </a:p>
          <a:p>
            <a:pPr marL="171450" indent="-171450">
              <a:buFont typeface="Arial" panose="020B0604020202020204" pitchFamily="34" charset="0"/>
              <a:buChar char="•"/>
            </a:pPr>
            <a:r>
              <a:rPr lang="vi-VN" b="0"/>
              <a:t>Các phiên bản chính của SQL Server 2019 như sau:</a:t>
            </a:r>
            <a:endParaRPr lang="en-US" b="0"/>
          </a:p>
          <a:p>
            <a:pPr marL="628650" lvl="1" indent="-171450">
              <a:buFont typeface="Arial" panose="020B0604020202020204" pitchFamily="34" charset="0"/>
              <a:buChar char="•"/>
            </a:pPr>
            <a:r>
              <a:rPr lang="en-US" b="0"/>
              <a:t>Express/Web Edition</a:t>
            </a:r>
          </a:p>
          <a:p>
            <a:pPr marL="628650" lvl="1" indent="-171450">
              <a:buFont typeface="Arial" panose="020B0604020202020204" pitchFamily="34" charset="0"/>
              <a:buChar char="•"/>
            </a:pPr>
            <a:r>
              <a:rPr lang="en-US" b="0"/>
              <a:t>Standard/Web Edition</a:t>
            </a:r>
          </a:p>
          <a:p>
            <a:pPr marL="628650" lvl="1" indent="-171450">
              <a:buFont typeface="Arial" panose="020B0604020202020204" pitchFamily="34" charset="0"/>
              <a:buChar char="•"/>
            </a:pPr>
            <a:r>
              <a:rPr lang="en-US" b="0"/>
              <a:t>Enterprise/Web Edition</a:t>
            </a:r>
          </a:p>
        </p:txBody>
      </p:sp>
      <p:sp>
        <p:nvSpPr>
          <p:cNvPr id="4" name="Slide Number Placeholder 3"/>
          <p:cNvSpPr>
            <a:spLocks noGrp="1"/>
          </p:cNvSpPr>
          <p:nvPr>
            <p:ph type="sldNum" sz="quarter" idx="5"/>
          </p:nvPr>
        </p:nvSpPr>
        <p:spPr/>
        <p:txBody>
          <a:bodyPr/>
          <a:lstStyle/>
          <a:p>
            <a:fld id="{C4D39FEC-E6A8-45B2-8094-76E7218E84BB}" type="slidenum">
              <a:rPr lang="en-US" smtClean="0"/>
              <a:t>10</a:t>
            </a:fld>
            <a:endParaRPr lang="en-US"/>
          </a:p>
        </p:txBody>
      </p:sp>
    </p:spTree>
    <p:extLst>
      <p:ext uri="{BB962C8B-B14F-4D97-AF65-F5344CB8AC3E}">
        <p14:creationId xmlns:p14="http://schemas.microsoft.com/office/powerpoint/2010/main" val="18746520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Phiên bản SQL Server 2-2</a:t>
            </a:r>
          </a:p>
          <a:p>
            <a:pPr marL="171450" indent="-171450">
              <a:buFont typeface="Arial" panose="020B0604020202020204" pitchFamily="34" charset="0"/>
              <a:buChar char="•"/>
            </a:pPr>
            <a:r>
              <a:rPr lang="vi-VN"/>
              <a:t>Với mỗi phiên bản tiếp theo, các cải tiến được thực hiện và các tính năng mới được thêm vào</a:t>
            </a:r>
            <a:endParaRPr lang="en-US"/>
          </a:p>
        </p:txBody>
      </p:sp>
      <p:sp>
        <p:nvSpPr>
          <p:cNvPr id="4" name="Slide Number Placeholder 3"/>
          <p:cNvSpPr>
            <a:spLocks noGrp="1"/>
          </p:cNvSpPr>
          <p:nvPr>
            <p:ph type="sldNum" sz="quarter" idx="5"/>
          </p:nvPr>
        </p:nvSpPr>
        <p:spPr/>
        <p:txBody>
          <a:bodyPr/>
          <a:lstStyle/>
          <a:p>
            <a:fld id="{C4D39FEC-E6A8-45B2-8094-76E7218E84BB}" type="slidenum">
              <a:rPr lang="en-US" smtClean="0"/>
              <a:t>11</a:t>
            </a:fld>
            <a:endParaRPr lang="en-US"/>
          </a:p>
        </p:txBody>
      </p:sp>
    </p:spTree>
    <p:extLst>
      <p:ext uri="{BB962C8B-B14F-4D97-AF65-F5344CB8AC3E}">
        <p14:creationId xmlns:p14="http://schemas.microsoft.com/office/powerpoint/2010/main" val="5051412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Kết nối với SQL Server Instances 1-2</a:t>
            </a:r>
          </a:p>
          <a:p>
            <a:pPr marL="171450" indent="-171450">
              <a:buFont typeface="Arial" panose="020B0604020202020204" pitchFamily="34" charset="0"/>
              <a:buChar char="•"/>
            </a:pPr>
            <a:r>
              <a:rPr lang="vi-VN" b="0"/>
              <a:t>SSMS được sử dụng để kết nối với các phiên bản SQL Server.</a:t>
            </a:r>
          </a:p>
          <a:p>
            <a:pPr marL="171450" indent="-171450">
              <a:buFont typeface="Arial" panose="020B0604020202020204" pitchFamily="34" charset="0"/>
              <a:buChar char="•"/>
            </a:pPr>
            <a:r>
              <a:rPr lang="vi-VN" b="0"/>
              <a:t>SSMS là một công cụ được sử dụng để tạo, truy vấn và quản lý cơ sở dữ liệu.</a:t>
            </a:r>
          </a:p>
          <a:p>
            <a:pPr marL="171450" indent="-171450">
              <a:buFont typeface="Arial" panose="020B0604020202020204" pitchFamily="34" charset="0"/>
              <a:buChar char="•"/>
            </a:pPr>
            <a:r>
              <a:rPr lang="vi-VN" b="0"/>
              <a:t>Các bước chi tiết để kết nối với phiên bản SQL Server như sau:</a:t>
            </a:r>
            <a:endParaRPr lang="en-US" b="0"/>
          </a:p>
          <a:p>
            <a:pPr marL="628650" lvl="1" indent="-171450">
              <a:buFont typeface="Arial" panose="020B0604020202020204" pitchFamily="34" charset="0"/>
              <a:buChar char="•"/>
            </a:pPr>
            <a:r>
              <a:rPr lang="vi-VN" b="0"/>
              <a:t>Xác định vị trí công cụ </a:t>
            </a:r>
            <a:r>
              <a:rPr lang="vi-VN" b="1"/>
              <a:t>Microsoft SQL Server Management Studio </a:t>
            </a:r>
            <a:r>
              <a:rPr lang="vi-VN" b="0"/>
              <a:t>trên danh sách các chương trình trên menu </a:t>
            </a:r>
            <a:r>
              <a:rPr lang="en-US" b="0"/>
              <a:t>Start </a:t>
            </a:r>
            <a:r>
              <a:rPr lang="vi-VN" b="0"/>
              <a:t>và bắt đầu công cụ.</a:t>
            </a:r>
          </a:p>
          <a:p>
            <a:pPr marL="628650" lvl="1" indent="-171450">
              <a:buFont typeface="Arial" panose="020B0604020202020204" pitchFamily="34" charset="0"/>
              <a:buChar char="•"/>
            </a:pPr>
            <a:r>
              <a:rPr lang="vi-VN" b="0"/>
              <a:t>Trong hộp thoại </a:t>
            </a:r>
            <a:r>
              <a:rPr lang="en-US" sz="1200" b="1" spc="45">
                <a:latin typeface="Times New Roman"/>
                <a:cs typeface="Times New Roman"/>
              </a:rPr>
              <a:t>Connect</a:t>
            </a:r>
            <a:r>
              <a:rPr lang="en-US" sz="1200" b="1" spc="-95">
                <a:latin typeface="Times New Roman"/>
                <a:cs typeface="Times New Roman"/>
              </a:rPr>
              <a:t> </a:t>
            </a:r>
            <a:r>
              <a:rPr lang="en-US" sz="1200" b="1" spc="45">
                <a:latin typeface="Times New Roman"/>
                <a:cs typeface="Times New Roman"/>
              </a:rPr>
              <a:t>to</a:t>
            </a:r>
            <a:r>
              <a:rPr lang="en-US" sz="1200" b="1" spc="-100">
                <a:latin typeface="Times New Roman"/>
                <a:cs typeface="Times New Roman"/>
              </a:rPr>
              <a:t> </a:t>
            </a:r>
            <a:r>
              <a:rPr lang="en-US" sz="1200" b="1" spc="-25">
                <a:latin typeface="Times New Roman"/>
                <a:cs typeface="Times New Roman"/>
              </a:rPr>
              <a:t>Server</a:t>
            </a:r>
            <a:r>
              <a:rPr lang="vi-VN" b="0"/>
              <a:t>, chọn </a:t>
            </a:r>
            <a:r>
              <a:rPr lang="en-US" sz="1200" b="1" spc="-25">
                <a:latin typeface="Times New Roman"/>
                <a:cs typeface="Times New Roman"/>
              </a:rPr>
              <a:t>Server</a:t>
            </a:r>
            <a:r>
              <a:rPr lang="en-US" sz="1200" b="1" spc="-105">
                <a:latin typeface="Times New Roman"/>
                <a:cs typeface="Times New Roman"/>
              </a:rPr>
              <a:t> </a:t>
            </a:r>
            <a:r>
              <a:rPr lang="en-US" sz="1200" b="1" spc="5">
                <a:latin typeface="Times New Roman"/>
                <a:cs typeface="Times New Roman"/>
              </a:rPr>
              <a:t>type</a:t>
            </a:r>
            <a:r>
              <a:rPr lang="en-US" sz="1200" b="1" spc="-105">
                <a:latin typeface="Times New Roman"/>
                <a:cs typeface="Times New Roman"/>
              </a:rPr>
              <a:t> </a:t>
            </a:r>
            <a:r>
              <a:rPr lang="en-US" sz="1200" spc="15">
                <a:latin typeface="Times New Roman"/>
                <a:cs typeface="Times New Roman"/>
              </a:rPr>
              <a:t>as</a:t>
            </a:r>
            <a:r>
              <a:rPr lang="en-US" sz="1200" spc="-55">
                <a:latin typeface="Times New Roman"/>
                <a:cs typeface="Times New Roman"/>
              </a:rPr>
              <a:t> </a:t>
            </a:r>
            <a:r>
              <a:rPr lang="en-US" sz="1200" b="1" spc="-20">
                <a:latin typeface="Times New Roman"/>
                <a:cs typeface="Times New Roman"/>
              </a:rPr>
              <a:t>Database</a:t>
            </a:r>
            <a:r>
              <a:rPr lang="en-US" sz="1200" b="1" spc="-100">
                <a:latin typeface="Times New Roman"/>
                <a:cs typeface="Times New Roman"/>
              </a:rPr>
              <a:t> </a:t>
            </a:r>
            <a:r>
              <a:rPr lang="en-US" sz="1200" b="1" spc="-5">
                <a:latin typeface="Times New Roman"/>
                <a:cs typeface="Times New Roman"/>
              </a:rPr>
              <a:t>Engine</a:t>
            </a:r>
            <a:r>
              <a:rPr lang="vi-VN" b="0"/>
              <a:t>.</a:t>
            </a:r>
          </a:p>
          <a:p>
            <a:pPr marL="628650" lvl="1" indent="-171450">
              <a:buFont typeface="Arial" panose="020B0604020202020204" pitchFamily="34" charset="0"/>
              <a:buChar char="•"/>
            </a:pPr>
            <a:r>
              <a:rPr lang="vi-VN" b="0"/>
              <a:t>Nhập tên máy chủ</a:t>
            </a:r>
            <a:r>
              <a:rPr lang="en-US" b="0"/>
              <a:t> tại </a:t>
            </a:r>
            <a:r>
              <a:rPr lang="en-US" sz="1200" b="1" spc="-25">
                <a:latin typeface="Times New Roman"/>
                <a:cs typeface="Times New Roman"/>
              </a:rPr>
              <a:t>Server </a:t>
            </a:r>
            <a:r>
              <a:rPr lang="en-US" sz="1200" b="1" spc="-10">
                <a:latin typeface="Times New Roman"/>
                <a:cs typeface="Times New Roman"/>
              </a:rPr>
              <a:t>name</a:t>
            </a:r>
            <a:r>
              <a:rPr lang="vi-VN" b="0"/>
              <a:t>.</a:t>
            </a:r>
          </a:p>
          <a:p>
            <a:pPr marL="628650" lvl="1" indent="-171450">
              <a:buFont typeface="Arial" panose="020B0604020202020204" pitchFamily="34" charset="0"/>
              <a:buChar char="•"/>
            </a:pPr>
            <a:r>
              <a:rPr lang="vi-VN" b="0"/>
              <a:t>Chọn </a:t>
            </a:r>
            <a:r>
              <a:rPr lang="en-US" sz="1200" b="1" spc="40">
                <a:latin typeface="Times New Roman"/>
                <a:cs typeface="Times New Roman"/>
              </a:rPr>
              <a:t>Windows </a:t>
            </a:r>
            <a:r>
              <a:rPr lang="en-US" sz="1200" b="1" spc="20">
                <a:latin typeface="Times New Roman"/>
                <a:cs typeface="Times New Roman"/>
              </a:rPr>
              <a:t>Authentication </a:t>
            </a:r>
            <a:r>
              <a:rPr lang="vi-VN" b="0"/>
              <a:t>hoặc </a:t>
            </a:r>
            <a:r>
              <a:rPr lang="en-US" sz="1200" b="1" spc="5">
                <a:latin typeface="Times New Roman"/>
                <a:cs typeface="Times New Roman"/>
              </a:rPr>
              <a:t>SQL </a:t>
            </a:r>
            <a:r>
              <a:rPr lang="en-US" sz="1200" b="1" spc="-25">
                <a:latin typeface="Times New Roman"/>
                <a:cs typeface="Times New Roman"/>
              </a:rPr>
              <a:t>Server </a:t>
            </a:r>
            <a:r>
              <a:rPr lang="en-US" sz="1200" b="1" spc="20">
                <a:latin typeface="Times New Roman"/>
                <a:cs typeface="Times New Roman"/>
              </a:rPr>
              <a:t>Authentication</a:t>
            </a:r>
            <a:r>
              <a:rPr lang="vi-VN" b="0"/>
              <a:t>, cung cấp thông tin đăng nhập và mật khẩu cần thiết và nhấp vào </a:t>
            </a:r>
            <a:r>
              <a:rPr lang="en-US" sz="1200" b="1" spc="40">
                <a:latin typeface="Times New Roman"/>
                <a:cs typeface="Times New Roman"/>
              </a:rPr>
              <a:t>Connect</a:t>
            </a:r>
            <a:r>
              <a:rPr lang="vi-VN" b="0"/>
              <a:t>.</a:t>
            </a:r>
            <a:endParaRPr lang="en-US" b="0"/>
          </a:p>
        </p:txBody>
      </p:sp>
      <p:sp>
        <p:nvSpPr>
          <p:cNvPr id="4" name="Slide Number Placeholder 3"/>
          <p:cNvSpPr>
            <a:spLocks noGrp="1"/>
          </p:cNvSpPr>
          <p:nvPr>
            <p:ph type="sldNum" sz="quarter" idx="5"/>
          </p:nvPr>
        </p:nvSpPr>
        <p:spPr/>
        <p:txBody>
          <a:bodyPr/>
          <a:lstStyle/>
          <a:p>
            <a:fld id="{C4D39FEC-E6A8-45B2-8094-76E7218E84BB}" type="slidenum">
              <a:rPr lang="en-US" smtClean="0"/>
              <a:t>12</a:t>
            </a:fld>
            <a:endParaRPr lang="en-US"/>
          </a:p>
        </p:txBody>
      </p:sp>
    </p:spTree>
    <p:extLst>
      <p:ext uri="{BB962C8B-B14F-4D97-AF65-F5344CB8AC3E}">
        <p14:creationId xmlns:p14="http://schemas.microsoft.com/office/powerpoint/2010/main" val="31751771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Kết nối với SQL Server Instances 2-2</a:t>
            </a:r>
          </a:p>
        </p:txBody>
      </p:sp>
      <p:sp>
        <p:nvSpPr>
          <p:cNvPr id="4" name="Slide Number Placeholder 3"/>
          <p:cNvSpPr>
            <a:spLocks noGrp="1"/>
          </p:cNvSpPr>
          <p:nvPr>
            <p:ph type="sldNum" sz="quarter" idx="5"/>
          </p:nvPr>
        </p:nvSpPr>
        <p:spPr/>
        <p:txBody>
          <a:bodyPr/>
          <a:lstStyle/>
          <a:p>
            <a:fld id="{C4D39FEC-E6A8-45B2-8094-76E7218E84BB}" type="slidenum">
              <a:rPr lang="en-US" smtClean="0"/>
              <a:t>13</a:t>
            </a:fld>
            <a:endParaRPr lang="en-US"/>
          </a:p>
        </p:txBody>
      </p:sp>
    </p:spTree>
    <p:extLst>
      <p:ext uri="{BB962C8B-B14F-4D97-AF65-F5344CB8AC3E}">
        <p14:creationId xmlns:p14="http://schemas.microsoft.com/office/powerpoint/2010/main" val="33700304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Giới thiệu về cơ sở dữ liệu 1-2</a:t>
            </a:r>
            <a:endParaRPr lang="en-US" b="1"/>
          </a:p>
          <a:p>
            <a:pPr marL="171450" indent="-171450">
              <a:buFont typeface="Arial" panose="020B0604020202020204" pitchFamily="34" charset="0"/>
              <a:buChar char="•"/>
            </a:pPr>
            <a:r>
              <a:rPr lang="vi-VN" b="0"/>
              <a:t>Cơ sở dữ liệu là một tập hợp dữ liệu được lưu trữ trong các t</a:t>
            </a:r>
            <a:r>
              <a:rPr lang="en-US" b="0"/>
              <a:t>ậ</a:t>
            </a:r>
            <a:r>
              <a:rPr lang="vi-VN" b="0"/>
              <a:t>p </a:t>
            </a:r>
            <a:r>
              <a:rPr lang="en-US" b="0"/>
              <a:t>tin </a:t>
            </a:r>
            <a:r>
              <a:rPr lang="vi-VN" b="0"/>
              <a:t>dữ liệu trên đĩa hoặc một số phương tiện có thể tháo rời, bao gồm các t</a:t>
            </a:r>
            <a:r>
              <a:rPr lang="en-US" b="0"/>
              <a:t>ậ</a:t>
            </a:r>
            <a:r>
              <a:rPr lang="vi-VN" b="0"/>
              <a:t>p </a:t>
            </a:r>
            <a:r>
              <a:rPr lang="en-US" b="0"/>
              <a:t>tin </a:t>
            </a:r>
            <a:r>
              <a:rPr lang="vi-VN" b="0"/>
              <a:t>dữ liệu để giữ dữ liệu thực tế</a:t>
            </a:r>
            <a:endParaRPr lang="en-US" b="0"/>
          </a:p>
          <a:p>
            <a:pPr marL="171450" indent="-171450">
              <a:buFont typeface="Arial" panose="020B0604020202020204" pitchFamily="34" charset="0"/>
              <a:buChar char="•"/>
            </a:pPr>
            <a:r>
              <a:rPr lang="vi-VN" b="0"/>
              <a:t>Một máy chủ SQL được tạo thành từ các bảng lưu trữ các bộ dữ liệu có cấu trúc cụ thể</a:t>
            </a:r>
            <a:endParaRPr lang="en-US" b="0"/>
          </a:p>
          <a:p>
            <a:pPr marL="171450" indent="-171450">
              <a:buFont typeface="Arial" panose="020B0604020202020204" pitchFamily="34" charset="0"/>
              <a:buChar char="•"/>
            </a:pPr>
            <a:r>
              <a:rPr lang="vi-VN" b="0"/>
              <a:t>Một bảng bao gồm một tập hợp các hàng (còn được gọi là bản ghi hoặc bộ dữ liệu) và các cột (còn được gọi là thuộc tính)</a:t>
            </a:r>
            <a:endParaRPr lang="en-US" b="0"/>
          </a:p>
          <a:p>
            <a:pPr marL="171450" indent="-171450">
              <a:buFont typeface="Arial" panose="020B0604020202020204" pitchFamily="34" charset="0"/>
              <a:buChar char="•"/>
            </a:pPr>
            <a:r>
              <a:rPr lang="vi-VN" b="0"/>
              <a:t>Mỗi cột trong bảng nhằm lưu trữ một loại thông tin cụ thể, ví dụ: ngày, tên, </a:t>
            </a:r>
            <a:r>
              <a:rPr lang="en-US" b="0"/>
              <a:t>tổng </a:t>
            </a:r>
            <a:r>
              <a:rPr lang="vi-VN" b="0"/>
              <a:t>số tiền tệ và số.</a:t>
            </a:r>
            <a:endParaRPr lang="en-US" b="0"/>
          </a:p>
        </p:txBody>
      </p:sp>
      <p:sp>
        <p:nvSpPr>
          <p:cNvPr id="4" name="Slide Number Placeholder 3"/>
          <p:cNvSpPr>
            <a:spLocks noGrp="1"/>
          </p:cNvSpPr>
          <p:nvPr>
            <p:ph type="sldNum" sz="quarter" idx="5"/>
          </p:nvPr>
        </p:nvSpPr>
        <p:spPr/>
        <p:txBody>
          <a:bodyPr/>
          <a:lstStyle/>
          <a:p>
            <a:fld id="{C4D39FEC-E6A8-45B2-8094-76E7218E84BB}" type="slidenum">
              <a:rPr lang="en-US" smtClean="0"/>
              <a:t>14</a:t>
            </a:fld>
            <a:endParaRPr lang="en-US"/>
          </a:p>
        </p:txBody>
      </p:sp>
    </p:spTree>
    <p:extLst>
      <p:ext uri="{BB962C8B-B14F-4D97-AF65-F5344CB8AC3E}">
        <p14:creationId xmlns:p14="http://schemas.microsoft.com/office/powerpoint/2010/main" val="12412001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b="1"/>
              <a:t>Giới thiệu về cơ sở dữ liệu </a:t>
            </a:r>
            <a:r>
              <a:rPr lang="en-US" b="1"/>
              <a:t>2</a:t>
            </a:r>
            <a:r>
              <a:rPr lang="vi-VN" b="1"/>
              <a:t>-2</a:t>
            </a:r>
            <a:endParaRPr lang="en-US" b="1"/>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b="0"/>
              <a:t>SQL Server 2019 hỗ trợ ba loại cơ sở dữ liệu, như sau:</a:t>
            </a:r>
            <a:endParaRPr lang="en-US" b="0"/>
          </a:p>
        </p:txBody>
      </p:sp>
      <p:sp>
        <p:nvSpPr>
          <p:cNvPr id="4" name="Slide Number Placeholder 3"/>
          <p:cNvSpPr>
            <a:spLocks noGrp="1"/>
          </p:cNvSpPr>
          <p:nvPr>
            <p:ph type="sldNum" sz="quarter" idx="5"/>
          </p:nvPr>
        </p:nvSpPr>
        <p:spPr/>
        <p:txBody>
          <a:bodyPr/>
          <a:lstStyle/>
          <a:p>
            <a:fld id="{C4D39FEC-E6A8-45B2-8094-76E7218E84BB}" type="slidenum">
              <a:rPr lang="en-US" smtClean="0"/>
              <a:t>15</a:t>
            </a:fld>
            <a:endParaRPr lang="en-US"/>
          </a:p>
        </p:txBody>
      </p:sp>
    </p:spTree>
    <p:extLst>
      <p:ext uri="{BB962C8B-B14F-4D97-AF65-F5344CB8AC3E}">
        <p14:creationId xmlns:p14="http://schemas.microsoft.com/office/powerpoint/2010/main" val="8060212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C</a:t>
            </a:r>
            <a:r>
              <a:rPr lang="vi-VN" b="1"/>
              <a:t>ơ sở dữ liệu </a:t>
            </a:r>
            <a:r>
              <a:rPr lang="en-US" b="1"/>
              <a:t>h</a:t>
            </a:r>
            <a:r>
              <a:rPr lang="vi-VN" b="1"/>
              <a:t>ệ thống 1-2</a:t>
            </a:r>
            <a:endParaRPr lang="en-US" b="1"/>
          </a:p>
          <a:p>
            <a:pPr marL="171450" indent="-171450">
              <a:buFont typeface="Arial" panose="020B0604020202020204" pitchFamily="34" charset="0"/>
              <a:buChar char="•"/>
            </a:pPr>
            <a:r>
              <a:rPr lang="vi-VN" b="0"/>
              <a:t>SQL Server sử dụng cơ sở dữ liệu hệ thống để hỗ trợ các phần khác nhau của DBMS.</a:t>
            </a:r>
            <a:endParaRPr lang="en-US" b="0"/>
          </a:p>
          <a:p>
            <a:pPr marL="171450" indent="-171450">
              <a:buFont typeface="Arial" panose="020B0604020202020204" pitchFamily="34" charset="0"/>
              <a:buChar char="•"/>
            </a:pPr>
            <a:r>
              <a:rPr lang="vi-VN" b="0"/>
              <a:t>Mỗi cơ sở dữ liệu hỗ trợ như sau:</a:t>
            </a:r>
          </a:p>
          <a:p>
            <a:pPr marL="628650" lvl="1" indent="-171450">
              <a:buFont typeface="Arial" panose="020B0604020202020204" pitchFamily="34" charset="0"/>
              <a:buChar char="•"/>
            </a:pPr>
            <a:r>
              <a:rPr lang="vi-VN" b="0"/>
              <a:t>Có một vai trò cụ thể và lưu trữ thông tin công việc yêu cầu được thực hiện bởi SQL Server</a:t>
            </a:r>
          </a:p>
          <a:p>
            <a:pPr marL="628650" lvl="1" indent="-171450">
              <a:buFont typeface="Arial" panose="020B0604020202020204" pitchFamily="34" charset="0"/>
              <a:buChar char="•"/>
            </a:pPr>
            <a:r>
              <a:rPr lang="vi-VN" b="0"/>
              <a:t>Lưu trữ dữ liệu trong các bảng, chứa các chế độ xem, thủ tục được lưu trữ và các đối tượng cơ sở dữ liệu khác</a:t>
            </a:r>
          </a:p>
          <a:p>
            <a:pPr marL="628650" lvl="1" indent="-171450">
              <a:buFont typeface="Arial" panose="020B0604020202020204" pitchFamily="34" charset="0"/>
              <a:buChar char="•"/>
            </a:pPr>
            <a:r>
              <a:rPr lang="vi-VN" b="0"/>
              <a:t>Người dùng có thể tạo cơ sở dữ liệu của riêng họ, còn được gọi là cơ sở dữ liệu do người dùng </a:t>
            </a:r>
            <a:r>
              <a:rPr lang="en-US" b="0"/>
              <a:t>tự</a:t>
            </a:r>
            <a:r>
              <a:rPr lang="vi-VN" b="0"/>
              <a:t> định </a:t>
            </a:r>
            <a:r>
              <a:rPr lang="en-US" b="0"/>
              <a:t>nghĩa </a:t>
            </a:r>
            <a:r>
              <a:rPr lang="vi-VN" b="0"/>
              <a:t>và làm việc với chúng</a:t>
            </a:r>
            <a:endParaRPr lang="en-US" b="0"/>
          </a:p>
        </p:txBody>
      </p:sp>
      <p:sp>
        <p:nvSpPr>
          <p:cNvPr id="4" name="Slide Number Placeholder 3"/>
          <p:cNvSpPr>
            <a:spLocks noGrp="1"/>
          </p:cNvSpPr>
          <p:nvPr>
            <p:ph type="sldNum" sz="quarter" idx="5"/>
          </p:nvPr>
        </p:nvSpPr>
        <p:spPr/>
        <p:txBody>
          <a:bodyPr/>
          <a:lstStyle/>
          <a:p>
            <a:fld id="{C4D39FEC-E6A8-45B2-8094-76E7218E84BB}" type="slidenum">
              <a:rPr lang="en-US" smtClean="0"/>
              <a:t>16</a:t>
            </a:fld>
            <a:endParaRPr lang="en-US"/>
          </a:p>
        </p:txBody>
      </p:sp>
    </p:spTree>
    <p:extLst>
      <p:ext uri="{BB962C8B-B14F-4D97-AF65-F5344CB8AC3E}">
        <p14:creationId xmlns:p14="http://schemas.microsoft.com/office/powerpoint/2010/main" val="2774625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C</a:t>
            </a:r>
            <a:r>
              <a:rPr lang="vi-VN" b="1"/>
              <a:t>ơ sở dữ liệu </a:t>
            </a:r>
            <a:r>
              <a:rPr lang="en-US" b="1"/>
              <a:t>h</a:t>
            </a:r>
            <a:r>
              <a:rPr lang="vi-VN" b="1"/>
              <a:t>ệ thống </a:t>
            </a:r>
            <a:r>
              <a:rPr lang="en-US" b="1"/>
              <a:t>2</a:t>
            </a:r>
            <a:r>
              <a:rPr lang="vi-VN" b="1"/>
              <a:t>-2</a:t>
            </a:r>
            <a:endParaRPr lang="en-US" b="1"/>
          </a:p>
          <a:p>
            <a:pPr marL="171450" indent="-171450">
              <a:buFont typeface="Arial" panose="020B0604020202020204" pitchFamily="34" charset="0"/>
              <a:buChar char="•"/>
            </a:pPr>
            <a:r>
              <a:rPr lang="en-US" b="1"/>
              <a:t>master</a:t>
            </a:r>
            <a:r>
              <a:rPr lang="en-US"/>
              <a:t>: </a:t>
            </a:r>
            <a:r>
              <a:rPr lang="vi-VN"/>
              <a:t>Cơ sở dữ liệu ghi lại tất cả thông tin cấp hệ thống của một phiên bản của SQL Server</a:t>
            </a:r>
            <a:endParaRPr lang="en-US"/>
          </a:p>
          <a:p>
            <a:pPr marL="171450" indent="-171450">
              <a:buFont typeface="Arial" panose="020B0604020202020204" pitchFamily="34" charset="0"/>
              <a:buChar char="•"/>
            </a:pPr>
            <a:r>
              <a:rPr lang="en-US" b="1"/>
              <a:t>msdb</a:t>
            </a:r>
            <a:r>
              <a:rPr lang="en-US"/>
              <a:t>: </a:t>
            </a:r>
            <a:r>
              <a:rPr lang="vi-VN"/>
              <a:t>Cơ sở dữ liệu được sử dụng bởi </a:t>
            </a:r>
            <a:r>
              <a:rPr lang="vi-VN" b="1"/>
              <a:t>SQL Server Agent </a:t>
            </a:r>
            <a:r>
              <a:rPr lang="vi-VN"/>
              <a:t>để lập lịch cho các cảnh báo cơ sở dữ liệu và các công việc khác nhau.</a:t>
            </a:r>
            <a:endParaRPr lang="en-US"/>
          </a:p>
          <a:p>
            <a:pPr marL="171450" indent="-171450">
              <a:buFont typeface="Arial" panose="020B0604020202020204" pitchFamily="34" charset="0"/>
              <a:buChar char="•"/>
            </a:pPr>
            <a:r>
              <a:rPr lang="en-US" b="1"/>
              <a:t>model</a:t>
            </a:r>
            <a:r>
              <a:rPr lang="en-US"/>
              <a:t>: </a:t>
            </a:r>
            <a:r>
              <a:rPr lang="vi-VN"/>
              <a:t>Cơ sở dữ liệu được sử dụng làm mẫu cho tất cả cơ sở dữ liệu được tạo trên phiên bản cụ thể của SQL Server 2019</a:t>
            </a:r>
            <a:endParaRPr lang="en-US"/>
          </a:p>
          <a:p>
            <a:pPr marL="171450" indent="-171450">
              <a:buFont typeface="Arial" panose="020B0604020202020204" pitchFamily="34" charset="0"/>
              <a:buChar char="•"/>
            </a:pPr>
            <a:r>
              <a:rPr lang="en-US" b="1"/>
              <a:t>resource</a:t>
            </a:r>
            <a:r>
              <a:rPr lang="en-US"/>
              <a:t>: </a:t>
            </a:r>
            <a:r>
              <a:rPr lang="vi-VN"/>
              <a:t>Cơ sở dữ liệu là cơ sở dữ liệu chỉ đọc. Nó chứa các đối tượng hệ thống đi kèm với SQL Server 2019</a:t>
            </a:r>
            <a:endParaRPr lang="en-US"/>
          </a:p>
          <a:p>
            <a:pPr marL="171450" indent="-171450">
              <a:buFont typeface="Arial" panose="020B0604020202020204" pitchFamily="34" charset="0"/>
              <a:buChar char="•"/>
            </a:pPr>
            <a:r>
              <a:rPr lang="en-US" b="1"/>
              <a:t>tempdb</a:t>
            </a:r>
            <a:r>
              <a:rPr lang="en-US"/>
              <a:t>: </a:t>
            </a:r>
            <a:r>
              <a:rPr lang="vi-VN"/>
              <a:t>Cơ sở dữ liệu giữ các đối tượng tạm thời hoặc tập kết quả trung gian</a:t>
            </a:r>
            <a:endParaRPr lang="en-US"/>
          </a:p>
        </p:txBody>
      </p:sp>
      <p:sp>
        <p:nvSpPr>
          <p:cNvPr id="4" name="Slide Number Placeholder 3"/>
          <p:cNvSpPr>
            <a:spLocks noGrp="1"/>
          </p:cNvSpPr>
          <p:nvPr>
            <p:ph type="sldNum" sz="quarter" idx="5"/>
          </p:nvPr>
        </p:nvSpPr>
        <p:spPr/>
        <p:txBody>
          <a:bodyPr/>
          <a:lstStyle/>
          <a:p>
            <a:fld id="{C4D39FEC-E6A8-45B2-8094-76E7218E84BB}" type="slidenum">
              <a:rPr lang="en-US" smtClean="0"/>
              <a:t>17</a:t>
            </a:fld>
            <a:endParaRPr lang="en-US"/>
          </a:p>
        </p:txBody>
      </p:sp>
    </p:spTree>
    <p:extLst>
      <p:ext uri="{BB962C8B-B14F-4D97-AF65-F5344CB8AC3E}">
        <p14:creationId xmlns:p14="http://schemas.microsoft.com/office/powerpoint/2010/main" val="26191819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C</a:t>
            </a:r>
            <a:r>
              <a:rPr lang="vi-VN" b="1"/>
              <a:t>ơ</a:t>
            </a:r>
            <a:r>
              <a:rPr lang="en-US" b="1"/>
              <a:t> sở dữ liệu do ng</a:t>
            </a:r>
            <a:r>
              <a:rPr lang="vi-VN" b="1"/>
              <a:t>ư</a:t>
            </a:r>
            <a:r>
              <a:rPr lang="en-US" b="1"/>
              <a:t>ời dùng tự định nghĩa</a:t>
            </a:r>
          </a:p>
          <a:p>
            <a:r>
              <a:rPr lang="vi-VN"/>
              <a:t>Sử dụng SQL Server 2019:</a:t>
            </a:r>
          </a:p>
          <a:p>
            <a:pPr marL="171450" indent="-171450">
              <a:buFont typeface="Arial" panose="020B0604020202020204" pitchFamily="34" charset="0"/>
              <a:buChar char="•"/>
            </a:pPr>
            <a:r>
              <a:rPr lang="vi-VN"/>
              <a:t>Người dùng có thể tạo cơ sở dữ liệu của riêng họ, còn được gọi là cơ sở dữ liệu do người dùng </a:t>
            </a:r>
            <a:r>
              <a:rPr lang="en-US"/>
              <a:t>tự</a:t>
            </a:r>
            <a:r>
              <a:rPr lang="vi-VN"/>
              <a:t> định </a:t>
            </a:r>
            <a:r>
              <a:rPr lang="en-US"/>
              <a:t>nghĩa </a:t>
            </a:r>
            <a:r>
              <a:rPr lang="vi-VN"/>
              <a:t>và làm việc với chúng.</a:t>
            </a:r>
          </a:p>
          <a:p>
            <a:pPr marL="171450" indent="-171450">
              <a:buFont typeface="Arial" panose="020B0604020202020204" pitchFamily="34" charset="0"/>
              <a:buChar char="•"/>
            </a:pPr>
            <a:r>
              <a:rPr lang="vi-VN"/>
              <a:t>Mục đích của các cơ sở dữ liệu này là lưu trữ dữ liệu người dùng.</a:t>
            </a:r>
            <a:endParaRPr lang="en-US"/>
          </a:p>
        </p:txBody>
      </p:sp>
      <p:sp>
        <p:nvSpPr>
          <p:cNvPr id="4" name="Slide Number Placeholder 3"/>
          <p:cNvSpPr>
            <a:spLocks noGrp="1"/>
          </p:cNvSpPr>
          <p:nvPr>
            <p:ph type="sldNum" sz="quarter" idx="5"/>
          </p:nvPr>
        </p:nvSpPr>
        <p:spPr/>
        <p:txBody>
          <a:bodyPr/>
          <a:lstStyle/>
          <a:p>
            <a:fld id="{C4D39FEC-E6A8-45B2-8094-76E7218E84BB}" type="slidenum">
              <a:rPr lang="en-US" smtClean="0"/>
              <a:t>18</a:t>
            </a:fld>
            <a:endParaRPr lang="en-US"/>
          </a:p>
        </p:txBody>
      </p:sp>
    </p:spTree>
    <p:extLst>
      <p:ext uri="{BB962C8B-B14F-4D97-AF65-F5344CB8AC3E}">
        <p14:creationId xmlns:p14="http://schemas.microsoft.com/office/powerpoint/2010/main" val="27738785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Cơ sở dữ liệu mẫu AdventureWorks2019 1-2</a:t>
            </a:r>
            <a:endParaRPr lang="en-US" b="1"/>
          </a:p>
          <a:p>
            <a:pPr marL="171450" indent="-171450">
              <a:buFont typeface="Arial" panose="020B0604020202020204" pitchFamily="34" charset="0"/>
              <a:buChar char="•"/>
            </a:pPr>
            <a:r>
              <a:rPr lang="vi-VN" b="0"/>
              <a:t>Cơ sở dữ liệu này chứng minh việc sử dụng các tính năng mới được giới thiệu trong SQL Server</a:t>
            </a:r>
            <a:endParaRPr lang="en-US" b="0"/>
          </a:p>
          <a:p>
            <a:pPr marL="171450" indent="-171450">
              <a:buFont typeface="Arial" panose="020B0604020202020204" pitchFamily="34" charset="0"/>
              <a:buChar char="•"/>
            </a:pPr>
            <a:r>
              <a:rPr lang="vi-VN" b="0"/>
              <a:t>Lược đồ cơ sở dữ liệu AdventureWorks2019 bao gồm nhiều lĩnh vực chức năng cho một nhà sản xuất xe đạp hư cấu.</a:t>
            </a:r>
          </a:p>
          <a:p>
            <a:pPr marL="171450" indent="-171450">
              <a:buFont typeface="Arial" panose="020B0604020202020204" pitchFamily="34" charset="0"/>
              <a:buChar char="•"/>
            </a:pPr>
            <a:r>
              <a:rPr lang="vi-VN" b="0"/>
              <a:t>Những khu vực này bao gồm:</a:t>
            </a:r>
          </a:p>
          <a:p>
            <a:pPr marL="628650" lvl="1" indent="-171450">
              <a:buFont typeface="Arial" panose="020B0604020202020204" pitchFamily="34" charset="0"/>
              <a:buChar char="•"/>
            </a:pPr>
            <a:r>
              <a:rPr lang="vi-VN" b="0"/>
              <a:t>Khách hàng / Nhân lực tự động hóa và phân tích</a:t>
            </a:r>
          </a:p>
          <a:p>
            <a:pPr marL="628650" lvl="1" indent="-171450">
              <a:buFont typeface="Arial" panose="020B0604020202020204" pitchFamily="34" charset="0"/>
              <a:buChar char="•"/>
            </a:pPr>
            <a:r>
              <a:rPr lang="vi-VN" b="0"/>
              <a:t>Nguồn nhân lực</a:t>
            </a:r>
          </a:p>
          <a:p>
            <a:pPr marL="628650" lvl="1" indent="-171450">
              <a:buFont typeface="Arial" panose="020B0604020202020204" pitchFamily="34" charset="0"/>
              <a:buChar char="•"/>
            </a:pPr>
            <a:r>
              <a:rPr lang="vi-VN" b="0"/>
              <a:t>Giao dịch chuyển đổi dữ liệu điện tử / nhà cung cấp</a:t>
            </a:r>
          </a:p>
          <a:p>
            <a:pPr marL="628650" lvl="1" indent="-171450">
              <a:buFont typeface="Arial" panose="020B0604020202020204" pitchFamily="34" charset="0"/>
              <a:buChar char="•"/>
            </a:pPr>
            <a:r>
              <a:rPr lang="vi-VN" b="0"/>
              <a:t>Lưu lượng công việc sản xuất</a:t>
            </a:r>
            <a:endParaRPr lang="en-US" b="0"/>
          </a:p>
        </p:txBody>
      </p:sp>
      <p:sp>
        <p:nvSpPr>
          <p:cNvPr id="4" name="Slide Number Placeholder 3"/>
          <p:cNvSpPr>
            <a:spLocks noGrp="1"/>
          </p:cNvSpPr>
          <p:nvPr>
            <p:ph type="sldNum" sz="quarter" idx="5"/>
          </p:nvPr>
        </p:nvSpPr>
        <p:spPr/>
        <p:txBody>
          <a:bodyPr/>
          <a:lstStyle/>
          <a:p>
            <a:fld id="{C4D39FEC-E6A8-45B2-8094-76E7218E84BB}" type="slidenum">
              <a:rPr lang="en-US" smtClean="0"/>
              <a:t>19</a:t>
            </a:fld>
            <a:endParaRPr lang="en-US"/>
          </a:p>
        </p:txBody>
      </p:sp>
    </p:spTree>
    <p:extLst>
      <p:ext uri="{BB962C8B-B14F-4D97-AF65-F5344CB8AC3E}">
        <p14:creationId xmlns:p14="http://schemas.microsoft.com/office/powerpoint/2010/main" val="6051845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b="1"/>
              <a:t>Cơ sở dữ liệu mẫu AdventureWorks2019 </a:t>
            </a:r>
            <a:r>
              <a:rPr lang="en-US" b="1"/>
              <a:t>2</a:t>
            </a:r>
            <a:r>
              <a:rPr lang="vi-VN" b="1"/>
              <a:t>-2</a:t>
            </a:r>
            <a:endParaRPr lang="en-US" b="1"/>
          </a:p>
          <a:p>
            <a:pPr marL="171450" indent="-171450">
              <a:buFont typeface="Arial" panose="020B0604020202020204" pitchFamily="34" charset="0"/>
              <a:buChar char="•"/>
            </a:pPr>
            <a:r>
              <a:rPr lang="vi-VN"/>
              <a:t>Cơ sở dữ liệu bao gồm một số tính năng. Một số tính năng chính của nó như sau:</a:t>
            </a:r>
            <a:endParaRPr lang="en-US"/>
          </a:p>
          <a:p>
            <a:pPr marL="628650" lvl="1" indent="-171450">
              <a:buFont typeface="Arial" panose="020B0604020202020204" pitchFamily="34" charset="0"/>
              <a:buChar char="•"/>
            </a:pPr>
            <a:r>
              <a:rPr lang="vi-VN"/>
              <a:t>Một công cụ cơ sở dữ liệu bao gồm các cơ sở quản trị, khả năng truy cập dữ liệu, cơ sở tìm kiếm văn bản, lợi thế tích hợp ngôn ngữ </a:t>
            </a:r>
            <a:r>
              <a:rPr lang="en-US"/>
              <a:t>thực thi thông dụng</a:t>
            </a:r>
            <a:r>
              <a:rPr lang="vi-VN"/>
              <a:t> (CLR), v.v.</a:t>
            </a:r>
            <a:endParaRPr lang="en-US"/>
          </a:p>
          <a:p>
            <a:pPr marL="628650" lvl="1" indent="-171450">
              <a:buFont typeface="Arial" panose="020B0604020202020204" pitchFamily="34" charset="0"/>
              <a:buChar char="•"/>
            </a:pPr>
            <a:r>
              <a:rPr lang="en-US"/>
              <a:t>Một tập hợp các mẫu tích hợp ví dụ cho hai mẫu nhiều tính năng: HRResume và Storefront</a:t>
            </a:r>
          </a:p>
          <a:p>
            <a:pPr marL="628650" lvl="1" indent="-171450">
              <a:buFont typeface="Arial" panose="020B0604020202020204" pitchFamily="34" charset="0"/>
              <a:buChar char="•"/>
            </a:pPr>
            <a:r>
              <a:rPr lang="en-US"/>
              <a:t>Dịch vụ phân tích và dịch vụ tích hợp</a:t>
            </a:r>
          </a:p>
          <a:p>
            <a:pPr marL="628650" lvl="1" indent="-171450">
              <a:buFont typeface="Arial" panose="020B0604020202020204" pitchFamily="34" charset="0"/>
              <a:buChar char="•"/>
            </a:pPr>
            <a:r>
              <a:rPr lang="en-US"/>
              <a:t>Dịch vụ thông báo</a:t>
            </a:r>
          </a:p>
          <a:p>
            <a:pPr marL="628650" lvl="1" indent="-171450">
              <a:buFont typeface="Arial" panose="020B0604020202020204" pitchFamily="34" charset="0"/>
              <a:buChar char="•"/>
            </a:pPr>
            <a:r>
              <a:rPr lang="en-US"/>
              <a:t>Tiện nghi nhân rộng</a:t>
            </a:r>
          </a:p>
          <a:p>
            <a:pPr marL="628650" lvl="1" indent="-171450">
              <a:buFont typeface="Arial" panose="020B0604020202020204" pitchFamily="34" charset="0"/>
              <a:buChar char="•"/>
            </a:pPr>
            <a:r>
              <a:rPr lang="en-US"/>
              <a:t>Dịch vụ tạo báo cáo</a:t>
            </a:r>
          </a:p>
          <a:p>
            <a:pPr marL="171450" lvl="0" indent="-171450">
              <a:buFont typeface="Arial" panose="020B0604020202020204" pitchFamily="34" charset="0"/>
              <a:buChar char="•"/>
            </a:pPr>
            <a:r>
              <a:rPr lang="vi-VN"/>
              <a:t>Cơ sở dữ liệu mẫu bao gồm các phần này:</a:t>
            </a:r>
          </a:p>
          <a:p>
            <a:pPr marL="628650" lvl="1" indent="-171450">
              <a:buFont typeface="Arial" panose="020B0604020202020204" pitchFamily="34" charset="0"/>
              <a:buChar char="•"/>
            </a:pPr>
            <a:r>
              <a:rPr lang="vi-VN" b="1"/>
              <a:t>AdventureWorks2019</a:t>
            </a:r>
            <a:r>
              <a:rPr lang="vi-VN"/>
              <a:t>: Cơ sở dữ liệu OLTP mẫu</a:t>
            </a:r>
          </a:p>
          <a:p>
            <a:pPr marL="628650" lvl="1" indent="-171450">
              <a:buFont typeface="Arial" panose="020B0604020202020204" pitchFamily="34" charset="0"/>
              <a:buChar char="•"/>
            </a:pPr>
            <a:r>
              <a:rPr lang="vi-VN" b="1"/>
              <a:t>AdventureWorks2019DW</a:t>
            </a:r>
            <a:r>
              <a:rPr lang="vi-VN"/>
              <a:t>: Kho dữ liệu mẫu</a:t>
            </a:r>
          </a:p>
          <a:p>
            <a:pPr marL="628650" lvl="1" indent="-171450">
              <a:buFont typeface="Arial" panose="020B0604020202020204" pitchFamily="34" charset="0"/>
              <a:buChar char="•"/>
            </a:pPr>
            <a:r>
              <a:rPr lang="vi-VN" b="1"/>
              <a:t>AdventureWorks2019AS</a:t>
            </a:r>
            <a:r>
              <a:rPr lang="vi-VN"/>
              <a:t>: Cơ sở dữ liệu dịch vụ phân tích</a:t>
            </a:r>
            <a:endParaRPr lang="en-US"/>
          </a:p>
        </p:txBody>
      </p:sp>
      <p:sp>
        <p:nvSpPr>
          <p:cNvPr id="4" name="Slide Number Placeholder 3"/>
          <p:cNvSpPr>
            <a:spLocks noGrp="1"/>
          </p:cNvSpPr>
          <p:nvPr>
            <p:ph type="sldNum" sz="quarter" idx="5"/>
          </p:nvPr>
        </p:nvSpPr>
        <p:spPr/>
        <p:txBody>
          <a:bodyPr/>
          <a:lstStyle/>
          <a:p>
            <a:fld id="{C4D39FEC-E6A8-45B2-8094-76E7218E84BB}" type="slidenum">
              <a:rPr lang="en-US" smtClean="0"/>
              <a:t>20</a:t>
            </a:fld>
            <a:endParaRPr lang="en-US"/>
          </a:p>
        </p:txBody>
      </p:sp>
    </p:spTree>
    <p:extLst>
      <p:ext uri="{BB962C8B-B14F-4D97-AF65-F5344CB8AC3E}">
        <p14:creationId xmlns:p14="http://schemas.microsoft.com/office/powerpoint/2010/main" val="26805351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Hiểu giao diện người dùng </a:t>
            </a:r>
            <a:r>
              <a:rPr lang="vi-VN" b="1" i="0"/>
              <a:t>SSMS</a:t>
            </a:r>
            <a:r>
              <a:rPr lang="en-US" b="1" i="0"/>
              <a:t> (SQL Server Management Studio)</a:t>
            </a:r>
          </a:p>
          <a:p>
            <a:pPr marL="171450" indent="-171450">
              <a:buFont typeface="Arial" panose="020B0604020202020204" pitchFamily="34" charset="0"/>
              <a:buChar char="•"/>
            </a:pPr>
            <a:r>
              <a:rPr lang="en-US" b="0" i="0"/>
              <a:t>SSMS hiển thị một số tùy chọn menu, thanh công cụ và panes</a:t>
            </a:r>
          </a:p>
          <a:p>
            <a:pPr marL="171450" indent="-171450">
              <a:buFont typeface="Arial" panose="020B0604020202020204" pitchFamily="34" charset="0"/>
              <a:buChar char="•"/>
            </a:pPr>
            <a:r>
              <a:rPr lang="vi-VN" b="0" i="0"/>
              <a:t>Nó hiển thị tất cả các đối tượng trong máy chủ ở định dạng bảng và cung cấp giao diện người dùng để quản lý chúng.</a:t>
            </a:r>
            <a:endParaRPr lang="en-US" b="0" i="0"/>
          </a:p>
          <a:p>
            <a:pPr marL="171450" indent="-171450">
              <a:buFont typeface="Arial" panose="020B0604020202020204" pitchFamily="34" charset="0"/>
              <a:buChar char="•"/>
            </a:pPr>
            <a:r>
              <a:rPr lang="en-US" b="0" i="0"/>
              <a:t>Khả năng của Object Explorer khác nhau tùy thuộc vào loại máy chủ.</a:t>
            </a:r>
          </a:p>
        </p:txBody>
      </p:sp>
      <p:sp>
        <p:nvSpPr>
          <p:cNvPr id="4" name="Slide Number Placeholder 3"/>
          <p:cNvSpPr>
            <a:spLocks noGrp="1"/>
          </p:cNvSpPr>
          <p:nvPr>
            <p:ph type="sldNum" sz="quarter" idx="5"/>
          </p:nvPr>
        </p:nvSpPr>
        <p:spPr/>
        <p:txBody>
          <a:bodyPr/>
          <a:lstStyle/>
          <a:p>
            <a:fld id="{C4D39FEC-E6A8-45B2-8094-76E7218E84BB}" type="slidenum">
              <a:rPr lang="en-US" smtClean="0"/>
              <a:t>21</a:t>
            </a:fld>
            <a:endParaRPr lang="en-US"/>
          </a:p>
        </p:txBody>
      </p:sp>
    </p:spTree>
    <p:extLst>
      <p:ext uri="{BB962C8B-B14F-4D97-AF65-F5344CB8AC3E}">
        <p14:creationId xmlns:p14="http://schemas.microsoft.com/office/powerpoint/2010/main" val="14342253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1"/>
              <a:t>Vai trò và cấu trúc của Object Explorer 1-2</a:t>
            </a:r>
          </a:p>
          <a:p>
            <a:pPr marL="171450" indent="-171450">
              <a:buFont typeface="Arial" panose="020B0604020202020204" pitchFamily="34" charset="0"/>
              <a:buChar char="•"/>
            </a:pPr>
            <a:r>
              <a:rPr lang="vi-VN"/>
              <a:t>Các thành phần khác nhau trong Object Explorer như sau:</a:t>
            </a:r>
            <a:endParaRPr lang="en-US"/>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sz="1200" b="1">
                <a:latin typeface="Calibri" pitchFamily="34" charset="0"/>
                <a:cs typeface="Calibri" pitchFamily="34" charset="0"/>
              </a:rPr>
              <a:t>Databases:</a:t>
            </a:r>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sz="1200" b="1">
                <a:latin typeface="Calibri" pitchFamily="34" charset="0"/>
                <a:cs typeface="Calibri" pitchFamily="34" charset="0"/>
              </a:rPr>
              <a:t>Security:</a:t>
            </a:r>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sz="1200" b="1">
                <a:latin typeface="Calibri" pitchFamily="34" charset="0"/>
                <a:cs typeface="Calibri" pitchFamily="34" charset="0"/>
              </a:rPr>
              <a:t>Server Objects</a:t>
            </a:r>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sz="1200" b="1">
                <a:latin typeface="Calibri" pitchFamily="34" charset="0"/>
                <a:cs typeface="Calibri" pitchFamily="34" charset="0"/>
              </a:rPr>
              <a:t>Replication: </a:t>
            </a:r>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sz="1200" b="1">
                <a:latin typeface="Calibri" pitchFamily="34" charset="0"/>
                <a:cs typeface="Calibri" pitchFamily="34" charset="0"/>
              </a:rPr>
              <a:t>AlwaysOn High Availability: </a:t>
            </a:r>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sz="1200" b="1">
                <a:latin typeface="Calibri" pitchFamily="34" charset="0"/>
                <a:cs typeface="Calibri" pitchFamily="34" charset="0"/>
              </a:rPr>
              <a:t>Management</a:t>
            </a:r>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sz="1200" b="1">
                <a:latin typeface="Calibri" pitchFamily="34" charset="0"/>
                <a:cs typeface="Calibri" pitchFamily="34" charset="0"/>
              </a:rPr>
              <a:t>Integration Services Catalogs</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sz="1200" b="1">
                <a:latin typeface="Calibri" pitchFamily="34" charset="0"/>
                <a:cs typeface="Calibri" pitchFamily="34" charset="0"/>
              </a:rPr>
              <a:t>Object Explorer </a:t>
            </a:r>
            <a:r>
              <a:rPr lang="vi-VN" sz="1200" b="0">
                <a:latin typeface="Calibri" pitchFamily="34" charset="0"/>
                <a:cs typeface="Calibri" pitchFamily="34" charset="0"/>
              </a:rPr>
              <a:t>có thể được truy cập thông qua </a:t>
            </a:r>
            <a:r>
              <a:rPr lang="vi-VN" sz="1200" b="1">
                <a:latin typeface="Calibri" pitchFamily="34" charset="0"/>
                <a:cs typeface="Calibri" pitchFamily="34" charset="0"/>
              </a:rPr>
              <a:t>SSMS</a:t>
            </a:r>
            <a:r>
              <a:rPr lang="vi-VN" sz="1200" b="0">
                <a:latin typeface="Calibri" pitchFamily="34" charset="0"/>
                <a:cs typeface="Calibri" pitchFamily="34" charset="0"/>
              </a:rPr>
              <a:t> bằng cách kết nối với máy chủ cơ sở dữ liệu</a:t>
            </a:r>
            <a:endParaRPr lang="en-US" sz="1200" b="0">
              <a:latin typeface="Calibri" pitchFamily="34" charset="0"/>
              <a:cs typeface="Calibri" pitchFamily="34" charset="0"/>
            </a:endParaRPr>
          </a:p>
        </p:txBody>
      </p:sp>
      <p:sp>
        <p:nvSpPr>
          <p:cNvPr id="4" name="Slide Number Placeholder 3"/>
          <p:cNvSpPr>
            <a:spLocks noGrp="1"/>
          </p:cNvSpPr>
          <p:nvPr>
            <p:ph type="sldNum" sz="quarter" idx="5"/>
          </p:nvPr>
        </p:nvSpPr>
        <p:spPr/>
        <p:txBody>
          <a:bodyPr/>
          <a:lstStyle/>
          <a:p>
            <a:fld id="{C4D39FEC-E6A8-45B2-8094-76E7218E84BB}" type="slidenum">
              <a:rPr lang="en-US" smtClean="0"/>
              <a:t>22</a:t>
            </a:fld>
            <a:endParaRPr lang="en-US"/>
          </a:p>
        </p:txBody>
      </p:sp>
    </p:spTree>
    <p:extLst>
      <p:ext uri="{BB962C8B-B14F-4D97-AF65-F5344CB8AC3E}">
        <p14:creationId xmlns:p14="http://schemas.microsoft.com/office/powerpoint/2010/main" val="365135162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1"/>
              <a:t>Vai trò và cấu trúc của Object Explorer 2-2</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sz="1200" b="1">
                <a:latin typeface="Calibri" pitchFamily="34" charset="0"/>
                <a:cs typeface="Calibri" pitchFamily="34" charset="0"/>
              </a:rPr>
              <a:t>Databases: </a:t>
            </a:r>
            <a:r>
              <a:rPr lang="vi-VN" sz="1200" b="0">
                <a:latin typeface="Calibri" pitchFamily="34" charset="0"/>
                <a:cs typeface="Calibri" pitchFamily="34" charset="0"/>
              </a:rPr>
              <a:t>Chứa một bộ sưu tập các cơ sở dữ liệu lưu trữ một tập hợp dữ liệu có cấu trúc cụ thể.</a:t>
            </a:r>
            <a:endParaRPr lang="en-US" sz="1200" b="0">
              <a:latin typeface="Calibri" pitchFamily="34" charset="0"/>
              <a:cs typeface="Calibri" pitchFamily="34" charset="0"/>
            </a:endParaRP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sz="1200" b="1">
                <a:latin typeface="Calibri" pitchFamily="34" charset="0"/>
                <a:cs typeface="Calibri" pitchFamily="34" charset="0"/>
              </a:rPr>
              <a:t>Security: </a:t>
            </a:r>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sz="1200" b="0">
                <a:latin typeface="Calibri" pitchFamily="34" charset="0"/>
                <a:cs typeface="Calibri" pitchFamily="34" charset="0"/>
              </a:rPr>
              <a:t>Được sử dụng để cung cấp cấu hình bảo mật linh hoạt và đáng tin cậy trong SQL Server 2012.</a:t>
            </a:r>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sz="1200" b="0">
                <a:latin typeface="Calibri" pitchFamily="34" charset="0"/>
                <a:cs typeface="Calibri" pitchFamily="34" charset="0"/>
              </a:rPr>
              <a:t>Bao gồm thông tin đăng nhập, vai trò, thông tin xác thực, kiểm toán, v.v.</a:t>
            </a:r>
            <a:endParaRPr lang="en-US" sz="1200" b="0">
              <a:latin typeface="Calibri" pitchFamily="34" charset="0"/>
              <a:cs typeface="Calibri" pitchFamily="34" charset="0"/>
            </a:endParaRP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sz="1200" b="1">
                <a:latin typeface="Calibri" pitchFamily="34" charset="0"/>
                <a:cs typeface="Calibri" pitchFamily="34" charset="0"/>
              </a:rPr>
              <a:t>Server Objects: </a:t>
            </a:r>
            <a:r>
              <a:rPr lang="vi-VN" sz="1200" b="0">
                <a:latin typeface="Calibri" pitchFamily="34" charset="0"/>
                <a:cs typeface="Calibri" pitchFamily="34" charset="0"/>
              </a:rPr>
              <a:t>Được sử dụng để theo dõi hoạt động trong máy tính chạy một thể hiện </a:t>
            </a:r>
            <a:r>
              <a:rPr lang="en-US" sz="1200" b="0">
                <a:latin typeface="Calibri" pitchFamily="34" charset="0"/>
                <a:cs typeface="Calibri" pitchFamily="34" charset="0"/>
              </a:rPr>
              <a:t>(</a:t>
            </a:r>
            <a:r>
              <a:rPr lang="en-US" sz="1200">
                <a:latin typeface="Calibri" pitchFamily="34" charset="0"/>
                <a:cs typeface="Calibri" pitchFamily="34" charset="0"/>
              </a:rPr>
              <a:t>instance</a:t>
            </a:r>
            <a:r>
              <a:rPr lang="en-US" sz="1200" b="0">
                <a:latin typeface="Calibri" pitchFamily="34" charset="0"/>
                <a:cs typeface="+mn-cs"/>
              </a:rPr>
              <a:t>) </a:t>
            </a:r>
            <a:r>
              <a:rPr lang="vi-VN" sz="1200" b="0">
                <a:latin typeface="Calibri" pitchFamily="34" charset="0"/>
                <a:cs typeface="Calibri" pitchFamily="34" charset="0"/>
              </a:rPr>
              <a:t>của SQL Server.</a:t>
            </a:r>
            <a:endParaRPr lang="en-US" sz="1200" b="0">
              <a:latin typeface="Calibri" pitchFamily="34" charset="0"/>
              <a:cs typeface="Calibri" pitchFamily="34" charset="0"/>
            </a:endParaRP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sz="1200" b="1">
                <a:latin typeface="Calibri" pitchFamily="34" charset="0"/>
                <a:cs typeface="Calibri" pitchFamily="34" charset="0"/>
              </a:rPr>
              <a:t>Replication: </a:t>
            </a:r>
            <a:r>
              <a:rPr lang="vi-VN" sz="1200" b="0">
                <a:latin typeface="Calibri" pitchFamily="34" charset="0"/>
                <a:cs typeface="Calibri" pitchFamily="34" charset="0"/>
              </a:rPr>
              <a:t>Được sử dụng để sao chép và phân phối dữ liệu và các đối tượng cơ sở dữ liệu từ cơ sở dữ liệu này sang cơ sở dữ liệu khác, sau đó, để đồng bộ hóa giữa các cơ sở dữ liệu để duy trì tính nhất quán.</a:t>
            </a:r>
            <a:endParaRPr lang="en-US" sz="1200" b="0">
              <a:latin typeface="Calibri" pitchFamily="34" charset="0"/>
              <a:cs typeface="Calibri" pitchFamily="34" charset="0"/>
            </a:endParaRP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sz="1200" b="1">
                <a:latin typeface="Calibri" pitchFamily="34" charset="0"/>
                <a:cs typeface="Calibri" pitchFamily="34" charset="0"/>
              </a:rPr>
              <a:t>AlwaysOn High Availability: </a:t>
            </a:r>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sz="1200" b="0">
                <a:latin typeface="Calibri" pitchFamily="34" charset="0"/>
                <a:cs typeface="Calibri" pitchFamily="34" charset="0"/>
              </a:rPr>
              <a:t>Được sử dụng để có sẵn cao và phục hồi thảm họa.</a:t>
            </a:r>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sz="1200" b="0">
                <a:latin typeface="Calibri" pitchFamily="34" charset="0"/>
                <a:cs typeface="Calibri" pitchFamily="34" charset="0"/>
              </a:rPr>
              <a:t>Thường được sử dụng cho các ứng dụng yêu cầu thời gian hoạt động cao và bảo vệ thất bại.</a:t>
            </a:r>
            <a:endParaRPr lang="en-US" sz="1200" b="0">
              <a:latin typeface="Calibri" pitchFamily="34" charset="0"/>
              <a:cs typeface="Calibri" pitchFamily="34" charset="0"/>
            </a:endParaRP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sz="1200" b="1">
                <a:latin typeface="Calibri" pitchFamily="34" charset="0"/>
                <a:cs typeface="Calibri" pitchFamily="34" charset="0"/>
              </a:rPr>
              <a:t>Management: </a:t>
            </a:r>
            <a:r>
              <a:rPr lang="vi-VN" sz="1200" b="0">
                <a:latin typeface="Calibri" pitchFamily="34" charset="0"/>
                <a:cs typeface="Calibri" pitchFamily="34" charset="0"/>
              </a:rPr>
              <a:t>Được sử dụng để quản lý các chính sách, tài nguyên, sự kiện, kế hoạch bảo trì, v.v.</a:t>
            </a:r>
            <a:endParaRPr lang="en-US" sz="1200" b="0">
              <a:latin typeface="Calibri" pitchFamily="34" charset="0"/>
              <a:cs typeface="Calibri" pitchFamily="34" charset="0"/>
            </a:endParaRP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sz="1200" b="1">
                <a:latin typeface="Calibri" pitchFamily="34" charset="0"/>
                <a:cs typeface="Calibri" pitchFamily="34" charset="0"/>
              </a:rPr>
              <a:t>Integration Services Catalogs: </a:t>
            </a:r>
            <a:r>
              <a:rPr lang="vi-VN" sz="1200" b="0">
                <a:latin typeface="Calibri" pitchFamily="34" charset="0"/>
                <a:cs typeface="Calibri" pitchFamily="34" charset="0"/>
              </a:rPr>
              <a:t>Lưu trữ tất cả các đối tượng của dự án sau khi dự án đã được triển khai.</a:t>
            </a:r>
            <a:endParaRPr lang="en-US" sz="1200" b="0">
              <a:latin typeface="Calibri" pitchFamily="34" charset="0"/>
              <a:cs typeface="Calibri" pitchFamily="34" charset="0"/>
            </a:endParaRP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sz="1200" b="1">
                <a:latin typeface="Calibri" pitchFamily="34" charset="0"/>
                <a:cs typeface="Calibri" pitchFamily="34" charset="0"/>
              </a:rPr>
              <a:t>Object Explorer </a:t>
            </a:r>
            <a:r>
              <a:rPr lang="vi-VN" sz="1200" b="0">
                <a:latin typeface="Calibri" pitchFamily="34" charset="0"/>
                <a:cs typeface="Calibri" pitchFamily="34" charset="0"/>
              </a:rPr>
              <a:t>có thể được truy cập thông qua </a:t>
            </a:r>
            <a:r>
              <a:rPr lang="vi-VN" sz="1200" b="1">
                <a:latin typeface="Calibri" pitchFamily="34" charset="0"/>
                <a:cs typeface="Calibri" pitchFamily="34" charset="0"/>
              </a:rPr>
              <a:t>SSMS</a:t>
            </a:r>
            <a:r>
              <a:rPr lang="vi-VN" sz="1200" b="0">
                <a:latin typeface="Calibri" pitchFamily="34" charset="0"/>
                <a:cs typeface="Calibri" pitchFamily="34" charset="0"/>
              </a:rPr>
              <a:t> bằng cách kết nối với máy chủ cơ sở dữ liệu</a:t>
            </a:r>
            <a:endParaRPr lang="en-US" sz="1200" b="0">
              <a:latin typeface="Calibri" pitchFamily="34" charset="0"/>
              <a:cs typeface="Calibri" pitchFamily="34" charset="0"/>
            </a:endParaRPr>
          </a:p>
        </p:txBody>
      </p:sp>
      <p:sp>
        <p:nvSpPr>
          <p:cNvPr id="4" name="Slide Number Placeholder 3"/>
          <p:cNvSpPr>
            <a:spLocks noGrp="1"/>
          </p:cNvSpPr>
          <p:nvPr>
            <p:ph type="sldNum" sz="quarter" idx="5"/>
          </p:nvPr>
        </p:nvSpPr>
        <p:spPr/>
        <p:txBody>
          <a:bodyPr/>
          <a:lstStyle/>
          <a:p>
            <a:fld id="{C4D39FEC-E6A8-45B2-8094-76E7218E84BB}" type="slidenum">
              <a:rPr lang="en-US" smtClean="0"/>
              <a:t>23</a:t>
            </a:fld>
            <a:endParaRPr lang="en-US"/>
          </a:p>
        </p:txBody>
      </p:sp>
    </p:spTree>
    <p:extLst>
      <p:ext uri="{BB962C8B-B14F-4D97-AF65-F5344CB8AC3E}">
        <p14:creationId xmlns:p14="http://schemas.microsoft.com/office/powerpoint/2010/main" val="234788905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Cửa sổ truy vấn</a:t>
            </a:r>
          </a:p>
          <a:p>
            <a:pPr marL="171450" indent="-171450">
              <a:buFont typeface="Arial" panose="020B0604020202020204" pitchFamily="34" charset="0"/>
              <a:buChar char="•"/>
            </a:pPr>
            <a:r>
              <a:rPr lang="vi-VN" b="0"/>
              <a:t>Cửa sổ truy vấn là khu vực nơi bạn có thể nhập </a:t>
            </a:r>
            <a:r>
              <a:rPr lang="vi-VN" b="1"/>
              <a:t>Transact-SQL (T-SQL)</a:t>
            </a:r>
            <a:r>
              <a:rPr lang="en-US" b="1"/>
              <a:t> </a:t>
            </a:r>
            <a:r>
              <a:rPr lang="vi-VN" b="0"/>
              <a:t>truy vấn. Kết quả của các truy vấn của bạn cũng xuất hiện trong cửa sổ này.</a:t>
            </a:r>
            <a:endParaRPr lang="en-US" b="0"/>
          </a:p>
        </p:txBody>
      </p:sp>
      <p:sp>
        <p:nvSpPr>
          <p:cNvPr id="4" name="Slide Number Placeholder 3"/>
          <p:cNvSpPr>
            <a:spLocks noGrp="1"/>
          </p:cNvSpPr>
          <p:nvPr>
            <p:ph type="sldNum" sz="quarter" idx="5"/>
          </p:nvPr>
        </p:nvSpPr>
        <p:spPr/>
        <p:txBody>
          <a:bodyPr/>
          <a:lstStyle/>
          <a:p>
            <a:fld id="{C4D39FEC-E6A8-45B2-8094-76E7218E84BB}" type="slidenum">
              <a:rPr lang="en-US" smtClean="0"/>
              <a:t>24</a:t>
            </a:fld>
            <a:endParaRPr lang="en-US"/>
          </a:p>
        </p:txBody>
      </p:sp>
    </p:spTree>
    <p:extLst>
      <p:ext uri="{BB962C8B-B14F-4D97-AF65-F5344CB8AC3E}">
        <p14:creationId xmlns:p14="http://schemas.microsoft.com/office/powerpoint/2010/main" val="12293203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Tạo và tổ chức tập tin kịch bản 1-2</a:t>
            </a:r>
          </a:p>
          <a:p>
            <a:pPr marL="171450" indent="-171450">
              <a:buFont typeface="Arial" panose="020B0604020202020204" pitchFamily="34" charset="0"/>
              <a:buChar char="•"/>
            </a:pPr>
            <a:r>
              <a:rPr lang="en-US" b="0"/>
              <a:t>Tập tin tập lệnh là các tập tin có chứa một tập hợp các lệnh SQL.</a:t>
            </a:r>
          </a:p>
          <a:p>
            <a:pPr marL="171450" indent="-171450">
              <a:buFont typeface="Arial" panose="020B0604020202020204" pitchFamily="34" charset="0"/>
              <a:buChar char="•"/>
            </a:pPr>
            <a:r>
              <a:rPr lang="en-US" b="0"/>
              <a:t>Một tập tin kịch bản có thể chứa một hoặc nhiều câu lệnh SQL.</a:t>
            </a:r>
          </a:p>
          <a:p>
            <a:pPr marL="171450" indent="-171450">
              <a:buFont typeface="Arial" panose="020B0604020202020204" pitchFamily="34" charset="0"/>
              <a:buChar char="•"/>
            </a:pPr>
            <a:r>
              <a:rPr lang="vi-VN" b="0"/>
              <a:t>Các t</a:t>
            </a:r>
            <a:r>
              <a:rPr lang="en-US" b="0"/>
              <a:t>ậ</a:t>
            </a:r>
            <a:r>
              <a:rPr lang="vi-VN" b="0"/>
              <a:t>p </a:t>
            </a:r>
            <a:r>
              <a:rPr lang="en-US" b="0"/>
              <a:t>tin </a:t>
            </a:r>
            <a:r>
              <a:rPr lang="vi-VN" b="0"/>
              <a:t>tập lệnh được lưu trữ ở định dạng </a:t>
            </a:r>
            <a:r>
              <a:rPr lang="vi-VN" b="1"/>
              <a:t>.sql </a:t>
            </a:r>
            <a:r>
              <a:rPr lang="vi-VN" b="0"/>
              <a:t>trong SQL Server 2012.</a:t>
            </a:r>
            <a:endParaRPr lang="en-US" b="0"/>
          </a:p>
          <a:p>
            <a:pPr marL="171450" indent="-171450">
              <a:buFont typeface="Arial" panose="020B0604020202020204" pitchFamily="34" charset="0"/>
              <a:buChar char="•"/>
            </a:pPr>
            <a:r>
              <a:rPr lang="vi-VN" b="0"/>
              <a:t>Các lớp khái niệm trong đó các t</a:t>
            </a:r>
            <a:r>
              <a:rPr lang="en-US" b="0"/>
              <a:t>ậ</a:t>
            </a:r>
            <a:r>
              <a:rPr lang="vi-VN" b="0"/>
              <a:t>p </a:t>
            </a:r>
            <a:r>
              <a:rPr lang="en-US" b="0"/>
              <a:t>tin </a:t>
            </a:r>
            <a:r>
              <a:rPr lang="vi-VN" b="0"/>
              <a:t>tập lệnh phải được tổ chức được hiển thị trong hình dưới đây:</a:t>
            </a:r>
            <a:endParaRPr lang="en-US" b="0"/>
          </a:p>
        </p:txBody>
      </p:sp>
      <p:sp>
        <p:nvSpPr>
          <p:cNvPr id="4" name="Slide Number Placeholder 3"/>
          <p:cNvSpPr>
            <a:spLocks noGrp="1"/>
          </p:cNvSpPr>
          <p:nvPr>
            <p:ph type="sldNum" sz="quarter" idx="5"/>
          </p:nvPr>
        </p:nvSpPr>
        <p:spPr/>
        <p:txBody>
          <a:bodyPr/>
          <a:lstStyle/>
          <a:p>
            <a:fld id="{C4D39FEC-E6A8-45B2-8094-76E7218E84BB}" type="slidenum">
              <a:rPr lang="en-US" smtClean="0"/>
              <a:t>25</a:t>
            </a:fld>
            <a:endParaRPr lang="en-US"/>
          </a:p>
        </p:txBody>
      </p:sp>
    </p:spTree>
    <p:extLst>
      <p:ext uri="{BB962C8B-B14F-4D97-AF65-F5344CB8AC3E}">
        <p14:creationId xmlns:p14="http://schemas.microsoft.com/office/powerpoint/2010/main" val="128549632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Tạo và tổ chức tập tin kịch bản 2-2</a:t>
            </a:r>
          </a:p>
        </p:txBody>
      </p:sp>
      <p:sp>
        <p:nvSpPr>
          <p:cNvPr id="4" name="Slide Number Placeholder 3"/>
          <p:cNvSpPr>
            <a:spLocks noGrp="1"/>
          </p:cNvSpPr>
          <p:nvPr>
            <p:ph type="sldNum" sz="quarter" idx="5"/>
          </p:nvPr>
        </p:nvSpPr>
        <p:spPr/>
        <p:txBody>
          <a:bodyPr/>
          <a:lstStyle/>
          <a:p>
            <a:fld id="{C4D39FEC-E6A8-45B2-8094-76E7218E84BB}" type="slidenum">
              <a:rPr lang="en-US" smtClean="0"/>
              <a:t>26</a:t>
            </a:fld>
            <a:endParaRPr lang="en-US"/>
          </a:p>
        </p:txBody>
      </p:sp>
    </p:spTree>
    <p:extLst>
      <p:ext uri="{BB962C8B-B14F-4D97-AF65-F5344CB8AC3E}">
        <p14:creationId xmlns:p14="http://schemas.microsoft.com/office/powerpoint/2010/main" val="21289238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Truy vấn Transact-SQL</a:t>
            </a:r>
          </a:p>
          <a:p>
            <a:pPr marL="171450" indent="-171450">
              <a:buFont typeface="Arial" panose="020B0604020202020204" pitchFamily="34" charset="0"/>
              <a:buChar char="•"/>
            </a:pPr>
            <a:r>
              <a:rPr lang="vi-VN" b="0"/>
              <a:t>Các truy vấn được gõ trong </a:t>
            </a:r>
            <a:r>
              <a:rPr lang="vi-VN" b="1"/>
              <a:t>Transact-SQL</a:t>
            </a:r>
            <a:r>
              <a:rPr lang="vi-VN" b="0"/>
              <a:t> và được lưu dưới dạng t</a:t>
            </a:r>
            <a:r>
              <a:rPr lang="en-US" b="0"/>
              <a:t>ậ</a:t>
            </a:r>
            <a:r>
              <a:rPr lang="vi-VN" b="0"/>
              <a:t>p </a:t>
            </a:r>
            <a:r>
              <a:rPr lang="en-US" b="0"/>
              <a:t>tin </a:t>
            </a:r>
            <a:r>
              <a:rPr lang="vi-VN" b="1"/>
              <a:t>.sql </a:t>
            </a:r>
            <a:r>
              <a:rPr lang="vi-VN" b="0"/>
              <a:t>có thể được thực thi trực tiếp trong cửa sổ truy vấn SSMS.</a:t>
            </a:r>
          </a:p>
          <a:p>
            <a:pPr marL="171450" indent="-171450">
              <a:buFont typeface="Arial" panose="020B0604020202020204" pitchFamily="34" charset="0"/>
              <a:buChar char="•"/>
            </a:pPr>
            <a:r>
              <a:rPr lang="vi-VN" b="0"/>
              <a:t>Các bước để thực hiện các truy vấn Transact-SQL như sau:</a:t>
            </a:r>
            <a:endParaRPr lang="en-US" b="0"/>
          </a:p>
          <a:p>
            <a:pPr marL="628650" lvl="1" indent="-171450">
              <a:buFont typeface="Arial" panose="020B0604020202020204" pitchFamily="34" charset="0"/>
              <a:buChar char="•"/>
            </a:pPr>
            <a:r>
              <a:rPr lang="vi-VN" b="0"/>
              <a:t>Trong cửa sổ truy vấn, mã chọn sẽ được thực thi</a:t>
            </a:r>
            <a:endParaRPr lang="en-US" b="0"/>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0"/>
              <a:t>Trên thanh công cụ SSMS, bấm </a:t>
            </a:r>
            <a:r>
              <a:rPr lang="en-US" sz="1200" b="1">
                <a:latin typeface="Calibri" pitchFamily="34" charset="0"/>
                <a:cs typeface="Calibri" pitchFamily="34" charset="0"/>
              </a:rPr>
              <a:t>Execute</a:t>
            </a:r>
            <a:r>
              <a:rPr lang="en-US" b="0"/>
              <a:t> HOẶC</a:t>
            </a:r>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0"/>
              <a:t>Trên menu </a:t>
            </a:r>
            <a:r>
              <a:rPr lang="en-US" sz="1200" b="1">
                <a:latin typeface="Calibri" pitchFamily="34" charset="0"/>
                <a:cs typeface="Calibri" pitchFamily="34" charset="0"/>
              </a:rPr>
              <a:t>Query</a:t>
            </a:r>
            <a:r>
              <a:rPr lang="en-US" b="0"/>
              <a:t> bấm </a:t>
            </a:r>
            <a:r>
              <a:rPr lang="en-US" sz="1200" b="1">
                <a:latin typeface="Calibri" pitchFamily="34" charset="0"/>
                <a:cs typeface="Calibri" pitchFamily="34" charset="0"/>
              </a:rPr>
              <a:t>Execute</a:t>
            </a:r>
            <a:r>
              <a:rPr lang="en-US" b="0"/>
              <a:t> HOẶC</a:t>
            </a:r>
          </a:p>
          <a:p>
            <a:pPr marL="628650" lvl="1" indent="-171450">
              <a:buFont typeface="Arial" panose="020B0604020202020204" pitchFamily="34" charset="0"/>
              <a:buChar char="•"/>
            </a:pPr>
            <a:r>
              <a:rPr lang="en-US" b="0"/>
              <a:t>Nhấn </a:t>
            </a:r>
            <a:r>
              <a:rPr lang="en-US" b="1"/>
              <a:t>F5</a:t>
            </a:r>
            <a:r>
              <a:rPr lang="en-US" b="0"/>
              <a:t> hoặc </a:t>
            </a:r>
            <a:r>
              <a:rPr lang="en-US" b="1"/>
              <a:t>ALT + X </a:t>
            </a:r>
            <a:r>
              <a:rPr lang="en-US" b="0"/>
              <a:t>hoặc </a:t>
            </a:r>
            <a:r>
              <a:rPr lang="en-US" b="1"/>
              <a:t>CTRL + E</a:t>
            </a:r>
          </a:p>
          <a:p>
            <a:pPr marL="171450" lvl="0" indent="-171450">
              <a:buFont typeface="Arial" panose="020B0604020202020204" pitchFamily="34" charset="0"/>
              <a:buChar char="•"/>
            </a:pPr>
            <a:r>
              <a:rPr lang="vi-VN" b="0"/>
              <a:t>Kết quả truy vấn có thể được hiển thị theo ba định dạng khác nhau. Ba định dạng có sẵn là lưới, văn bản và chế độ xem t</a:t>
            </a:r>
            <a:r>
              <a:rPr lang="en-US" b="0"/>
              <a:t>ậ</a:t>
            </a:r>
            <a:r>
              <a:rPr lang="vi-VN" b="0"/>
              <a:t>p</a:t>
            </a:r>
            <a:r>
              <a:rPr lang="en-US" b="0"/>
              <a:t> tin</a:t>
            </a:r>
            <a:r>
              <a:rPr lang="vi-VN" b="0"/>
              <a:t>.</a:t>
            </a:r>
            <a:endParaRPr lang="en-US" b="0"/>
          </a:p>
        </p:txBody>
      </p:sp>
      <p:sp>
        <p:nvSpPr>
          <p:cNvPr id="4" name="Slide Number Placeholder 3"/>
          <p:cNvSpPr>
            <a:spLocks noGrp="1"/>
          </p:cNvSpPr>
          <p:nvPr>
            <p:ph type="sldNum" sz="quarter" idx="5"/>
          </p:nvPr>
        </p:nvSpPr>
        <p:spPr/>
        <p:txBody>
          <a:bodyPr/>
          <a:lstStyle/>
          <a:p>
            <a:fld id="{C4D39FEC-E6A8-45B2-8094-76E7218E84BB}" type="slidenum">
              <a:rPr lang="en-US" smtClean="0"/>
              <a:t>27</a:t>
            </a:fld>
            <a:endParaRPr lang="en-US"/>
          </a:p>
        </p:txBody>
      </p:sp>
    </p:spTree>
    <p:extLst>
      <p:ext uri="{BB962C8B-B14F-4D97-AF65-F5344CB8AC3E}">
        <p14:creationId xmlns:p14="http://schemas.microsoft.com/office/powerpoint/2010/main" val="25949769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Tóm lược</a:t>
            </a:r>
            <a:endParaRPr lang="en-US" b="1"/>
          </a:p>
          <a:p>
            <a:pPr marL="171450" indent="-171450">
              <a:buFont typeface="Arial" panose="020B0604020202020204" pitchFamily="34" charset="0"/>
              <a:buChar char="•"/>
            </a:pPr>
            <a:r>
              <a:rPr lang="vi-VN" b="0"/>
              <a:t>Kiến trúc cơ bản của SQL Server 201</a:t>
            </a:r>
            <a:r>
              <a:rPr lang="en-US" b="0"/>
              <a:t>9</a:t>
            </a:r>
            <a:r>
              <a:rPr lang="vi-VN" b="0"/>
              <a:t> bao gồm các công cụ, dịch vụ và </a:t>
            </a:r>
            <a:r>
              <a:rPr lang="en-US" sz="1200">
                <a:latin typeface="Calibri" pitchFamily="34" charset="0"/>
                <a:cs typeface="Calibri" pitchFamily="34" charset="0"/>
              </a:rPr>
              <a:t>Instances</a:t>
            </a:r>
            <a:r>
              <a:rPr lang="vi-VN" b="0"/>
              <a:t>.</a:t>
            </a:r>
          </a:p>
          <a:p>
            <a:pPr marL="171450" indent="-171450">
              <a:buFont typeface="Arial" panose="020B0604020202020204" pitchFamily="34" charset="0"/>
              <a:buChar char="•"/>
            </a:pPr>
            <a:r>
              <a:rPr lang="en-US" b="0"/>
              <a:t>3</a:t>
            </a:r>
            <a:r>
              <a:rPr lang="vi-VN" b="0"/>
              <a:t> phiên bản SQL Server là </a:t>
            </a:r>
            <a:r>
              <a:rPr lang="vi-VN" b="1"/>
              <a:t>Enterprise</a:t>
            </a:r>
            <a:r>
              <a:rPr lang="vi-VN" b="0"/>
              <a:t>, </a:t>
            </a:r>
            <a:r>
              <a:rPr lang="vi-VN" b="1"/>
              <a:t>Standard</a:t>
            </a:r>
            <a:r>
              <a:rPr lang="vi-VN" b="0"/>
              <a:t> và </a:t>
            </a:r>
            <a:r>
              <a:rPr lang="en-US" b="1" spc="60"/>
              <a:t>Enterprise</a:t>
            </a:r>
            <a:r>
              <a:rPr lang="vi-VN" b="0"/>
              <a:t>.</a:t>
            </a:r>
          </a:p>
          <a:p>
            <a:pPr marL="171450" indent="-171450">
              <a:buFont typeface="Arial" panose="020B0604020202020204" pitchFamily="34" charset="0"/>
              <a:buChar char="•"/>
            </a:pPr>
            <a:r>
              <a:rPr lang="vi-VN" b="0"/>
              <a:t>Cấu trúc của </a:t>
            </a:r>
            <a:r>
              <a:rPr lang="en-US" b="1" spc="90"/>
              <a:t>Object </a:t>
            </a:r>
            <a:r>
              <a:rPr lang="en-US" b="1" spc="60"/>
              <a:t>Explorer </a:t>
            </a:r>
            <a:r>
              <a:rPr lang="vi-VN" b="0"/>
              <a:t>bao gồm các cơ sở dữ liệu, bảo mật, đối tượng máy chủ, sao lại, luôn luôn có sẵn, quản lý, danh mục dịch vụ tích hợp, v.v.</a:t>
            </a:r>
          </a:p>
          <a:p>
            <a:pPr marL="171450" indent="-171450">
              <a:buFont typeface="Arial" panose="020B0604020202020204" pitchFamily="34" charset="0"/>
              <a:buChar char="•"/>
            </a:pPr>
            <a:r>
              <a:rPr lang="vi-VN" b="0"/>
              <a:t>SSMS được sử dụng để kết nối với các </a:t>
            </a:r>
            <a:r>
              <a:rPr lang="vi-VN" b="1"/>
              <a:t>SQL Server</a:t>
            </a:r>
            <a:r>
              <a:rPr lang="en-US" b="1"/>
              <a:t> </a:t>
            </a:r>
            <a:r>
              <a:rPr lang="en-US" sz="1200" b="1">
                <a:latin typeface="Calibri" pitchFamily="34" charset="0"/>
                <a:cs typeface="Calibri" pitchFamily="34" charset="0"/>
              </a:rPr>
              <a:t>Instances</a:t>
            </a:r>
            <a:r>
              <a:rPr lang="vi-VN" b="0"/>
              <a:t>.</a:t>
            </a:r>
            <a:r>
              <a:rPr lang="en-US" b="0"/>
              <a:t> </a:t>
            </a:r>
            <a:r>
              <a:rPr lang="vi-VN" b="0"/>
              <a:t>SSMS là một công cụ được sử dụng để phát triển, truy vấn và quản lý cơ sở dữ liệu.</a:t>
            </a:r>
          </a:p>
          <a:p>
            <a:pPr marL="171450" indent="-171450">
              <a:buFont typeface="Arial" panose="020B0604020202020204" pitchFamily="34" charset="0"/>
              <a:buChar char="•"/>
            </a:pPr>
            <a:r>
              <a:rPr lang="vi-VN" b="0"/>
              <a:t>Các t</a:t>
            </a:r>
            <a:r>
              <a:rPr lang="en-US" b="0"/>
              <a:t>ậ</a:t>
            </a:r>
            <a:r>
              <a:rPr lang="vi-VN" b="0"/>
              <a:t>p </a:t>
            </a:r>
            <a:r>
              <a:rPr lang="en-US" b="0"/>
              <a:t>tin </a:t>
            </a:r>
            <a:r>
              <a:rPr lang="vi-VN" b="0"/>
              <a:t>tập lệnh phải được lưu trong định dạng </a:t>
            </a:r>
            <a:r>
              <a:rPr lang="vi-VN" b="1"/>
              <a:t>.sql </a:t>
            </a:r>
            <a:r>
              <a:rPr lang="vi-VN" b="0"/>
              <a:t>trong SQL Server 201</a:t>
            </a:r>
            <a:r>
              <a:rPr lang="en-US" b="0"/>
              <a:t>9</a:t>
            </a:r>
            <a:r>
              <a:rPr lang="vi-VN" b="0"/>
              <a:t>.</a:t>
            </a:r>
          </a:p>
          <a:p>
            <a:pPr marL="171450" indent="-171450">
              <a:buFont typeface="Arial" panose="020B0604020202020204" pitchFamily="34" charset="0"/>
              <a:buChar char="•"/>
            </a:pPr>
            <a:r>
              <a:rPr lang="vi-VN" b="0"/>
              <a:t>Các truy vấn được gõ trong </a:t>
            </a:r>
            <a:r>
              <a:rPr lang="vi-VN" b="1"/>
              <a:t>Transact-SQL</a:t>
            </a:r>
            <a:r>
              <a:rPr lang="vi-VN" b="0"/>
              <a:t> và được lưu dưới dạng t</a:t>
            </a:r>
            <a:r>
              <a:rPr lang="en-US" b="0"/>
              <a:t>ậ</a:t>
            </a:r>
            <a:r>
              <a:rPr lang="vi-VN" b="0"/>
              <a:t>p</a:t>
            </a:r>
            <a:r>
              <a:rPr lang="en-US" b="0"/>
              <a:t> tin </a:t>
            </a:r>
            <a:r>
              <a:rPr lang="vi-VN" b="1"/>
              <a:t>.sql </a:t>
            </a:r>
            <a:r>
              <a:rPr lang="vi-VN" b="0"/>
              <a:t>có thể được thực thi trực tiếp vào cửa sổ truy vấn SSMS.</a:t>
            </a:r>
            <a:endParaRPr lang="en-US" b="0"/>
          </a:p>
        </p:txBody>
      </p:sp>
      <p:sp>
        <p:nvSpPr>
          <p:cNvPr id="4" name="Slide Number Placeholder 3"/>
          <p:cNvSpPr>
            <a:spLocks noGrp="1"/>
          </p:cNvSpPr>
          <p:nvPr>
            <p:ph type="sldNum" sz="quarter" idx="5"/>
          </p:nvPr>
        </p:nvSpPr>
        <p:spPr/>
        <p:txBody>
          <a:bodyPr/>
          <a:lstStyle/>
          <a:p>
            <a:fld id="{C4D39FEC-E6A8-45B2-8094-76E7218E84BB}" type="slidenum">
              <a:rPr lang="en-US" smtClean="0"/>
              <a:t>28</a:t>
            </a:fld>
            <a:endParaRPr lang="en-US"/>
          </a:p>
        </p:txBody>
      </p:sp>
    </p:spTree>
    <p:extLst>
      <p:ext uri="{BB962C8B-B14F-4D97-AF65-F5344CB8AC3E}">
        <p14:creationId xmlns:p14="http://schemas.microsoft.com/office/powerpoint/2010/main" val="13496935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83540" y="15493"/>
            <a:ext cx="8376919" cy="635635"/>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200" b="0" i="1">
                <a:solidFill>
                  <a:schemeClr val="tx1"/>
                </a:solidFill>
                <a:latin typeface="Palatino Linotype"/>
                <a:cs typeface="Palatino Linotype"/>
              </a:defRPr>
            </a:lvl1p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10/12/2021</a:t>
            </a:fld>
            <a:endParaRPr lang="en-US"/>
          </a:p>
        </p:txBody>
      </p:sp>
      <p:sp>
        <p:nvSpPr>
          <p:cNvPr id="6" name="Holder 6"/>
          <p:cNvSpPr>
            <a:spLocks noGrp="1"/>
          </p:cNvSpPr>
          <p:nvPr>
            <p:ph type="sldNum" sz="quarter" idx="7"/>
          </p:nvPr>
        </p:nvSpPr>
        <p:spPr/>
        <p:txBody>
          <a:bodyPr lIns="0" tIns="0" rIns="0" bIns="0"/>
          <a:lstStyle>
            <a:lvl1pPr>
              <a:defRPr sz="1200" b="0" i="0">
                <a:solidFill>
                  <a:schemeClr val="tx1"/>
                </a:solidFill>
                <a:latin typeface="Times New Roman"/>
                <a:cs typeface="Times New Roman"/>
              </a:defRPr>
            </a:lvl1pPr>
          </a:lstStyle>
          <a:p>
            <a:pPr marL="12700">
              <a:lnSpc>
                <a:spcPct val="100000"/>
              </a:lnSpc>
              <a:spcBef>
                <a:spcPts val="145"/>
              </a:spcBef>
            </a:pPr>
            <a:r>
              <a:rPr sz="1800" spc="52" baseline="4629" dirty="0"/>
              <a:t>Session </a:t>
            </a:r>
            <a:r>
              <a:rPr sz="1800" spc="37" baseline="4629" dirty="0"/>
              <a:t>3/</a:t>
            </a:r>
            <a:r>
              <a:rPr sz="1800" spc="-270" baseline="4629" dirty="0"/>
              <a:t> </a:t>
            </a:r>
            <a:fld id="{81D60167-4931-47E6-BA6A-407CBD079E47}" type="slidenum">
              <a:rPr sz="1200" spc="-5" dirty="0"/>
              <a:t>‹#›</a:t>
            </a:fld>
            <a:endParaRPr sz="12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bg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0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200" b="0" i="1">
                <a:solidFill>
                  <a:schemeClr val="tx1"/>
                </a:solidFill>
                <a:latin typeface="Palatino Linotype"/>
                <a:cs typeface="Palatino Linotype"/>
              </a:defRPr>
            </a:lvl1p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10/12/2021</a:t>
            </a:fld>
            <a:endParaRPr lang="en-US"/>
          </a:p>
        </p:txBody>
      </p:sp>
      <p:sp>
        <p:nvSpPr>
          <p:cNvPr id="6" name="Holder 6"/>
          <p:cNvSpPr>
            <a:spLocks noGrp="1"/>
          </p:cNvSpPr>
          <p:nvPr>
            <p:ph type="sldNum" sz="quarter" idx="7"/>
          </p:nvPr>
        </p:nvSpPr>
        <p:spPr/>
        <p:txBody>
          <a:bodyPr lIns="0" tIns="0" rIns="0" bIns="0"/>
          <a:lstStyle>
            <a:lvl1pPr>
              <a:defRPr sz="1200" b="0" i="0">
                <a:solidFill>
                  <a:schemeClr val="tx1"/>
                </a:solidFill>
                <a:latin typeface="Times New Roman"/>
                <a:cs typeface="Times New Roman"/>
              </a:defRPr>
            </a:lvl1pPr>
          </a:lstStyle>
          <a:p>
            <a:pPr marL="12700">
              <a:lnSpc>
                <a:spcPct val="100000"/>
              </a:lnSpc>
              <a:spcBef>
                <a:spcPts val="145"/>
              </a:spcBef>
            </a:pPr>
            <a:r>
              <a:rPr sz="1800" spc="52" baseline="4629" dirty="0"/>
              <a:t>Session </a:t>
            </a:r>
            <a:r>
              <a:rPr sz="1800" spc="37" baseline="4629" dirty="0"/>
              <a:t>3/</a:t>
            </a:r>
            <a:r>
              <a:rPr sz="1800" spc="-270" baseline="4629" dirty="0"/>
              <a:t> </a:t>
            </a:r>
            <a:fld id="{81D60167-4931-47E6-BA6A-407CBD079E47}" type="slidenum">
              <a:rPr sz="1200" spc="-5" dirty="0"/>
              <a:t>‹#›</a:t>
            </a:fld>
            <a:endParaRPr sz="120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bg1"/>
                </a:solidFill>
                <a:latin typeface="Times New Roman"/>
                <a:cs typeface="Times New Roman"/>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0" i="1">
                <a:solidFill>
                  <a:schemeClr val="tx1"/>
                </a:solidFill>
                <a:latin typeface="Palatino Linotype"/>
                <a:cs typeface="Palatino Linotype"/>
              </a:defRPr>
            </a:lvl1p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10/12/2021</a:t>
            </a:fld>
            <a:endParaRPr lang="en-US"/>
          </a:p>
        </p:txBody>
      </p:sp>
      <p:sp>
        <p:nvSpPr>
          <p:cNvPr id="7" name="Holder 7"/>
          <p:cNvSpPr>
            <a:spLocks noGrp="1"/>
          </p:cNvSpPr>
          <p:nvPr>
            <p:ph type="sldNum" sz="quarter" idx="7"/>
          </p:nvPr>
        </p:nvSpPr>
        <p:spPr/>
        <p:txBody>
          <a:bodyPr lIns="0" tIns="0" rIns="0" bIns="0"/>
          <a:lstStyle>
            <a:lvl1pPr>
              <a:defRPr sz="1200" b="0" i="0">
                <a:solidFill>
                  <a:schemeClr val="tx1"/>
                </a:solidFill>
                <a:latin typeface="Times New Roman"/>
                <a:cs typeface="Times New Roman"/>
              </a:defRPr>
            </a:lvl1pPr>
          </a:lstStyle>
          <a:p>
            <a:pPr marL="12700">
              <a:lnSpc>
                <a:spcPct val="100000"/>
              </a:lnSpc>
              <a:spcBef>
                <a:spcPts val="145"/>
              </a:spcBef>
            </a:pPr>
            <a:r>
              <a:rPr sz="1800" spc="52" baseline="4629" dirty="0"/>
              <a:t>Session </a:t>
            </a:r>
            <a:r>
              <a:rPr sz="1800" spc="37" baseline="4629" dirty="0"/>
              <a:t>3/</a:t>
            </a:r>
            <a:r>
              <a:rPr sz="1800" spc="-270" baseline="4629" dirty="0"/>
              <a:t> </a:t>
            </a:r>
            <a:fld id="{81D60167-4931-47E6-BA6A-407CBD079E47}" type="slidenum">
              <a:rPr sz="1200" spc="-5" dirty="0"/>
              <a:t>‹#›</a:t>
            </a:fld>
            <a:endParaRPr sz="120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bg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200" b="0" i="1">
                <a:solidFill>
                  <a:schemeClr val="tx1"/>
                </a:solidFill>
                <a:latin typeface="Palatino Linotype"/>
                <a:cs typeface="Palatino Linotype"/>
              </a:defRPr>
            </a:lvl1p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10/12/2021</a:t>
            </a:fld>
            <a:endParaRPr lang="en-US"/>
          </a:p>
        </p:txBody>
      </p:sp>
      <p:sp>
        <p:nvSpPr>
          <p:cNvPr id="5" name="Holder 5"/>
          <p:cNvSpPr>
            <a:spLocks noGrp="1"/>
          </p:cNvSpPr>
          <p:nvPr>
            <p:ph type="sldNum" sz="quarter" idx="7"/>
          </p:nvPr>
        </p:nvSpPr>
        <p:spPr/>
        <p:txBody>
          <a:bodyPr lIns="0" tIns="0" rIns="0" bIns="0"/>
          <a:lstStyle>
            <a:lvl1pPr>
              <a:defRPr sz="1200" b="0" i="0">
                <a:solidFill>
                  <a:schemeClr val="tx1"/>
                </a:solidFill>
                <a:latin typeface="Times New Roman"/>
                <a:cs typeface="Times New Roman"/>
              </a:defRPr>
            </a:lvl1pPr>
          </a:lstStyle>
          <a:p>
            <a:pPr marL="12700">
              <a:lnSpc>
                <a:spcPct val="100000"/>
              </a:lnSpc>
              <a:spcBef>
                <a:spcPts val="145"/>
              </a:spcBef>
            </a:pPr>
            <a:r>
              <a:rPr sz="1800" spc="52" baseline="4629" dirty="0"/>
              <a:t>Session </a:t>
            </a:r>
            <a:r>
              <a:rPr sz="1800" spc="37" baseline="4629" dirty="0"/>
              <a:t>3/</a:t>
            </a:r>
            <a:r>
              <a:rPr sz="1800" spc="-270" baseline="4629" dirty="0"/>
              <a:t> </a:t>
            </a:r>
            <a:fld id="{81D60167-4931-47E6-BA6A-407CBD079E47}" type="slidenum">
              <a:rPr sz="1200" spc="-5" dirty="0"/>
              <a:t>‹#›</a:t>
            </a:fld>
            <a:endParaRPr sz="120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1">
                <a:solidFill>
                  <a:schemeClr val="tx1"/>
                </a:solidFill>
                <a:latin typeface="Palatino Linotype"/>
                <a:cs typeface="Palatino Linotype"/>
              </a:defRPr>
            </a:lvl1p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10/12/2021</a:t>
            </a:fld>
            <a:endParaRPr lang="en-US"/>
          </a:p>
        </p:txBody>
      </p:sp>
      <p:sp>
        <p:nvSpPr>
          <p:cNvPr id="4" name="Holder 4"/>
          <p:cNvSpPr>
            <a:spLocks noGrp="1"/>
          </p:cNvSpPr>
          <p:nvPr>
            <p:ph type="sldNum" sz="quarter" idx="7"/>
          </p:nvPr>
        </p:nvSpPr>
        <p:spPr/>
        <p:txBody>
          <a:bodyPr lIns="0" tIns="0" rIns="0" bIns="0"/>
          <a:lstStyle>
            <a:lvl1pPr>
              <a:defRPr sz="1200" b="0" i="0">
                <a:solidFill>
                  <a:schemeClr val="tx1"/>
                </a:solidFill>
                <a:latin typeface="Times New Roman"/>
                <a:cs typeface="Times New Roman"/>
              </a:defRPr>
            </a:lvl1pPr>
          </a:lstStyle>
          <a:p>
            <a:pPr marL="12700">
              <a:lnSpc>
                <a:spcPct val="100000"/>
              </a:lnSpc>
              <a:spcBef>
                <a:spcPts val="145"/>
              </a:spcBef>
            </a:pPr>
            <a:r>
              <a:rPr sz="1800" spc="52" baseline="4629" dirty="0"/>
              <a:t>Session </a:t>
            </a:r>
            <a:r>
              <a:rPr sz="1800" spc="37" baseline="4629" dirty="0"/>
              <a:t>3/</a:t>
            </a:r>
            <a:r>
              <a:rPr sz="1800" spc="-270" baseline="4629" dirty="0"/>
              <a:t> </a:t>
            </a:r>
            <a:fld id="{81D60167-4931-47E6-BA6A-407CBD079E47}" type="slidenum">
              <a:rPr sz="1200" spc="-5" dirty="0"/>
              <a:t>‹#›</a:t>
            </a:fld>
            <a:endParaRPr sz="120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9144000" cy="6857999"/>
          </a:xfrm>
          <a:prstGeom prst="rect">
            <a:avLst/>
          </a:prstGeom>
        </p:spPr>
      </p:pic>
      <p:sp>
        <p:nvSpPr>
          <p:cNvPr id="17" name="bg object 17"/>
          <p:cNvSpPr/>
          <p:nvPr/>
        </p:nvSpPr>
        <p:spPr>
          <a:xfrm>
            <a:off x="0" y="0"/>
            <a:ext cx="9144000" cy="762000"/>
          </a:xfrm>
          <a:custGeom>
            <a:avLst/>
            <a:gdLst/>
            <a:ahLst/>
            <a:cxnLst/>
            <a:rect l="l" t="t" r="r" b="b"/>
            <a:pathLst>
              <a:path w="9144000" h="762000">
                <a:moveTo>
                  <a:pt x="9144000" y="0"/>
                </a:moveTo>
                <a:lnTo>
                  <a:pt x="0" y="0"/>
                </a:lnTo>
                <a:lnTo>
                  <a:pt x="0" y="762000"/>
                </a:lnTo>
                <a:lnTo>
                  <a:pt x="9144000" y="762000"/>
                </a:lnTo>
                <a:lnTo>
                  <a:pt x="9144000" y="0"/>
                </a:lnTo>
                <a:close/>
              </a:path>
            </a:pathLst>
          </a:custGeom>
          <a:solidFill>
            <a:srgbClr val="964705"/>
          </a:solidFill>
        </p:spPr>
        <p:txBody>
          <a:bodyPr wrap="square" lIns="0" tIns="0" rIns="0" bIns="0" rtlCol="0"/>
          <a:lstStyle/>
          <a:p>
            <a:endParaRPr/>
          </a:p>
        </p:txBody>
      </p:sp>
      <p:sp>
        <p:nvSpPr>
          <p:cNvPr id="2" name="Holder 2"/>
          <p:cNvSpPr>
            <a:spLocks noGrp="1"/>
          </p:cNvSpPr>
          <p:nvPr>
            <p:ph type="title"/>
          </p:nvPr>
        </p:nvSpPr>
        <p:spPr>
          <a:xfrm>
            <a:off x="3050539" y="1882140"/>
            <a:ext cx="4544059" cy="1146175"/>
          </a:xfrm>
          <a:prstGeom prst="rect">
            <a:avLst/>
          </a:prstGeom>
        </p:spPr>
        <p:txBody>
          <a:bodyPr wrap="square" lIns="0" tIns="0" rIns="0" bIns="0">
            <a:spAutoFit/>
          </a:bodyPr>
          <a:lstStyle>
            <a:lvl1pPr>
              <a:defRPr sz="3600" b="1" i="0">
                <a:solidFill>
                  <a:schemeClr val="bg1"/>
                </a:solidFill>
                <a:latin typeface="Times New Roman"/>
                <a:cs typeface="Times New Roman"/>
              </a:defRPr>
            </a:lvl1pPr>
          </a:lstStyle>
          <a:p>
            <a:endParaRPr/>
          </a:p>
        </p:txBody>
      </p:sp>
      <p:sp>
        <p:nvSpPr>
          <p:cNvPr id="3" name="Holder 3"/>
          <p:cNvSpPr>
            <a:spLocks noGrp="1"/>
          </p:cNvSpPr>
          <p:nvPr>
            <p:ph type="body" idx="1"/>
          </p:nvPr>
        </p:nvSpPr>
        <p:spPr>
          <a:xfrm>
            <a:off x="383540" y="1125473"/>
            <a:ext cx="8453120" cy="3683635"/>
          </a:xfrm>
          <a:prstGeom prst="rect">
            <a:avLst/>
          </a:prstGeom>
        </p:spPr>
        <p:txBody>
          <a:bodyPr wrap="square" lIns="0" tIns="0" rIns="0" bIns="0">
            <a:spAutoFit/>
          </a:bodyPr>
          <a:lstStyle>
            <a:lvl1pPr>
              <a:defRPr sz="20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78739" y="6607809"/>
            <a:ext cx="892810" cy="245109"/>
          </a:xfrm>
          <a:prstGeom prst="rect">
            <a:avLst/>
          </a:prstGeom>
        </p:spPr>
        <p:txBody>
          <a:bodyPr wrap="square" lIns="0" tIns="0" rIns="0" bIns="0">
            <a:spAutoFit/>
          </a:bodyPr>
          <a:lstStyle>
            <a:lvl1pPr>
              <a:defRPr sz="1200" b="0" i="1">
                <a:solidFill>
                  <a:schemeClr val="tx1"/>
                </a:solidFill>
                <a:latin typeface="Palatino Linotype"/>
                <a:cs typeface="Palatino Linotype"/>
              </a:defRPr>
            </a:lvl1p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10/12/2021</a:t>
            </a:fld>
            <a:endParaRPr lang="en-US"/>
          </a:p>
        </p:txBody>
      </p:sp>
      <p:sp>
        <p:nvSpPr>
          <p:cNvPr id="6" name="Holder 6"/>
          <p:cNvSpPr>
            <a:spLocks noGrp="1"/>
          </p:cNvSpPr>
          <p:nvPr>
            <p:ph type="sldNum" sz="quarter" idx="7"/>
          </p:nvPr>
        </p:nvSpPr>
        <p:spPr>
          <a:xfrm>
            <a:off x="7924800" y="6569709"/>
            <a:ext cx="892809" cy="256540"/>
          </a:xfrm>
          <a:prstGeom prst="rect">
            <a:avLst/>
          </a:prstGeom>
        </p:spPr>
        <p:txBody>
          <a:bodyPr wrap="square" lIns="0" tIns="0" rIns="0" bIns="0">
            <a:spAutoFit/>
          </a:bodyPr>
          <a:lstStyle>
            <a:lvl1pPr>
              <a:defRPr sz="1200" b="0" i="0">
                <a:solidFill>
                  <a:schemeClr val="tx1"/>
                </a:solidFill>
                <a:latin typeface="Times New Roman"/>
                <a:cs typeface="Times New Roman"/>
              </a:defRPr>
            </a:lvl1pPr>
          </a:lstStyle>
          <a:p>
            <a:pPr marL="12700">
              <a:lnSpc>
                <a:spcPct val="100000"/>
              </a:lnSpc>
              <a:spcBef>
                <a:spcPts val="145"/>
              </a:spcBef>
            </a:pPr>
            <a:r>
              <a:rPr sz="1800" spc="52" baseline="4629" dirty="0"/>
              <a:t>Session </a:t>
            </a:r>
            <a:r>
              <a:rPr sz="1800" spc="37" baseline="4629" dirty="0"/>
              <a:t>3/</a:t>
            </a:r>
            <a:r>
              <a:rPr sz="1800" spc="-270" baseline="4629" dirty="0"/>
              <a:t> </a:t>
            </a:r>
            <a:fld id="{81D60167-4931-47E6-BA6A-407CBD079E47}" type="slidenum">
              <a:rPr sz="1200" spc="-5" dirty="0"/>
              <a:t>‹#›</a:t>
            </a:fld>
            <a:endParaRPr sz="120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8.jp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1.jp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0.jp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3.jpg"/></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1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20.xml.rels><?xml version="1.0" encoding="UTF-8" standalone="yes"?>
<Relationships xmlns="http://schemas.openxmlformats.org/package/2006/relationships"><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jpg"/><Relationship Id="rId4" Type="http://schemas.openxmlformats.org/officeDocument/2006/relationships/image" Target="../media/image40.png"/></Relationships>
</file>

<file path=ppt/slides/_rels/slide21.xml.rels><?xml version="1.0" encoding="UTF-8" standalone="yes"?>
<Relationships xmlns="http://schemas.openxmlformats.org/package/2006/relationships"><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2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51.jpg"/><Relationship Id="rId4" Type="http://schemas.openxmlformats.org/officeDocument/2006/relationships/image" Target="../media/image50.png"/></Relationships>
</file>

<file path=ppt/slides/_rels/slide2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53.jp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54.jpg"/><Relationship Id="rId4" Type="http://schemas.openxmlformats.org/officeDocument/2006/relationships/image" Target="../media/image45.png"/></Relationships>
</file>

<file path=ppt/slides/_rels/slide26.xml.rels><?xml version="1.0" encoding="UTF-8" standalone="yes"?>
<Relationships xmlns="http://schemas.openxmlformats.org/package/2006/relationships"><Relationship Id="rId3" Type="http://schemas.openxmlformats.org/officeDocument/2006/relationships/image" Target="../media/image55.jp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44.png"/><Relationship Id="rId7" Type="http://schemas.openxmlformats.org/officeDocument/2006/relationships/image" Target="../media/image58.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45.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0" cy="6858000"/>
            <a:chOff x="0" y="0"/>
            <a:chExt cx="9144000" cy="6858000"/>
          </a:xfrm>
        </p:grpSpPr>
        <p:sp>
          <p:nvSpPr>
            <p:cNvPr id="3" name="object 3"/>
            <p:cNvSpPr/>
            <p:nvPr/>
          </p:nvSpPr>
          <p:spPr>
            <a:xfrm>
              <a:off x="17525" y="3810000"/>
              <a:ext cx="9126855" cy="3048000"/>
            </a:xfrm>
            <a:custGeom>
              <a:avLst/>
              <a:gdLst/>
              <a:ahLst/>
              <a:cxnLst/>
              <a:rect l="l" t="t" r="r" b="b"/>
              <a:pathLst>
                <a:path w="9126855" h="3048000">
                  <a:moveTo>
                    <a:pt x="9126474" y="0"/>
                  </a:moveTo>
                  <a:lnTo>
                    <a:pt x="0" y="0"/>
                  </a:lnTo>
                  <a:lnTo>
                    <a:pt x="0" y="3047999"/>
                  </a:lnTo>
                  <a:lnTo>
                    <a:pt x="9126474" y="3048000"/>
                  </a:lnTo>
                  <a:lnTo>
                    <a:pt x="9126474" y="0"/>
                  </a:lnTo>
                  <a:close/>
                </a:path>
              </a:pathLst>
            </a:custGeom>
            <a:solidFill>
              <a:srgbClr val="DFAA85">
                <a:alpha val="66665"/>
              </a:srgbClr>
            </a:solidFill>
          </p:spPr>
          <p:txBody>
            <a:bodyPr wrap="square" lIns="0" tIns="0" rIns="0" bIns="0" rtlCol="0"/>
            <a:lstStyle/>
            <a:p>
              <a:endParaRPr/>
            </a:p>
          </p:txBody>
        </p:sp>
        <p:pic>
          <p:nvPicPr>
            <p:cNvPr id="4" name="object 4"/>
            <p:cNvPicPr/>
            <p:nvPr/>
          </p:nvPicPr>
          <p:blipFill>
            <a:blip r:embed="rId3" cstate="print"/>
            <a:stretch>
              <a:fillRect/>
            </a:stretch>
          </p:blipFill>
          <p:spPr>
            <a:xfrm>
              <a:off x="1161288" y="0"/>
              <a:ext cx="7982711" cy="3928110"/>
            </a:xfrm>
            <a:prstGeom prst="rect">
              <a:avLst/>
            </a:prstGeom>
          </p:spPr>
        </p:pic>
        <p:pic>
          <p:nvPicPr>
            <p:cNvPr id="5" name="object 5"/>
            <p:cNvPicPr/>
            <p:nvPr/>
          </p:nvPicPr>
          <p:blipFill>
            <a:blip r:embed="rId4" cstate="print"/>
            <a:stretch>
              <a:fillRect/>
            </a:stretch>
          </p:blipFill>
          <p:spPr>
            <a:xfrm>
              <a:off x="0" y="0"/>
              <a:ext cx="2615946" cy="3932681"/>
            </a:xfrm>
            <a:prstGeom prst="rect">
              <a:avLst/>
            </a:prstGeom>
          </p:spPr>
        </p:pic>
      </p:grpSp>
      <p:sp>
        <p:nvSpPr>
          <p:cNvPr id="6" name="object 6"/>
          <p:cNvSpPr txBox="1"/>
          <p:nvPr/>
        </p:nvSpPr>
        <p:spPr>
          <a:xfrm>
            <a:off x="1107186" y="4147173"/>
            <a:ext cx="6960234" cy="1999614"/>
          </a:xfrm>
          <a:prstGeom prst="rect">
            <a:avLst/>
          </a:prstGeom>
        </p:spPr>
        <p:txBody>
          <a:bodyPr vert="horz" wrap="square" lIns="0" tIns="77470" rIns="0" bIns="0" rtlCol="0">
            <a:spAutoFit/>
          </a:bodyPr>
          <a:lstStyle/>
          <a:p>
            <a:pPr marL="335280">
              <a:lnSpc>
                <a:spcPct val="100000"/>
              </a:lnSpc>
              <a:spcBef>
                <a:spcPts val="610"/>
              </a:spcBef>
            </a:pPr>
            <a:r>
              <a:rPr sz="2800" b="1" dirty="0">
                <a:latin typeface="Book Antiqua"/>
                <a:cs typeface="Book Antiqua"/>
              </a:rPr>
              <a:t>Session:</a:t>
            </a:r>
            <a:r>
              <a:rPr sz="2800" b="1" spc="-5" dirty="0">
                <a:latin typeface="Book Antiqua"/>
                <a:cs typeface="Book Antiqua"/>
              </a:rPr>
              <a:t> </a:t>
            </a:r>
            <a:r>
              <a:rPr sz="2800" b="1" dirty="0">
                <a:latin typeface="Book Antiqua"/>
                <a:cs typeface="Book Antiqua"/>
              </a:rPr>
              <a:t>3</a:t>
            </a:r>
            <a:endParaRPr sz="2800">
              <a:latin typeface="Book Antiqua"/>
              <a:cs typeface="Book Antiqua"/>
            </a:endParaRPr>
          </a:p>
          <a:p>
            <a:pPr marL="2910205" marR="5080" indent="-2898140">
              <a:lnSpc>
                <a:spcPct val="101000"/>
              </a:lnSpc>
              <a:spcBef>
                <a:spcPts val="765"/>
              </a:spcBef>
            </a:pPr>
            <a:r>
              <a:rPr sz="4500" b="1" i="1" spc="-5" dirty="0">
                <a:latin typeface="Book Antiqua"/>
                <a:cs typeface="Book Antiqua"/>
              </a:rPr>
              <a:t>Introduction to SQL</a:t>
            </a:r>
            <a:r>
              <a:rPr sz="4500" b="1" i="1" spc="-100" dirty="0">
                <a:latin typeface="Book Antiqua"/>
                <a:cs typeface="Book Antiqua"/>
              </a:rPr>
              <a:t> </a:t>
            </a:r>
            <a:r>
              <a:rPr sz="4500" b="1" i="1" spc="-5" dirty="0">
                <a:latin typeface="Book Antiqua"/>
                <a:cs typeface="Book Antiqua"/>
              </a:rPr>
              <a:t>Server  </a:t>
            </a:r>
            <a:r>
              <a:rPr sz="4500" b="1" i="1" dirty="0">
                <a:latin typeface="Book Antiqua"/>
                <a:cs typeface="Book Antiqua"/>
              </a:rPr>
              <a:t>2019</a:t>
            </a:r>
            <a:endParaRPr sz="4500">
              <a:latin typeface="Book Antiqua"/>
              <a:cs typeface="Book Antiqua"/>
            </a:endParaRPr>
          </a:p>
        </p:txBody>
      </p:sp>
      <p:sp>
        <p:nvSpPr>
          <p:cNvPr id="7" name="object 7"/>
          <p:cNvSpPr txBox="1"/>
          <p:nvPr/>
        </p:nvSpPr>
        <p:spPr>
          <a:xfrm>
            <a:off x="4305808" y="1333500"/>
            <a:ext cx="2033905" cy="574040"/>
          </a:xfrm>
          <a:prstGeom prst="rect">
            <a:avLst/>
          </a:prstGeom>
        </p:spPr>
        <p:txBody>
          <a:bodyPr vert="horz" wrap="square" lIns="0" tIns="12700" rIns="0" bIns="0" rtlCol="0">
            <a:spAutoFit/>
          </a:bodyPr>
          <a:lstStyle/>
          <a:p>
            <a:pPr marL="12700">
              <a:lnSpc>
                <a:spcPct val="100000"/>
              </a:lnSpc>
              <a:spcBef>
                <a:spcPts val="100"/>
              </a:spcBef>
            </a:pPr>
            <a:r>
              <a:rPr sz="3600" b="1" spc="-5" dirty="0">
                <a:solidFill>
                  <a:srgbClr val="FFFFFF"/>
                </a:solidFill>
                <a:latin typeface="Times New Roman"/>
                <a:cs typeface="Times New Roman"/>
              </a:rPr>
              <a:t>Intelligent</a:t>
            </a:r>
            <a:endParaRPr sz="3600">
              <a:latin typeface="Times New Roman"/>
              <a:cs typeface="Times New Roman"/>
            </a:endParaRPr>
          </a:p>
        </p:txBody>
      </p:sp>
      <p:sp>
        <p:nvSpPr>
          <p:cNvPr id="8" name="object 8"/>
          <p:cNvSpPr txBox="1">
            <a:spLocks noGrp="1"/>
          </p:cNvSpPr>
          <p:nvPr>
            <p:ph type="title"/>
          </p:nvPr>
        </p:nvSpPr>
        <p:spPr>
          <a:prstGeom prst="rect">
            <a:avLst/>
          </a:prstGeom>
        </p:spPr>
        <p:txBody>
          <a:bodyPr vert="horz" wrap="square" lIns="0" tIns="2540" rIns="0" bIns="0" rtlCol="0">
            <a:spAutoFit/>
          </a:bodyPr>
          <a:lstStyle/>
          <a:p>
            <a:pPr marL="1134110" marR="5080" indent="-1122045">
              <a:lnSpc>
                <a:spcPts val="4500"/>
              </a:lnSpc>
              <a:spcBef>
                <a:spcPts val="20"/>
              </a:spcBef>
            </a:pPr>
            <a:r>
              <a:rPr spc="-30" dirty="0"/>
              <a:t>Data </a:t>
            </a:r>
            <a:r>
              <a:rPr spc="-35" dirty="0"/>
              <a:t>Management</a:t>
            </a:r>
            <a:r>
              <a:rPr spc="-434" dirty="0"/>
              <a:t> </a:t>
            </a:r>
            <a:r>
              <a:rPr spc="45" dirty="0"/>
              <a:t>with  </a:t>
            </a:r>
            <a:r>
              <a:rPr spc="10" dirty="0"/>
              <a:t>SQL</a:t>
            </a:r>
            <a:r>
              <a:rPr spc="-204" dirty="0"/>
              <a:t> </a:t>
            </a:r>
            <a:r>
              <a:rPr spc="-45" dirty="0"/>
              <a:t>Server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2367280" cy="635635"/>
          </a:xfrm>
          <a:prstGeom prst="rect">
            <a:avLst/>
          </a:prstGeom>
        </p:spPr>
        <p:txBody>
          <a:bodyPr vert="horz" wrap="square" lIns="0" tIns="12700" rIns="0" bIns="0" rtlCol="0">
            <a:spAutoFit/>
          </a:bodyPr>
          <a:lstStyle/>
          <a:p>
            <a:pPr marL="12700">
              <a:lnSpc>
                <a:spcPct val="100000"/>
              </a:lnSpc>
              <a:spcBef>
                <a:spcPts val="100"/>
              </a:spcBef>
            </a:pPr>
            <a:r>
              <a:rPr sz="4000" b="0" spc="130" dirty="0">
                <a:latin typeface="Times New Roman"/>
                <a:cs typeface="Times New Roman"/>
              </a:rPr>
              <a:t>Objectives</a:t>
            </a:r>
            <a:endParaRPr sz="4000">
              <a:latin typeface="Times New Roman"/>
              <a:cs typeface="Times New Roman"/>
            </a:endParaRPr>
          </a:p>
        </p:txBody>
      </p:sp>
      <p:sp>
        <p:nvSpPr>
          <p:cNvPr id="5" name="object 5"/>
          <p:cNvSpPr txBox="1"/>
          <p:nvPr/>
        </p:nvSpPr>
        <p:spPr>
          <a:xfrm>
            <a:off x="7924800" y="6569709"/>
            <a:ext cx="872490" cy="256540"/>
          </a:xfrm>
          <a:prstGeom prst="rect">
            <a:avLst/>
          </a:prstGeom>
        </p:spPr>
        <p:txBody>
          <a:bodyPr vert="horz" wrap="square" lIns="0" tIns="18415" rIns="0" bIns="0" rtlCol="0">
            <a:spAutoFit/>
          </a:bodyPr>
          <a:lstStyle/>
          <a:p>
            <a:pPr marL="12700">
              <a:lnSpc>
                <a:spcPct val="100000"/>
              </a:lnSpc>
              <a:spcBef>
                <a:spcPts val="145"/>
              </a:spcBef>
            </a:pPr>
            <a:r>
              <a:rPr sz="1800" spc="52" baseline="4629" dirty="0">
                <a:latin typeface="Times New Roman"/>
                <a:cs typeface="Times New Roman"/>
              </a:rPr>
              <a:t>Session </a:t>
            </a:r>
            <a:r>
              <a:rPr sz="1800" spc="37" baseline="4629" dirty="0">
                <a:latin typeface="Times New Roman"/>
                <a:cs typeface="Times New Roman"/>
              </a:rPr>
              <a:t>3/</a:t>
            </a:r>
            <a:r>
              <a:rPr sz="1800" spc="-277" baseline="4629" dirty="0">
                <a:latin typeface="Times New Roman"/>
                <a:cs typeface="Times New Roman"/>
              </a:rPr>
              <a:t> </a:t>
            </a:r>
            <a:fld id="{81D60167-4931-47E6-BA6A-407CBD079E47}" type="slidenum">
              <a:rPr sz="1200" spc="-80" dirty="0">
                <a:latin typeface="Times New Roman"/>
                <a:cs typeface="Times New Roman"/>
              </a:rPr>
              <a:t>2</a:t>
            </a:fld>
            <a:endParaRPr sz="1200">
              <a:latin typeface="Times New Roman"/>
              <a:cs typeface="Times New Roman"/>
            </a:endParaRPr>
          </a:p>
        </p:txBody>
      </p:sp>
      <p:sp>
        <p:nvSpPr>
          <p:cNvPr id="6" name="object 6"/>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3" name="object 3"/>
          <p:cNvSpPr txBox="1"/>
          <p:nvPr/>
        </p:nvSpPr>
        <p:spPr>
          <a:xfrm>
            <a:off x="383540" y="1115567"/>
            <a:ext cx="8072755" cy="3691890"/>
          </a:xfrm>
          <a:prstGeom prst="rect">
            <a:avLst/>
          </a:prstGeom>
        </p:spPr>
        <p:txBody>
          <a:bodyPr vert="horz" wrap="square" lIns="0" tIns="12700" rIns="0" bIns="0" rtlCol="0">
            <a:spAutoFit/>
          </a:bodyPr>
          <a:lstStyle/>
          <a:p>
            <a:pPr marL="353695" indent="-341630">
              <a:lnSpc>
                <a:spcPct val="100000"/>
              </a:lnSpc>
              <a:spcBef>
                <a:spcPts val="100"/>
              </a:spcBef>
              <a:buFont typeface="Calibri"/>
              <a:buChar char="●"/>
              <a:tabLst>
                <a:tab pos="353695" algn="l"/>
                <a:tab pos="354330" algn="l"/>
              </a:tabLst>
            </a:pPr>
            <a:r>
              <a:rPr sz="2400" spc="65" dirty="0">
                <a:latin typeface="Times New Roman"/>
                <a:cs typeface="Times New Roman"/>
              </a:rPr>
              <a:t>Describe</a:t>
            </a:r>
            <a:r>
              <a:rPr sz="2400" spc="-110" dirty="0">
                <a:latin typeface="Times New Roman"/>
                <a:cs typeface="Times New Roman"/>
              </a:rPr>
              <a:t> </a:t>
            </a:r>
            <a:r>
              <a:rPr sz="2400" spc="125" dirty="0">
                <a:latin typeface="Times New Roman"/>
                <a:cs typeface="Times New Roman"/>
              </a:rPr>
              <a:t>an</a:t>
            </a:r>
            <a:r>
              <a:rPr sz="2400" spc="-90" dirty="0">
                <a:latin typeface="Times New Roman"/>
                <a:cs typeface="Times New Roman"/>
              </a:rPr>
              <a:t> </a:t>
            </a:r>
            <a:r>
              <a:rPr sz="2400" spc="60" dirty="0">
                <a:latin typeface="Times New Roman"/>
                <a:cs typeface="Times New Roman"/>
              </a:rPr>
              <a:t>overview</a:t>
            </a:r>
            <a:r>
              <a:rPr sz="2400" spc="-100" dirty="0">
                <a:latin typeface="Times New Roman"/>
                <a:cs typeface="Times New Roman"/>
              </a:rPr>
              <a:t> </a:t>
            </a:r>
            <a:r>
              <a:rPr sz="2400" spc="70" dirty="0">
                <a:latin typeface="Times New Roman"/>
                <a:cs typeface="Times New Roman"/>
              </a:rPr>
              <a:t>of</a:t>
            </a:r>
            <a:r>
              <a:rPr sz="2400" spc="-95" dirty="0">
                <a:latin typeface="Times New Roman"/>
                <a:cs typeface="Times New Roman"/>
              </a:rPr>
              <a:t> </a:t>
            </a:r>
            <a:r>
              <a:rPr sz="2400" spc="120" dirty="0">
                <a:latin typeface="Times New Roman"/>
                <a:cs typeface="Times New Roman"/>
              </a:rPr>
              <a:t>SQL</a:t>
            </a:r>
            <a:r>
              <a:rPr sz="2400" spc="-100" dirty="0">
                <a:latin typeface="Times New Roman"/>
                <a:cs typeface="Times New Roman"/>
              </a:rPr>
              <a:t> </a:t>
            </a:r>
            <a:r>
              <a:rPr sz="2400" spc="75" dirty="0">
                <a:latin typeface="Times New Roman"/>
                <a:cs typeface="Times New Roman"/>
              </a:rPr>
              <a:t>Server</a:t>
            </a:r>
            <a:r>
              <a:rPr sz="2400" spc="-110" dirty="0">
                <a:latin typeface="Times New Roman"/>
                <a:cs typeface="Times New Roman"/>
              </a:rPr>
              <a:t> 2019</a:t>
            </a:r>
            <a:endParaRPr sz="2400">
              <a:latin typeface="Times New Roman"/>
              <a:cs typeface="Times New Roman"/>
            </a:endParaRPr>
          </a:p>
          <a:p>
            <a:pPr marL="353695" marR="5080" indent="-341630">
              <a:lnSpc>
                <a:spcPct val="100000"/>
              </a:lnSpc>
              <a:spcBef>
                <a:spcPts val="5"/>
              </a:spcBef>
              <a:buFont typeface="Calibri"/>
              <a:buChar char="●"/>
              <a:tabLst>
                <a:tab pos="353695" algn="l"/>
                <a:tab pos="354330" algn="l"/>
                <a:tab pos="1652905" algn="l"/>
                <a:tab pos="2455545" algn="l"/>
                <a:tab pos="4185920" algn="l"/>
                <a:tab pos="4826635" algn="l"/>
                <a:tab pos="5944235" algn="l"/>
                <a:tab pos="7017384" algn="l"/>
                <a:tab pos="7438390" algn="l"/>
              </a:tabLst>
            </a:pPr>
            <a:r>
              <a:rPr sz="2400" spc="135" dirty="0">
                <a:latin typeface="Times New Roman"/>
                <a:cs typeface="Times New Roman"/>
              </a:rPr>
              <a:t>D</a:t>
            </a:r>
            <a:r>
              <a:rPr sz="2400" spc="70" dirty="0">
                <a:latin typeface="Times New Roman"/>
                <a:cs typeface="Times New Roman"/>
              </a:rPr>
              <a:t>e</a:t>
            </a:r>
            <a:r>
              <a:rPr sz="2400" spc="50" dirty="0">
                <a:latin typeface="Times New Roman"/>
                <a:cs typeface="Times New Roman"/>
              </a:rPr>
              <a:t>scribe</a:t>
            </a:r>
            <a:r>
              <a:rPr sz="2400" dirty="0">
                <a:latin typeface="Times New Roman"/>
                <a:cs typeface="Times New Roman"/>
              </a:rPr>
              <a:t>	</a:t>
            </a:r>
            <a:r>
              <a:rPr sz="2400" spc="35" dirty="0">
                <a:latin typeface="Times New Roman"/>
                <a:cs typeface="Times New Roman"/>
              </a:rPr>
              <a:t>basic</a:t>
            </a:r>
            <a:r>
              <a:rPr sz="2400" dirty="0">
                <a:latin typeface="Times New Roman"/>
                <a:cs typeface="Times New Roman"/>
              </a:rPr>
              <a:t>	</a:t>
            </a:r>
            <a:r>
              <a:rPr sz="2400" spc="80" dirty="0">
                <a:latin typeface="Times New Roman"/>
                <a:cs typeface="Times New Roman"/>
              </a:rPr>
              <a:t>arch</a:t>
            </a:r>
            <a:r>
              <a:rPr sz="2400" spc="60" dirty="0">
                <a:latin typeface="Times New Roman"/>
                <a:cs typeface="Times New Roman"/>
              </a:rPr>
              <a:t>i</a:t>
            </a:r>
            <a:r>
              <a:rPr sz="2400" spc="95" dirty="0">
                <a:latin typeface="Times New Roman"/>
                <a:cs typeface="Times New Roman"/>
              </a:rPr>
              <a:t>tect</a:t>
            </a:r>
            <a:r>
              <a:rPr sz="2400" spc="110" dirty="0">
                <a:latin typeface="Times New Roman"/>
                <a:cs typeface="Times New Roman"/>
              </a:rPr>
              <a:t>ure</a:t>
            </a:r>
            <a:r>
              <a:rPr sz="2400" dirty="0">
                <a:latin typeface="Times New Roman"/>
                <a:cs typeface="Times New Roman"/>
              </a:rPr>
              <a:t>	</a:t>
            </a:r>
            <a:r>
              <a:rPr sz="2400" spc="130" dirty="0">
                <a:latin typeface="Times New Roman"/>
                <a:cs typeface="Times New Roman"/>
              </a:rPr>
              <a:t>an</a:t>
            </a:r>
            <a:r>
              <a:rPr sz="2400" spc="140" dirty="0">
                <a:latin typeface="Times New Roman"/>
                <a:cs typeface="Times New Roman"/>
              </a:rPr>
              <a:t>d</a:t>
            </a:r>
            <a:r>
              <a:rPr sz="2400" dirty="0">
                <a:latin typeface="Times New Roman"/>
                <a:cs typeface="Times New Roman"/>
              </a:rPr>
              <a:t>	</a:t>
            </a:r>
            <a:r>
              <a:rPr sz="2400" spc="75" dirty="0">
                <a:latin typeface="Times New Roman"/>
                <a:cs typeface="Times New Roman"/>
              </a:rPr>
              <a:t>ve</a:t>
            </a:r>
            <a:r>
              <a:rPr sz="2400" spc="40" dirty="0">
                <a:latin typeface="Times New Roman"/>
                <a:cs typeface="Times New Roman"/>
              </a:rPr>
              <a:t>r</a:t>
            </a:r>
            <a:r>
              <a:rPr sz="2400" spc="85" dirty="0">
                <a:latin typeface="Times New Roman"/>
                <a:cs typeface="Times New Roman"/>
              </a:rPr>
              <a:t>sion</a:t>
            </a:r>
            <a:r>
              <a:rPr sz="2400" dirty="0">
                <a:latin typeface="Times New Roman"/>
                <a:cs typeface="Times New Roman"/>
              </a:rPr>
              <a:t>	</a:t>
            </a:r>
            <a:r>
              <a:rPr sz="2400" spc="85" dirty="0">
                <a:latin typeface="Times New Roman"/>
                <a:cs typeface="Times New Roman"/>
              </a:rPr>
              <a:t>history</a:t>
            </a:r>
            <a:r>
              <a:rPr sz="2400" dirty="0">
                <a:latin typeface="Times New Roman"/>
                <a:cs typeface="Times New Roman"/>
              </a:rPr>
              <a:t>	</a:t>
            </a:r>
            <a:r>
              <a:rPr sz="2400" spc="70" dirty="0">
                <a:latin typeface="Times New Roman"/>
                <a:cs typeface="Times New Roman"/>
              </a:rPr>
              <a:t>of</a:t>
            </a:r>
            <a:r>
              <a:rPr sz="2400" dirty="0">
                <a:latin typeface="Times New Roman"/>
                <a:cs typeface="Times New Roman"/>
              </a:rPr>
              <a:t>	</a:t>
            </a:r>
            <a:r>
              <a:rPr sz="2400" spc="85" dirty="0">
                <a:latin typeface="Times New Roman"/>
                <a:cs typeface="Times New Roman"/>
              </a:rPr>
              <a:t>SQL  </a:t>
            </a:r>
            <a:r>
              <a:rPr sz="2400" spc="70" dirty="0">
                <a:latin typeface="Times New Roman"/>
                <a:cs typeface="Times New Roman"/>
              </a:rPr>
              <a:t>Server</a:t>
            </a:r>
            <a:r>
              <a:rPr sz="2400" spc="-110" dirty="0">
                <a:latin typeface="Times New Roman"/>
                <a:cs typeface="Times New Roman"/>
              </a:rPr>
              <a:t> 2019</a:t>
            </a:r>
            <a:endParaRPr sz="2400">
              <a:latin typeface="Times New Roman"/>
              <a:cs typeface="Times New Roman"/>
            </a:endParaRPr>
          </a:p>
          <a:p>
            <a:pPr marL="353695" indent="-341630">
              <a:lnSpc>
                <a:spcPct val="100000"/>
              </a:lnSpc>
              <a:buFont typeface="Calibri"/>
              <a:buChar char="●"/>
              <a:tabLst>
                <a:tab pos="353695" algn="l"/>
                <a:tab pos="354330" algn="l"/>
              </a:tabLst>
            </a:pPr>
            <a:r>
              <a:rPr sz="2400" spc="130" dirty="0">
                <a:latin typeface="Times New Roman"/>
                <a:cs typeface="Times New Roman"/>
              </a:rPr>
              <a:t>Outline</a:t>
            </a:r>
            <a:r>
              <a:rPr sz="2400" spc="-75" dirty="0">
                <a:latin typeface="Times New Roman"/>
                <a:cs typeface="Times New Roman"/>
              </a:rPr>
              <a:t> </a:t>
            </a:r>
            <a:r>
              <a:rPr sz="2400" spc="135" dirty="0">
                <a:latin typeface="Times New Roman"/>
                <a:cs typeface="Times New Roman"/>
              </a:rPr>
              <a:t>the</a:t>
            </a:r>
            <a:r>
              <a:rPr sz="2400" spc="-80" dirty="0">
                <a:latin typeface="Times New Roman"/>
                <a:cs typeface="Times New Roman"/>
              </a:rPr>
              <a:t> </a:t>
            </a:r>
            <a:r>
              <a:rPr sz="2400" spc="60" dirty="0">
                <a:latin typeface="Times New Roman"/>
                <a:cs typeface="Times New Roman"/>
              </a:rPr>
              <a:t>process</a:t>
            </a:r>
            <a:r>
              <a:rPr sz="2400" spc="-100" dirty="0">
                <a:latin typeface="Times New Roman"/>
                <a:cs typeface="Times New Roman"/>
              </a:rPr>
              <a:t> </a:t>
            </a:r>
            <a:r>
              <a:rPr sz="2400" spc="70" dirty="0">
                <a:latin typeface="Times New Roman"/>
                <a:cs typeface="Times New Roman"/>
              </a:rPr>
              <a:t>of</a:t>
            </a:r>
            <a:r>
              <a:rPr sz="2400" spc="-95" dirty="0">
                <a:latin typeface="Times New Roman"/>
                <a:cs typeface="Times New Roman"/>
              </a:rPr>
              <a:t> </a:t>
            </a:r>
            <a:r>
              <a:rPr sz="2400" spc="100" dirty="0">
                <a:latin typeface="Times New Roman"/>
                <a:cs typeface="Times New Roman"/>
              </a:rPr>
              <a:t>connecting</a:t>
            </a:r>
            <a:r>
              <a:rPr sz="2400" spc="-90" dirty="0">
                <a:latin typeface="Times New Roman"/>
                <a:cs typeface="Times New Roman"/>
              </a:rPr>
              <a:t> </a:t>
            </a:r>
            <a:r>
              <a:rPr sz="2400" spc="130" dirty="0">
                <a:latin typeface="Times New Roman"/>
                <a:cs typeface="Times New Roman"/>
              </a:rPr>
              <a:t>to</a:t>
            </a:r>
            <a:r>
              <a:rPr sz="2400" spc="-85" dirty="0">
                <a:latin typeface="Times New Roman"/>
                <a:cs typeface="Times New Roman"/>
              </a:rPr>
              <a:t> </a:t>
            </a:r>
            <a:r>
              <a:rPr sz="2400" spc="114" dirty="0">
                <a:latin typeface="Times New Roman"/>
                <a:cs typeface="Times New Roman"/>
              </a:rPr>
              <a:t>SQL</a:t>
            </a:r>
            <a:r>
              <a:rPr sz="2400" spc="-90" dirty="0">
                <a:latin typeface="Times New Roman"/>
                <a:cs typeface="Times New Roman"/>
              </a:rPr>
              <a:t> </a:t>
            </a:r>
            <a:r>
              <a:rPr sz="2400" spc="70" dirty="0">
                <a:latin typeface="Times New Roman"/>
                <a:cs typeface="Times New Roman"/>
              </a:rPr>
              <a:t>Server</a:t>
            </a:r>
            <a:r>
              <a:rPr sz="2400" spc="-100" dirty="0">
                <a:latin typeface="Times New Roman"/>
                <a:cs typeface="Times New Roman"/>
              </a:rPr>
              <a:t> </a:t>
            </a:r>
            <a:r>
              <a:rPr sz="2400" spc="80" dirty="0">
                <a:latin typeface="Times New Roman"/>
                <a:cs typeface="Times New Roman"/>
              </a:rPr>
              <a:t>instances</a:t>
            </a:r>
            <a:endParaRPr sz="2400">
              <a:latin typeface="Times New Roman"/>
              <a:cs typeface="Times New Roman"/>
            </a:endParaRPr>
          </a:p>
          <a:p>
            <a:pPr marL="353695" marR="5715" indent="-341630">
              <a:lnSpc>
                <a:spcPct val="100000"/>
              </a:lnSpc>
              <a:buFont typeface="Calibri"/>
              <a:buChar char="●"/>
              <a:tabLst>
                <a:tab pos="353695" algn="l"/>
                <a:tab pos="354330" algn="l"/>
                <a:tab pos="1602740" algn="l"/>
                <a:tab pos="3202940" algn="l"/>
                <a:tab pos="4048125" algn="l"/>
                <a:tab pos="4798695" algn="l"/>
                <a:tab pos="5577840" algn="l"/>
                <a:tab pos="6391275" algn="l"/>
                <a:tab pos="7787640" algn="l"/>
              </a:tabLst>
            </a:pPr>
            <a:r>
              <a:rPr sz="2400" spc="90" dirty="0">
                <a:latin typeface="Times New Roman"/>
                <a:cs typeface="Times New Roman"/>
              </a:rPr>
              <a:t>Defi</a:t>
            </a:r>
            <a:r>
              <a:rPr sz="2400" spc="95" dirty="0">
                <a:latin typeface="Times New Roman"/>
                <a:cs typeface="Times New Roman"/>
              </a:rPr>
              <a:t>n</a:t>
            </a:r>
            <a:r>
              <a:rPr sz="2400" spc="50" dirty="0">
                <a:latin typeface="Times New Roman"/>
                <a:cs typeface="Times New Roman"/>
              </a:rPr>
              <a:t>e</a:t>
            </a:r>
            <a:r>
              <a:rPr sz="2400" dirty="0">
                <a:latin typeface="Times New Roman"/>
                <a:cs typeface="Times New Roman"/>
              </a:rPr>
              <a:t>	</a:t>
            </a:r>
            <a:r>
              <a:rPr sz="2400" spc="95" dirty="0">
                <a:latin typeface="Times New Roman"/>
                <a:cs typeface="Times New Roman"/>
              </a:rPr>
              <a:t>data</a:t>
            </a:r>
            <a:r>
              <a:rPr sz="2400" spc="120" dirty="0">
                <a:latin typeface="Times New Roman"/>
                <a:cs typeface="Times New Roman"/>
              </a:rPr>
              <a:t>b</a:t>
            </a:r>
            <a:r>
              <a:rPr sz="2400" spc="45" dirty="0">
                <a:latin typeface="Times New Roman"/>
                <a:cs typeface="Times New Roman"/>
              </a:rPr>
              <a:t>a</a:t>
            </a:r>
            <a:r>
              <a:rPr sz="2400" spc="25" dirty="0">
                <a:latin typeface="Times New Roman"/>
                <a:cs typeface="Times New Roman"/>
              </a:rPr>
              <a:t>s</a:t>
            </a:r>
            <a:r>
              <a:rPr sz="2400" spc="20" dirty="0">
                <a:latin typeface="Times New Roman"/>
                <a:cs typeface="Times New Roman"/>
              </a:rPr>
              <a:t>e</a:t>
            </a:r>
            <a:r>
              <a:rPr sz="2400" spc="5" dirty="0">
                <a:latin typeface="Times New Roman"/>
                <a:cs typeface="Times New Roman"/>
              </a:rPr>
              <a:t>s</a:t>
            </a:r>
            <a:r>
              <a:rPr sz="2400" dirty="0">
                <a:latin typeface="Times New Roman"/>
                <a:cs typeface="Times New Roman"/>
              </a:rPr>
              <a:t>	</a:t>
            </a:r>
            <a:r>
              <a:rPr sz="2400" spc="130" dirty="0">
                <a:latin typeface="Times New Roman"/>
                <a:cs typeface="Times New Roman"/>
              </a:rPr>
              <a:t>an</a:t>
            </a:r>
            <a:r>
              <a:rPr sz="2400" spc="140" dirty="0">
                <a:latin typeface="Times New Roman"/>
                <a:cs typeface="Times New Roman"/>
              </a:rPr>
              <a:t>d</a:t>
            </a:r>
            <a:r>
              <a:rPr sz="2400" dirty="0">
                <a:latin typeface="Times New Roman"/>
                <a:cs typeface="Times New Roman"/>
              </a:rPr>
              <a:t>	l</a:t>
            </a:r>
            <a:r>
              <a:rPr sz="2400" spc="55" dirty="0">
                <a:latin typeface="Times New Roman"/>
                <a:cs typeface="Times New Roman"/>
              </a:rPr>
              <a:t>ist</a:t>
            </a:r>
            <a:r>
              <a:rPr sz="2400" dirty="0">
                <a:latin typeface="Times New Roman"/>
                <a:cs typeface="Times New Roman"/>
              </a:rPr>
              <a:t>	</a:t>
            </a:r>
            <a:r>
              <a:rPr sz="2400" spc="180" dirty="0">
                <a:latin typeface="Times New Roman"/>
                <a:cs typeface="Times New Roman"/>
              </a:rPr>
              <a:t>th</a:t>
            </a:r>
            <a:r>
              <a:rPr sz="2400" spc="50" dirty="0">
                <a:latin typeface="Times New Roman"/>
                <a:cs typeface="Times New Roman"/>
              </a:rPr>
              <a:t>e</a:t>
            </a:r>
            <a:r>
              <a:rPr sz="2400" dirty="0">
                <a:latin typeface="Times New Roman"/>
                <a:cs typeface="Times New Roman"/>
              </a:rPr>
              <a:t>	</a:t>
            </a:r>
            <a:r>
              <a:rPr sz="2400" spc="50" dirty="0">
                <a:latin typeface="Times New Roman"/>
                <a:cs typeface="Times New Roman"/>
              </a:rPr>
              <a:t>key</a:t>
            </a:r>
            <a:r>
              <a:rPr sz="2400" dirty="0">
                <a:latin typeface="Times New Roman"/>
                <a:cs typeface="Times New Roman"/>
              </a:rPr>
              <a:t>	</a:t>
            </a:r>
            <a:r>
              <a:rPr sz="2400" spc="75" dirty="0">
                <a:latin typeface="Times New Roman"/>
                <a:cs typeface="Times New Roman"/>
              </a:rPr>
              <a:t>fea</a:t>
            </a:r>
            <a:r>
              <a:rPr sz="2400" spc="55" dirty="0">
                <a:latin typeface="Times New Roman"/>
                <a:cs typeface="Times New Roman"/>
              </a:rPr>
              <a:t>t</a:t>
            </a:r>
            <a:r>
              <a:rPr sz="2400" spc="85" dirty="0">
                <a:latin typeface="Times New Roman"/>
                <a:cs typeface="Times New Roman"/>
              </a:rPr>
              <a:t>ures</a:t>
            </a:r>
            <a:r>
              <a:rPr sz="2400" dirty="0">
                <a:latin typeface="Times New Roman"/>
                <a:cs typeface="Times New Roman"/>
              </a:rPr>
              <a:t>	</a:t>
            </a:r>
            <a:r>
              <a:rPr sz="2400" spc="50" dirty="0">
                <a:latin typeface="Times New Roman"/>
                <a:cs typeface="Times New Roman"/>
              </a:rPr>
              <a:t>of  </a:t>
            </a:r>
            <a:r>
              <a:rPr sz="2400" spc="80" dirty="0">
                <a:latin typeface="Times New Roman"/>
                <a:cs typeface="Times New Roman"/>
              </a:rPr>
              <a:t>AdventureWorks2019 </a:t>
            </a:r>
            <a:r>
              <a:rPr sz="2400" spc="55" dirty="0">
                <a:latin typeface="Times New Roman"/>
                <a:cs typeface="Times New Roman"/>
              </a:rPr>
              <a:t>sample</a:t>
            </a:r>
            <a:r>
              <a:rPr sz="2400" spc="-265" dirty="0">
                <a:latin typeface="Times New Roman"/>
                <a:cs typeface="Times New Roman"/>
              </a:rPr>
              <a:t> </a:t>
            </a:r>
            <a:r>
              <a:rPr sz="2400" spc="75" dirty="0">
                <a:latin typeface="Times New Roman"/>
                <a:cs typeface="Times New Roman"/>
              </a:rPr>
              <a:t>database</a:t>
            </a:r>
            <a:endParaRPr sz="2400">
              <a:latin typeface="Times New Roman"/>
              <a:cs typeface="Times New Roman"/>
            </a:endParaRPr>
          </a:p>
          <a:p>
            <a:pPr marL="353695" marR="5080" indent="-341630">
              <a:lnSpc>
                <a:spcPct val="100000"/>
              </a:lnSpc>
              <a:buFont typeface="Calibri"/>
              <a:buChar char="●"/>
              <a:tabLst>
                <a:tab pos="353695" algn="l"/>
                <a:tab pos="354330" algn="l"/>
                <a:tab pos="1567180" algn="l"/>
                <a:tab pos="2192020" algn="l"/>
                <a:tab pos="4008754" algn="l"/>
                <a:tab pos="4479290" algn="l"/>
                <a:tab pos="5299075" algn="l"/>
                <a:tab pos="6348730" algn="l"/>
              </a:tabLst>
            </a:pPr>
            <a:r>
              <a:rPr sz="2400" spc="65" dirty="0">
                <a:latin typeface="Times New Roman"/>
                <a:cs typeface="Times New Roman"/>
              </a:rPr>
              <a:t>Exp</a:t>
            </a:r>
            <a:r>
              <a:rPr sz="2400" spc="35" dirty="0">
                <a:latin typeface="Times New Roman"/>
                <a:cs typeface="Times New Roman"/>
              </a:rPr>
              <a:t>l</a:t>
            </a:r>
            <a:r>
              <a:rPr sz="2400" spc="90" dirty="0">
                <a:latin typeface="Times New Roman"/>
                <a:cs typeface="Times New Roman"/>
              </a:rPr>
              <a:t>ain</a:t>
            </a:r>
            <a:r>
              <a:rPr sz="2400" dirty="0">
                <a:latin typeface="Times New Roman"/>
                <a:cs typeface="Times New Roman"/>
              </a:rPr>
              <a:t>	</a:t>
            </a:r>
            <a:r>
              <a:rPr sz="2400" spc="180" dirty="0">
                <a:latin typeface="Times New Roman"/>
                <a:cs typeface="Times New Roman"/>
              </a:rPr>
              <a:t>th</a:t>
            </a:r>
            <a:r>
              <a:rPr sz="2400" spc="50" dirty="0">
                <a:latin typeface="Times New Roman"/>
                <a:cs typeface="Times New Roman"/>
              </a:rPr>
              <a:t>e</a:t>
            </a:r>
            <a:r>
              <a:rPr sz="2400" dirty="0">
                <a:latin typeface="Times New Roman"/>
                <a:cs typeface="Times New Roman"/>
              </a:rPr>
              <a:t>	</a:t>
            </a:r>
            <a:r>
              <a:rPr sz="2400" spc="110" dirty="0">
                <a:latin typeface="Times New Roman"/>
                <a:cs typeface="Times New Roman"/>
              </a:rPr>
              <a:t>components</a:t>
            </a:r>
            <a:r>
              <a:rPr sz="2400" dirty="0">
                <a:latin typeface="Times New Roman"/>
                <a:cs typeface="Times New Roman"/>
              </a:rPr>
              <a:t>	</a:t>
            </a:r>
            <a:r>
              <a:rPr sz="2400" spc="70" dirty="0">
                <a:latin typeface="Times New Roman"/>
                <a:cs typeface="Times New Roman"/>
              </a:rPr>
              <a:t>of</a:t>
            </a:r>
            <a:r>
              <a:rPr sz="2400" dirty="0">
                <a:latin typeface="Times New Roman"/>
                <a:cs typeface="Times New Roman"/>
              </a:rPr>
              <a:t>	</a:t>
            </a:r>
            <a:r>
              <a:rPr sz="2400" spc="85" dirty="0">
                <a:solidFill>
                  <a:srgbClr val="FF0000"/>
                </a:solidFill>
                <a:latin typeface="Times New Roman"/>
                <a:cs typeface="Times New Roman"/>
              </a:rPr>
              <a:t>S</a:t>
            </a:r>
            <a:r>
              <a:rPr sz="2400" spc="130" dirty="0">
                <a:solidFill>
                  <a:srgbClr val="FF0000"/>
                </a:solidFill>
                <a:latin typeface="Times New Roman"/>
                <a:cs typeface="Times New Roman"/>
              </a:rPr>
              <a:t>QL</a:t>
            </a:r>
            <a:r>
              <a:rPr sz="2400" dirty="0">
                <a:solidFill>
                  <a:srgbClr val="FF0000"/>
                </a:solidFill>
                <a:latin typeface="Times New Roman"/>
                <a:cs typeface="Times New Roman"/>
              </a:rPr>
              <a:t>	</a:t>
            </a:r>
            <a:r>
              <a:rPr sz="2400" spc="90" dirty="0">
                <a:solidFill>
                  <a:srgbClr val="FF0000"/>
                </a:solidFill>
                <a:latin typeface="Times New Roman"/>
                <a:cs typeface="Times New Roman"/>
              </a:rPr>
              <a:t>Se</a:t>
            </a:r>
            <a:r>
              <a:rPr sz="2400" spc="50" dirty="0">
                <a:solidFill>
                  <a:srgbClr val="FF0000"/>
                </a:solidFill>
                <a:latin typeface="Times New Roman"/>
                <a:cs typeface="Times New Roman"/>
              </a:rPr>
              <a:t>r</a:t>
            </a:r>
            <a:r>
              <a:rPr sz="2400" spc="55" dirty="0">
                <a:solidFill>
                  <a:srgbClr val="FF0000"/>
                </a:solidFill>
                <a:latin typeface="Times New Roman"/>
                <a:cs typeface="Times New Roman"/>
              </a:rPr>
              <a:t>v</a:t>
            </a:r>
            <a:r>
              <a:rPr sz="2400" spc="40" dirty="0">
                <a:solidFill>
                  <a:srgbClr val="FF0000"/>
                </a:solidFill>
                <a:latin typeface="Times New Roman"/>
                <a:cs typeface="Times New Roman"/>
              </a:rPr>
              <a:t>e</a:t>
            </a:r>
            <a:r>
              <a:rPr sz="2400" spc="100" dirty="0">
                <a:solidFill>
                  <a:srgbClr val="FF0000"/>
                </a:solidFill>
                <a:latin typeface="Times New Roman"/>
                <a:cs typeface="Times New Roman"/>
              </a:rPr>
              <a:t>r</a:t>
            </a:r>
            <a:r>
              <a:rPr sz="2400" dirty="0">
                <a:solidFill>
                  <a:srgbClr val="FF0000"/>
                </a:solidFill>
                <a:latin typeface="Times New Roman"/>
                <a:cs typeface="Times New Roman"/>
              </a:rPr>
              <a:t>	</a:t>
            </a:r>
            <a:r>
              <a:rPr sz="2400" spc="85" dirty="0">
                <a:solidFill>
                  <a:srgbClr val="FF0000"/>
                </a:solidFill>
                <a:latin typeface="Times New Roman"/>
                <a:cs typeface="Times New Roman"/>
              </a:rPr>
              <a:t>Management  </a:t>
            </a:r>
            <a:r>
              <a:rPr sz="2400" spc="114" dirty="0">
                <a:solidFill>
                  <a:srgbClr val="FF0000"/>
                </a:solidFill>
                <a:latin typeface="Times New Roman"/>
                <a:cs typeface="Times New Roman"/>
              </a:rPr>
              <a:t>Studio</a:t>
            </a:r>
            <a:r>
              <a:rPr sz="2400" spc="-90" dirty="0">
                <a:solidFill>
                  <a:srgbClr val="FF0000"/>
                </a:solidFill>
                <a:latin typeface="Times New Roman"/>
                <a:cs typeface="Times New Roman"/>
              </a:rPr>
              <a:t> </a:t>
            </a:r>
            <a:r>
              <a:rPr sz="2400" spc="145" dirty="0">
                <a:solidFill>
                  <a:srgbClr val="FF0000"/>
                </a:solidFill>
                <a:latin typeface="Times New Roman"/>
                <a:cs typeface="Times New Roman"/>
              </a:rPr>
              <a:t>GUI</a:t>
            </a:r>
            <a:endParaRPr sz="2400">
              <a:solidFill>
                <a:srgbClr val="FF0000"/>
              </a:solidFill>
              <a:latin typeface="Times New Roman"/>
              <a:cs typeface="Times New Roman"/>
            </a:endParaRPr>
          </a:p>
          <a:p>
            <a:pPr marL="353695" indent="-341630">
              <a:lnSpc>
                <a:spcPct val="100000"/>
              </a:lnSpc>
              <a:buFont typeface="Calibri"/>
              <a:buChar char="●"/>
              <a:tabLst>
                <a:tab pos="353695" algn="l"/>
                <a:tab pos="354330" algn="l"/>
              </a:tabLst>
            </a:pPr>
            <a:r>
              <a:rPr sz="2400" spc="70" dirty="0">
                <a:latin typeface="Times New Roman"/>
                <a:cs typeface="Times New Roman"/>
              </a:rPr>
              <a:t>Explain</a:t>
            </a:r>
            <a:r>
              <a:rPr sz="2400" spc="-80" dirty="0">
                <a:latin typeface="Times New Roman"/>
                <a:cs typeface="Times New Roman"/>
              </a:rPr>
              <a:t> </a:t>
            </a:r>
            <a:r>
              <a:rPr sz="2400" spc="70" dirty="0">
                <a:latin typeface="Times New Roman"/>
                <a:cs typeface="Times New Roman"/>
              </a:rPr>
              <a:t>script</a:t>
            </a:r>
            <a:r>
              <a:rPr sz="2400" spc="-80" dirty="0">
                <a:latin typeface="Times New Roman"/>
                <a:cs typeface="Times New Roman"/>
              </a:rPr>
              <a:t> </a:t>
            </a:r>
            <a:r>
              <a:rPr sz="2400" spc="20" dirty="0">
                <a:latin typeface="Times New Roman"/>
                <a:cs typeface="Times New Roman"/>
              </a:rPr>
              <a:t>file</a:t>
            </a:r>
            <a:r>
              <a:rPr sz="2400" spc="-90" dirty="0">
                <a:latin typeface="Times New Roman"/>
                <a:cs typeface="Times New Roman"/>
              </a:rPr>
              <a:t> </a:t>
            </a:r>
            <a:r>
              <a:rPr sz="2400" spc="85" dirty="0">
                <a:latin typeface="Times New Roman"/>
                <a:cs typeface="Times New Roman"/>
              </a:rPr>
              <a:t>creation</a:t>
            </a:r>
            <a:r>
              <a:rPr sz="2400" spc="-80" dirty="0">
                <a:latin typeface="Times New Roman"/>
                <a:cs typeface="Times New Roman"/>
              </a:rPr>
              <a:t> </a:t>
            </a:r>
            <a:r>
              <a:rPr sz="2400" spc="135" dirty="0">
                <a:latin typeface="Times New Roman"/>
                <a:cs typeface="Times New Roman"/>
              </a:rPr>
              <a:t>and</a:t>
            </a:r>
            <a:r>
              <a:rPr sz="2400" spc="-90" dirty="0">
                <a:latin typeface="Times New Roman"/>
                <a:cs typeface="Times New Roman"/>
              </a:rPr>
              <a:t> </a:t>
            </a:r>
            <a:r>
              <a:rPr sz="2400" spc="70" dirty="0">
                <a:latin typeface="Times New Roman"/>
                <a:cs typeface="Times New Roman"/>
              </a:rPr>
              <a:t>organization</a:t>
            </a:r>
            <a:endParaRPr sz="2400">
              <a:latin typeface="Times New Roman"/>
              <a:cs typeface="Times New Roman"/>
            </a:endParaRPr>
          </a:p>
          <a:p>
            <a:pPr marL="353695" indent="-341630">
              <a:lnSpc>
                <a:spcPct val="100000"/>
              </a:lnSpc>
              <a:spcBef>
                <a:spcPts val="60"/>
              </a:spcBef>
              <a:buFont typeface="Calibri"/>
              <a:buChar char="●"/>
              <a:tabLst>
                <a:tab pos="353695" algn="l"/>
                <a:tab pos="354330" algn="l"/>
              </a:tabLst>
            </a:pPr>
            <a:r>
              <a:rPr sz="2400" spc="70" dirty="0">
                <a:latin typeface="Times New Roman"/>
                <a:cs typeface="Times New Roman"/>
              </a:rPr>
              <a:t>Explain</a:t>
            </a:r>
            <a:r>
              <a:rPr sz="2400" spc="-75" dirty="0">
                <a:latin typeface="Times New Roman"/>
                <a:cs typeface="Times New Roman"/>
              </a:rPr>
              <a:t> </a:t>
            </a:r>
            <a:r>
              <a:rPr sz="2400" spc="135" dirty="0">
                <a:latin typeface="Times New Roman"/>
                <a:cs typeface="Times New Roman"/>
              </a:rPr>
              <a:t>the</a:t>
            </a:r>
            <a:r>
              <a:rPr sz="2400" spc="-90" dirty="0">
                <a:latin typeface="Times New Roman"/>
                <a:cs typeface="Times New Roman"/>
              </a:rPr>
              <a:t> </a:t>
            </a:r>
            <a:r>
              <a:rPr sz="2400" spc="60" dirty="0">
                <a:latin typeface="Times New Roman"/>
                <a:cs typeface="Times New Roman"/>
              </a:rPr>
              <a:t>process</a:t>
            </a:r>
            <a:r>
              <a:rPr sz="2400" spc="-95" dirty="0">
                <a:latin typeface="Times New Roman"/>
                <a:cs typeface="Times New Roman"/>
              </a:rPr>
              <a:t> </a:t>
            </a:r>
            <a:r>
              <a:rPr sz="2400" spc="130" dirty="0">
                <a:latin typeface="Times New Roman"/>
                <a:cs typeface="Times New Roman"/>
              </a:rPr>
              <a:t>to</a:t>
            </a:r>
            <a:r>
              <a:rPr sz="2400" spc="-90" dirty="0">
                <a:latin typeface="Times New Roman"/>
                <a:cs typeface="Times New Roman"/>
              </a:rPr>
              <a:t> </a:t>
            </a:r>
            <a:r>
              <a:rPr sz="2400" spc="90" dirty="0">
                <a:latin typeface="Times New Roman"/>
                <a:cs typeface="Times New Roman"/>
              </a:rPr>
              <a:t>execute</a:t>
            </a:r>
            <a:r>
              <a:rPr sz="2400" spc="-95" dirty="0">
                <a:latin typeface="Times New Roman"/>
                <a:cs typeface="Times New Roman"/>
              </a:rPr>
              <a:t> </a:t>
            </a:r>
            <a:r>
              <a:rPr sz="2400" spc="95" dirty="0">
                <a:latin typeface="Times New Roman"/>
                <a:cs typeface="Times New Roman"/>
              </a:rPr>
              <a:t>Transact-SQL</a:t>
            </a:r>
            <a:r>
              <a:rPr sz="2400" spc="-80" dirty="0">
                <a:latin typeface="Times New Roman"/>
                <a:cs typeface="Times New Roman"/>
              </a:rPr>
              <a:t> </a:t>
            </a:r>
            <a:r>
              <a:rPr sz="2400" spc="75" dirty="0">
                <a:latin typeface="Times New Roman"/>
                <a:cs typeface="Times New Roman"/>
              </a:rPr>
              <a:t>queries</a:t>
            </a:r>
            <a:endParaRPr sz="2400">
              <a:latin typeface="Times New Roman"/>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7105015" cy="635635"/>
          </a:xfrm>
          <a:prstGeom prst="rect">
            <a:avLst/>
          </a:prstGeom>
        </p:spPr>
        <p:txBody>
          <a:bodyPr vert="horz" wrap="square" lIns="0" tIns="12700" rIns="0" bIns="0" rtlCol="0">
            <a:spAutoFit/>
          </a:bodyPr>
          <a:lstStyle/>
          <a:p>
            <a:pPr marL="12700">
              <a:lnSpc>
                <a:spcPct val="100000"/>
              </a:lnSpc>
              <a:spcBef>
                <a:spcPts val="100"/>
              </a:spcBef>
            </a:pPr>
            <a:r>
              <a:rPr sz="4000" b="0" spc="195" dirty="0">
                <a:latin typeface="Times New Roman"/>
                <a:cs typeface="Times New Roman"/>
              </a:rPr>
              <a:t>Introduction</a:t>
            </a:r>
            <a:r>
              <a:rPr sz="4000" b="0" spc="-175" dirty="0">
                <a:latin typeface="Times New Roman"/>
                <a:cs typeface="Times New Roman"/>
              </a:rPr>
              <a:t> </a:t>
            </a:r>
            <a:r>
              <a:rPr sz="4000" b="0" spc="220" dirty="0">
                <a:latin typeface="Times New Roman"/>
                <a:cs typeface="Times New Roman"/>
              </a:rPr>
              <a:t>to</a:t>
            </a:r>
            <a:r>
              <a:rPr sz="4000" b="0" spc="-145" dirty="0">
                <a:latin typeface="Times New Roman"/>
                <a:cs typeface="Times New Roman"/>
              </a:rPr>
              <a:t> </a:t>
            </a:r>
            <a:r>
              <a:rPr sz="4000" b="0" spc="195" dirty="0">
                <a:latin typeface="Times New Roman"/>
                <a:cs typeface="Times New Roman"/>
              </a:rPr>
              <a:t>SQL</a:t>
            </a:r>
            <a:r>
              <a:rPr sz="4000" b="0" spc="-160" dirty="0">
                <a:latin typeface="Times New Roman"/>
                <a:cs typeface="Times New Roman"/>
              </a:rPr>
              <a:t> </a:t>
            </a:r>
            <a:r>
              <a:rPr sz="4000" b="0" spc="125" dirty="0">
                <a:latin typeface="Times New Roman"/>
                <a:cs typeface="Times New Roman"/>
              </a:rPr>
              <a:t>Server</a:t>
            </a:r>
            <a:r>
              <a:rPr sz="4000" b="0" spc="-165" dirty="0">
                <a:latin typeface="Times New Roman"/>
                <a:cs typeface="Times New Roman"/>
              </a:rPr>
              <a:t> </a:t>
            </a:r>
            <a:r>
              <a:rPr sz="4000" b="0" spc="-180" dirty="0">
                <a:latin typeface="Times New Roman"/>
                <a:cs typeface="Times New Roman"/>
              </a:rPr>
              <a:t>2019</a:t>
            </a:r>
            <a:endParaRPr sz="4000">
              <a:latin typeface="Times New Roman"/>
              <a:cs typeface="Times New Roman"/>
            </a:endParaRPr>
          </a:p>
        </p:txBody>
      </p:sp>
      <p:sp>
        <p:nvSpPr>
          <p:cNvPr id="3" name="object 3"/>
          <p:cNvSpPr txBox="1"/>
          <p:nvPr/>
        </p:nvSpPr>
        <p:spPr>
          <a:xfrm>
            <a:off x="126745" y="1139444"/>
            <a:ext cx="4366895" cy="3657600"/>
          </a:xfrm>
          <a:prstGeom prst="rect">
            <a:avLst/>
          </a:prstGeom>
        </p:spPr>
        <p:txBody>
          <a:bodyPr vert="horz" wrap="square" lIns="0" tIns="12065" rIns="0" bIns="0" rtlCol="0">
            <a:spAutoFit/>
          </a:bodyPr>
          <a:lstStyle/>
          <a:p>
            <a:pPr marL="353695" marR="6985" indent="-341630" algn="just">
              <a:lnSpc>
                <a:spcPct val="100000"/>
              </a:lnSpc>
              <a:spcBef>
                <a:spcPts val="95"/>
              </a:spcBef>
              <a:buFont typeface="Segoe UI Symbol"/>
              <a:buChar char="⮚"/>
              <a:tabLst>
                <a:tab pos="354330" algn="l"/>
              </a:tabLst>
            </a:pPr>
            <a:r>
              <a:rPr sz="2000" spc="90" dirty="0">
                <a:latin typeface="Times New Roman"/>
                <a:cs typeface="Times New Roman"/>
              </a:rPr>
              <a:t>SQL</a:t>
            </a:r>
            <a:r>
              <a:rPr sz="2000" spc="-80" dirty="0">
                <a:latin typeface="Times New Roman"/>
                <a:cs typeface="Times New Roman"/>
              </a:rPr>
              <a:t> </a:t>
            </a:r>
            <a:r>
              <a:rPr sz="2000" spc="60" dirty="0">
                <a:latin typeface="Times New Roman"/>
                <a:cs typeface="Times New Roman"/>
              </a:rPr>
              <a:t>Server</a:t>
            </a:r>
            <a:r>
              <a:rPr sz="2000" spc="-75" dirty="0">
                <a:latin typeface="Times New Roman"/>
                <a:cs typeface="Times New Roman"/>
              </a:rPr>
              <a:t> </a:t>
            </a:r>
            <a:r>
              <a:rPr sz="2000" spc="5" dirty="0">
                <a:latin typeface="Times New Roman"/>
                <a:cs typeface="Times New Roman"/>
              </a:rPr>
              <a:t>is</a:t>
            </a:r>
            <a:r>
              <a:rPr sz="2000" spc="-75" dirty="0">
                <a:latin typeface="Times New Roman"/>
                <a:cs typeface="Times New Roman"/>
              </a:rPr>
              <a:t> </a:t>
            </a:r>
            <a:r>
              <a:rPr sz="2000" spc="105" dirty="0">
                <a:latin typeface="Times New Roman"/>
                <a:cs typeface="Times New Roman"/>
              </a:rPr>
              <a:t>an</a:t>
            </a:r>
            <a:r>
              <a:rPr sz="2000" spc="-80" dirty="0">
                <a:latin typeface="Times New Roman"/>
                <a:cs typeface="Times New Roman"/>
              </a:rPr>
              <a:t> </a:t>
            </a:r>
            <a:r>
              <a:rPr sz="2000" spc="60" dirty="0">
                <a:latin typeface="Times New Roman"/>
                <a:cs typeface="Times New Roman"/>
              </a:rPr>
              <a:t>RDBMS</a:t>
            </a:r>
            <a:r>
              <a:rPr sz="2000" spc="-70" dirty="0">
                <a:latin typeface="Times New Roman"/>
                <a:cs typeface="Times New Roman"/>
              </a:rPr>
              <a:t> </a:t>
            </a:r>
            <a:r>
              <a:rPr sz="2000" spc="70" dirty="0">
                <a:latin typeface="Times New Roman"/>
                <a:cs typeface="Times New Roman"/>
              </a:rPr>
              <a:t>developed  </a:t>
            </a:r>
            <a:r>
              <a:rPr sz="2000" spc="40" dirty="0">
                <a:latin typeface="Times New Roman"/>
                <a:cs typeface="Times New Roman"/>
              </a:rPr>
              <a:t>by</a:t>
            </a:r>
            <a:r>
              <a:rPr sz="2000" spc="-70" dirty="0">
                <a:latin typeface="Times New Roman"/>
                <a:cs typeface="Times New Roman"/>
              </a:rPr>
              <a:t> </a:t>
            </a:r>
            <a:r>
              <a:rPr sz="2000" spc="50" dirty="0">
                <a:latin typeface="Times New Roman"/>
                <a:cs typeface="Times New Roman"/>
              </a:rPr>
              <a:t>Microsoft.</a:t>
            </a:r>
            <a:endParaRPr sz="2000">
              <a:latin typeface="Times New Roman"/>
              <a:cs typeface="Times New Roman"/>
            </a:endParaRPr>
          </a:p>
          <a:p>
            <a:pPr marL="639445" marR="5080" lvl="1" indent="-285750" algn="just">
              <a:lnSpc>
                <a:spcPct val="100000"/>
              </a:lnSpc>
              <a:spcBef>
                <a:spcPts val="40"/>
              </a:spcBef>
              <a:buFont typeface="Arial"/>
              <a:buChar char="•"/>
              <a:tabLst>
                <a:tab pos="640080" algn="l"/>
              </a:tabLst>
            </a:pPr>
            <a:r>
              <a:rPr sz="1800" spc="45" dirty="0">
                <a:latin typeface="Times New Roman"/>
                <a:cs typeface="Times New Roman"/>
              </a:rPr>
              <a:t>Provides </a:t>
            </a:r>
            <a:r>
              <a:rPr sz="1800" spc="90" dirty="0">
                <a:latin typeface="Times New Roman"/>
                <a:cs typeface="Times New Roman"/>
              </a:rPr>
              <a:t>an </a:t>
            </a:r>
            <a:r>
              <a:rPr sz="1800" spc="50" dirty="0">
                <a:latin typeface="Times New Roman"/>
                <a:cs typeface="Times New Roman"/>
              </a:rPr>
              <a:t>enterprise-level </a:t>
            </a:r>
            <a:r>
              <a:rPr sz="1800" spc="65" dirty="0">
                <a:latin typeface="Times New Roman"/>
                <a:cs typeface="Times New Roman"/>
              </a:rPr>
              <a:t>data  </a:t>
            </a:r>
            <a:r>
              <a:rPr sz="1800" spc="70" dirty="0">
                <a:latin typeface="Times New Roman"/>
                <a:cs typeface="Times New Roman"/>
              </a:rPr>
              <a:t>management</a:t>
            </a:r>
            <a:r>
              <a:rPr sz="1800" spc="-85" dirty="0">
                <a:latin typeface="Times New Roman"/>
                <a:cs typeface="Times New Roman"/>
              </a:rPr>
              <a:t> </a:t>
            </a:r>
            <a:r>
              <a:rPr sz="1800" spc="60" dirty="0">
                <a:latin typeface="Times New Roman"/>
                <a:cs typeface="Times New Roman"/>
              </a:rPr>
              <a:t>platform</a:t>
            </a:r>
            <a:endParaRPr sz="1800">
              <a:latin typeface="Times New Roman"/>
              <a:cs typeface="Times New Roman"/>
            </a:endParaRPr>
          </a:p>
          <a:p>
            <a:pPr marL="639445" lvl="1" indent="-286385" algn="just">
              <a:lnSpc>
                <a:spcPct val="100000"/>
              </a:lnSpc>
              <a:buFont typeface="Arial"/>
              <a:buChar char="•"/>
              <a:tabLst>
                <a:tab pos="640080" algn="l"/>
              </a:tabLst>
            </a:pPr>
            <a:r>
              <a:rPr sz="1800" spc="55" dirty="0">
                <a:latin typeface="Times New Roman"/>
                <a:cs typeface="Times New Roman"/>
              </a:rPr>
              <a:t>Includes</a:t>
            </a:r>
            <a:r>
              <a:rPr sz="1800" spc="-80" dirty="0">
                <a:latin typeface="Times New Roman"/>
                <a:cs typeface="Times New Roman"/>
              </a:rPr>
              <a:t> </a:t>
            </a:r>
            <a:r>
              <a:rPr sz="1800" spc="90" dirty="0">
                <a:latin typeface="Times New Roman"/>
                <a:cs typeface="Times New Roman"/>
              </a:rPr>
              <a:t>numerous</a:t>
            </a:r>
            <a:r>
              <a:rPr sz="1800" spc="-60" dirty="0">
                <a:latin typeface="Times New Roman"/>
                <a:cs typeface="Times New Roman"/>
              </a:rPr>
              <a:t> </a:t>
            </a:r>
            <a:r>
              <a:rPr sz="1800" spc="55" dirty="0">
                <a:latin typeface="Times New Roman"/>
                <a:cs typeface="Times New Roman"/>
              </a:rPr>
              <a:t>features</a:t>
            </a:r>
            <a:r>
              <a:rPr sz="1800" spc="-65" dirty="0">
                <a:latin typeface="Times New Roman"/>
                <a:cs typeface="Times New Roman"/>
              </a:rPr>
              <a:t> </a:t>
            </a:r>
            <a:r>
              <a:rPr sz="1800" spc="100" dirty="0">
                <a:latin typeface="Times New Roman"/>
                <a:cs typeface="Times New Roman"/>
              </a:rPr>
              <a:t>and</a:t>
            </a:r>
            <a:r>
              <a:rPr sz="1800" spc="-75" dirty="0">
                <a:latin typeface="Times New Roman"/>
                <a:cs typeface="Times New Roman"/>
              </a:rPr>
              <a:t> </a:t>
            </a:r>
            <a:r>
              <a:rPr sz="1800" spc="55" dirty="0">
                <a:latin typeface="Times New Roman"/>
                <a:cs typeface="Times New Roman"/>
              </a:rPr>
              <a:t>tools</a:t>
            </a:r>
            <a:endParaRPr sz="1800">
              <a:latin typeface="Times New Roman"/>
              <a:cs typeface="Times New Roman"/>
            </a:endParaRPr>
          </a:p>
          <a:p>
            <a:pPr marL="639445" marR="5080" lvl="1" indent="-285750" algn="just">
              <a:lnSpc>
                <a:spcPct val="100000"/>
              </a:lnSpc>
              <a:buFont typeface="Arial"/>
              <a:buChar char="•"/>
              <a:tabLst>
                <a:tab pos="640080" algn="l"/>
              </a:tabLst>
            </a:pPr>
            <a:r>
              <a:rPr sz="1800" spc="65" dirty="0">
                <a:latin typeface="Times New Roman"/>
                <a:cs typeface="Times New Roman"/>
              </a:rPr>
              <a:t>Targeted </a:t>
            </a:r>
            <a:r>
              <a:rPr sz="1800" spc="60" dirty="0">
                <a:latin typeface="Times New Roman"/>
                <a:cs typeface="Times New Roman"/>
              </a:rPr>
              <a:t>for </a:t>
            </a:r>
            <a:r>
              <a:rPr sz="1800" spc="25" dirty="0">
                <a:latin typeface="Times New Roman"/>
                <a:cs typeface="Times New Roman"/>
              </a:rPr>
              <a:t>large </a:t>
            </a:r>
            <a:r>
              <a:rPr sz="1800" spc="15" dirty="0">
                <a:latin typeface="Times New Roman"/>
                <a:cs typeface="Times New Roman"/>
              </a:rPr>
              <a:t>scale </a:t>
            </a:r>
            <a:r>
              <a:rPr sz="1800" spc="100" dirty="0">
                <a:solidFill>
                  <a:srgbClr val="FF0000"/>
                </a:solidFill>
                <a:latin typeface="Times New Roman"/>
                <a:cs typeface="Times New Roman"/>
              </a:rPr>
              <a:t>Online  </a:t>
            </a:r>
            <a:r>
              <a:rPr sz="1800" spc="75" dirty="0">
                <a:solidFill>
                  <a:srgbClr val="FF0000"/>
                </a:solidFill>
                <a:latin typeface="Times New Roman"/>
                <a:cs typeface="Times New Roman"/>
              </a:rPr>
              <a:t>Transaction </a:t>
            </a:r>
            <a:r>
              <a:rPr sz="1800" spc="35" dirty="0">
                <a:solidFill>
                  <a:srgbClr val="FF0000"/>
                </a:solidFill>
                <a:latin typeface="Times New Roman"/>
                <a:cs typeface="Times New Roman"/>
              </a:rPr>
              <a:t>Processing </a:t>
            </a:r>
            <a:r>
              <a:rPr sz="1800" spc="55" dirty="0">
                <a:solidFill>
                  <a:srgbClr val="FF0000"/>
                </a:solidFill>
                <a:latin typeface="Times New Roman"/>
                <a:cs typeface="Times New Roman"/>
              </a:rPr>
              <a:t>(OLTP)</a:t>
            </a:r>
            <a:r>
              <a:rPr sz="1800" spc="55" dirty="0">
                <a:latin typeface="Times New Roman"/>
                <a:cs typeface="Times New Roman"/>
              </a:rPr>
              <a:t>, </a:t>
            </a:r>
            <a:r>
              <a:rPr sz="1800" spc="65" dirty="0">
                <a:latin typeface="Times New Roman"/>
                <a:cs typeface="Times New Roman"/>
              </a:rPr>
              <a:t>data  warehousing </a:t>
            </a:r>
            <a:r>
              <a:rPr sz="1800" spc="100" dirty="0">
                <a:latin typeface="Times New Roman"/>
                <a:cs typeface="Times New Roman"/>
              </a:rPr>
              <a:t>and </a:t>
            </a:r>
            <a:r>
              <a:rPr sz="1800" spc="45" dirty="0">
                <a:latin typeface="Times New Roman"/>
                <a:cs typeface="Times New Roman"/>
              </a:rPr>
              <a:t>e-commerce  </a:t>
            </a:r>
            <a:r>
              <a:rPr sz="1800" spc="55" dirty="0">
                <a:latin typeface="Times New Roman"/>
                <a:cs typeface="Times New Roman"/>
              </a:rPr>
              <a:t>applications</a:t>
            </a:r>
            <a:endParaRPr sz="1800">
              <a:latin typeface="Times New Roman"/>
              <a:cs typeface="Times New Roman"/>
            </a:endParaRPr>
          </a:p>
          <a:p>
            <a:pPr marL="639445" marR="5715" lvl="1" indent="-285750" algn="just">
              <a:lnSpc>
                <a:spcPct val="100000"/>
              </a:lnSpc>
              <a:buFont typeface="Arial"/>
              <a:buChar char="•"/>
              <a:tabLst>
                <a:tab pos="640080" algn="l"/>
              </a:tabLst>
            </a:pPr>
            <a:r>
              <a:rPr sz="1800" spc="45" dirty="0">
                <a:latin typeface="Times New Roman"/>
                <a:cs typeface="Times New Roman"/>
              </a:rPr>
              <a:t>Provides </a:t>
            </a:r>
            <a:r>
              <a:rPr sz="1800" spc="85" dirty="0">
                <a:latin typeface="Times New Roman"/>
                <a:cs typeface="Times New Roman"/>
              </a:rPr>
              <a:t>support </a:t>
            </a:r>
            <a:r>
              <a:rPr sz="1800" spc="60" dirty="0">
                <a:latin typeface="Times New Roman"/>
                <a:cs typeface="Times New Roman"/>
              </a:rPr>
              <a:t>for </a:t>
            </a:r>
            <a:r>
              <a:rPr sz="1800" spc="-30" dirty="0">
                <a:latin typeface="Times New Roman"/>
                <a:cs typeface="Times New Roman"/>
              </a:rPr>
              <a:t>Big </a:t>
            </a:r>
            <a:r>
              <a:rPr sz="1800" spc="70" dirty="0">
                <a:latin typeface="Times New Roman"/>
                <a:cs typeface="Times New Roman"/>
              </a:rPr>
              <a:t>data </a:t>
            </a:r>
            <a:r>
              <a:rPr sz="1800" spc="45" dirty="0">
                <a:latin typeface="Times New Roman"/>
                <a:cs typeface="Times New Roman"/>
              </a:rPr>
              <a:t>clusters  </a:t>
            </a:r>
            <a:r>
              <a:rPr sz="1800" spc="85" dirty="0">
                <a:latin typeface="Times New Roman"/>
                <a:cs typeface="Times New Roman"/>
              </a:rPr>
              <a:t>in SQL</a:t>
            </a:r>
            <a:r>
              <a:rPr sz="1800" spc="-215" dirty="0">
                <a:latin typeface="Times New Roman"/>
                <a:cs typeface="Times New Roman"/>
              </a:rPr>
              <a:t> </a:t>
            </a:r>
            <a:r>
              <a:rPr sz="1800" spc="45" dirty="0">
                <a:latin typeface="Times New Roman"/>
                <a:cs typeface="Times New Roman"/>
              </a:rPr>
              <a:t>server</a:t>
            </a:r>
            <a:endParaRPr sz="1800">
              <a:latin typeface="Times New Roman"/>
              <a:cs typeface="Times New Roman"/>
            </a:endParaRPr>
          </a:p>
          <a:p>
            <a:pPr marL="639445" marR="5080" lvl="1" indent="-285750" algn="just">
              <a:lnSpc>
                <a:spcPct val="100000"/>
              </a:lnSpc>
              <a:buFont typeface="Arial"/>
              <a:buChar char="•"/>
              <a:tabLst>
                <a:tab pos="640080" algn="l"/>
              </a:tabLst>
            </a:pPr>
            <a:r>
              <a:rPr sz="1800" spc="50" dirty="0">
                <a:latin typeface="Times New Roman"/>
                <a:cs typeface="Times New Roman"/>
              </a:rPr>
              <a:t>Helps </a:t>
            </a:r>
            <a:r>
              <a:rPr sz="1800" spc="100" dirty="0">
                <a:latin typeface="Times New Roman"/>
                <a:cs typeface="Times New Roman"/>
              </a:rPr>
              <a:t>to </a:t>
            </a:r>
            <a:r>
              <a:rPr sz="1800" spc="60" dirty="0">
                <a:latin typeface="Times New Roman"/>
                <a:cs typeface="Times New Roman"/>
              </a:rPr>
              <a:t>store </a:t>
            </a:r>
            <a:r>
              <a:rPr sz="1800" spc="100" dirty="0">
                <a:latin typeface="Times New Roman"/>
                <a:cs typeface="Times New Roman"/>
              </a:rPr>
              <a:t>and </a:t>
            </a:r>
            <a:r>
              <a:rPr sz="1800" spc="55" dirty="0">
                <a:latin typeface="Times New Roman"/>
                <a:cs typeface="Times New Roman"/>
              </a:rPr>
              <a:t>manage </a:t>
            </a:r>
            <a:r>
              <a:rPr sz="1800" spc="75" dirty="0">
                <a:latin typeface="Times New Roman"/>
                <a:cs typeface="Times New Roman"/>
              </a:rPr>
              <a:t>huge  </a:t>
            </a:r>
            <a:r>
              <a:rPr sz="1800" spc="100" dirty="0">
                <a:latin typeface="Times New Roman"/>
                <a:cs typeface="Times New Roman"/>
              </a:rPr>
              <a:t>amount </a:t>
            </a:r>
            <a:r>
              <a:rPr sz="1800" spc="50" dirty="0">
                <a:latin typeface="Times New Roman"/>
                <a:cs typeface="Times New Roman"/>
              </a:rPr>
              <a:t>of</a:t>
            </a:r>
            <a:r>
              <a:rPr sz="1800" spc="-235" dirty="0">
                <a:latin typeface="Times New Roman"/>
                <a:cs typeface="Times New Roman"/>
              </a:rPr>
              <a:t> </a:t>
            </a:r>
            <a:r>
              <a:rPr sz="1800" spc="75" dirty="0">
                <a:latin typeface="Times New Roman"/>
                <a:cs typeface="Times New Roman"/>
              </a:rPr>
              <a:t>information</a:t>
            </a:r>
            <a:endParaRPr sz="1800">
              <a:latin typeface="Times New Roman"/>
              <a:cs typeface="Times New Roman"/>
            </a:endParaRPr>
          </a:p>
        </p:txBody>
      </p:sp>
      <p:pic>
        <p:nvPicPr>
          <p:cNvPr id="4" name="object 4"/>
          <p:cNvPicPr/>
          <p:nvPr/>
        </p:nvPicPr>
        <p:blipFill>
          <a:blip r:embed="rId3" cstate="print"/>
          <a:stretch>
            <a:fillRect/>
          </a:stretch>
        </p:blipFill>
        <p:spPr>
          <a:xfrm>
            <a:off x="4789932" y="1734311"/>
            <a:ext cx="3896867" cy="3105150"/>
          </a:xfrm>
          <a:prstGeom prst="rect">
            <a:avLst/>
          </a:prstGeom>
        </p:spPr>
      </p:pic>
      <p:sp>
        <p:nvSpPr>
          <p:cNvPr id="6" name="object 6"/>
          <p:cNvSpPr txBox="1"/>
          <p:nvPr/>
        </p:nvSpPr>
        <p:spPr>
          <a:xfrm>
            <a:off x="7924800" y="6569709"/>
            <a:ext cx="872490" cy="256540"/>
          </a:xfrm>
          <a:prstGeom prst="rect">
            <a:avLst/>
          </a:prstGeom>
        </p:spPr>
        <p:txBody>
          <a:bodyPr vert="horz" wrap="square" lIns="0" tIns="18415" rIns="0" bIns="0" rtlCol="0">
            <a:spAutoFit/>
          </a:bodyPr>
          <a:lstStyle/>
          <a:p>
            <a:pPr marL="12700">
              <a:lnSpc>
                <a:spcPct val="100000"/>
              </a:lnSpc>
              <a:spcBef>
                <a:spcPts val="145"/>
              </a:spcBef>
            </a:pPr>
            <a:r>
              <a:rPr sz="1800" spc="52" baseline="4629" dirty="0">
                <a:latin typeface="Times New Roman"/>
                <a:cs typeface="Times New Roman"/>
              </a:rPr>
              <a:t>Session </a:t>
            </a:r>
            <a:r>
              <a:rPr sz="1800" spc="37" baseline="4629" dirty="0">
                <a:latin typeface="Times New Roman"/>
                <a:cs typeface="Times New Roman"/>
              </a:rPr>
              <a:t>3/</a:t>
            </a:r>
            <a:r>
              <a:rPr sz="1800" spc="-277" baseline="4629" dirty="0">
                <a:latin typeface="Times New Roman"/>
                <a:cs typeface="Times New Roman"/>
              </a:rPr>
              <a:t> </a:t>
            </a:r>
            <a:fld id="{81D60167-4931-47E6-BA6A-407CBD079E47}" type="slidenum">
              <a:rPr sz="1200" spc="-80" dirty="0">
                <a:latin typeface="Times New Roman"/>
                <a:cs typeface="Times New Roman"/>
              </a:rPr>
              <a:t>3</a:t>
            </a:fld>
            <a:endParaRPr sz="1200">
              <a:latin typeface="Times New Roman"/>
              <a:cs typeface="Times New Roman"/>
            </a:endParaRPr>
          </a:p>
        </p:txBody>
      </p:sp>
      <p:sp>
        <p:nvSpPr>
          <p:cNvPr id="7" name="object 7"/>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7930515" cy="635635"/>
          </a:xfrm>
          <a:prstGeom prst="rect">
            <a:avLst/>
          </a:prstGeom>
        </p:spPr>
        <p:txBody>
          <a:bodyPr vert="horz" wrap="square" lIns="0" tIns="12700" rIns="0" bIns="0" rtlCol="0">
            <a:spAutoFit/>
          </a:bodyPr>
          <a:lstStyle/>
          <a:p>
            <a:pPr marL="12700">
              <a:lnSpc>
                <a:spcPct val="100000"/>
              </a:lnSpc>
              <a:spcBef>
                <a:spcPts val="100"/>
              </a:spcBef>
            </a:pPr>
            <a:r>
              <a:rPr sz="4000" b="0" spc="120" dirty="0">
                <a:latin typeface="Times New Roman"/>
                <a:cs typeface="Times New Roman"/>
              </a:rPr>
              <a:t>Features</a:t>
            </a:r>
            <a:r>
              <a:rPr sz="4000" b="0" spc="-160" dirty="0">
                <a:latin typeface="Times New Roman"/>
                <a:cs typeface="Times New Roman"/>
              </a:rPr>
              <a:t> </a:t>
            </a:r>
            <a:r>
              <a:rPr sz="4000" b="0" spc="229" dirty="0">
                <a:latin typeface="Times New Roman"/>
                <a:cs typeface="Times New Roman"/>
              </a:rPr>
              <a:t>and</a:t>
            </a:r>
            <a:r>
              <a:rPr sz="4000" b="0" spc="-150" dirty="0">
                <a:latin typeface="Times New Roman"/>
                <a:cs typeface="Times New Roman"/>
              </a:rPr>
              <a:t> </a:t>
            </a:r>
            <a:r>
              <a:rPr sz="4000" b="0" spc="90" dirty="0">
                <a:latin typeface="Times New Roman"/>
                <a:cs typeface="Times New Roman"/>
              </a:rPr>
              <a:t>Benefits</a:t>
            </a:r>
            <a:r>
              <a:rPr sz="4000" b="0" spc="-165" dirty="0">
                <a:latin typeface="Times New Roman"/>
                <a:cs typeface="Times New Roman"/>
              </a:rPr>
              <a:t> </a:t>
            </a:r>
            <a:r>
              <a:rPr sz="4000" b="0" spc="114" dirty="0">
                <a:latin typeface="Times New Roman"/>
                <a:cs typeface="Times New Roman"/>
              </a:rPr>
              <a:t>of</a:t>
            </a:r>
            <a:r>
              <a:rPr sz="4000" b="0" spc="-160" dirty="0">
                <a:latin typeface="Times New Roman"/>
                <a:cs typeface="Times New Roman"/>
              </a:rPr>
              <a:t> </a:t>
            </a:r>
            <a:r>
              <a:rPr sz="4000" b="0" spc="195" dirty="0">
                <a:latin typeface="Times New Roman"/>
                <a:cs typeface="Times New Roman"/>
              </a:rPr>
              <a:t>SQL</a:t>
            </a:r>
            <a:r>
              <a:rPr sz="4000" b="0" spc="-150" dirty="0">
                <a:latin typeface="Times New Roman"/>
                <a:cs typeface="Times New Roman"/>
              </a:rPr>
              <a:t> </a:t>
            </a:r>
            <a:r>
              <a:rPr sz="4000" b="0" spc="125" dirty="0">
                <a:latin typeface="Times New Roman"/>
                <a:cs typeface="Times New Roman"/>
              </a:rPr>
              <a:t>Server</a:t>
            </a:r>
            <a:endParaRPr sz="4000">
              <a:latin typeface="Times New Roman"/>
              <a:cs typeface="Times New Roman"/>
            </a:endParaRPr>
          </a:p>
        </p:txBody>
      </p:sp>
      <p:pic>
        <p:nvPicPr>
          <p:cNvPr id="3" name="object 3"/>
          <p:cNvPicPr/>
          <p:nvPr/>
        </p:nvPicPr>
        <p:blipFill>
          <a:blip r:embed="rId3" cstate="print"/>
          <a:stretch>
            <a:fillRect/>
          </a:stretch>
        </p:blipFill>
        <p:spPr>
          <a:xfrm>
            <a:off x="576833" y="1110996"/>
            <a:ext cx="7990332" cy="4937759"/>
          </a:xfrm>
          <a:prstGeom prst="rect">
            <a:avLst/>
          </a:prstGeom>
        </p:spPr>
      </p:pic>
      <p:sp>
        <p:nvSpPr>
          <p:cNvPr id="5" name="object 5"/>
          <p:cNvSpPr txBox="1"/>
          <p:nvPr/>
        </p:nvSpPr>
        <p:spPr>
          <a:xfrm>
            <a:off x="7924800" y="6569709"/>
            <a:ext cx="872490" cy="256540"/>
          </a:xfrm>
          <a:prstGeom prst="rect">
            <a:avLst/>
          </a:prstGeom>
        </p:spPr>
        <p:txBody>
          <a:bodyPr vert="horz" wrap="square" lIns="0" tIns="18415" rIns="0" bIns="0" rtlCol="0">
            <a:spAutoFit/>
          </a:bodyPr>
          <a:lstStyle/>
          <a:p>
            <a:pPr marL="12700">
              <a:lnSpc>
                <a:spcPct val="100000"/>
              </a:lnSpc>
              <a:spcBef>
                <a:spcPts val="145"/>
              </a:spcBef>
            </a:pPr>
            <a:r>
              <a:rPr sz="1800" spc="52" baseline="4629" dirty="0">
                <a:latin typeface="Times New Roman"/>
                <a:cs typeface="Times New Roman"/>
              </a:rPr>
              <a:t>Session </a:t>
            </a:r>
            <a:r>
              <a:rPr sz="1800" spc="37" baseline="4629" dirty="0">
                <a:latin typeface="Times New Roman"/>
                <a:cs typeface="Times New Roman"/>
              </a:rPr>
              <a:t>3/</a:t>
            </a:r>
            <a:r>
              <a:rPr sz="1800" spc="-277" baseline="4629" dirty="0">
                <a:latin typeface="Times New Roman"/>
                <a:cs typeface="Times New Roman"/>
              </a:rPr>
              <a:t> </a:t>
            </a:r>
            <a:fld id="{81D60167-4931-47E6-BA6A-407CBD079E47}" type="slidenum">
              <a:rPr sz="1200" spc="-80" dirty="0">
                <a:latin typeface="Times New Roman"/>
                <a:cs typeface="Times New Roman"/>
              </a:rPr>
              <a:t>4</a:t>
            </a:fld>
            <a:endParaRPr sz="1200">
              <a:latin typeface="Times New Roman"/>
              <a:cs typeface="Times New Roman"/>
            </a:endParaRPr>
          </a:p>
        </p:txBody>
      </p:sp>
      <p:sp>
        <p:nvSpPr>
          <p:cNvPr id="6" name="object 6"/>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4752" y="125730"/>
            <a:ext cx="8491855" cy="635635"/>
          </a:xfrm>
          <a:prstGeom prst="rect">
            <a:avLst/>
          </a:prstGeom>
        </p:spPr>
        <p:txBody>
          <a:bodyPr vert="horz" wrap="square" lIns="0" tIns="12700" rIns="0" bIns="0" rtlCol="0">
            <a:spAutoFit/>
          </a:bodyPr>
          <a:lstStyle/>
          <a:p>
            <a:pPr marL="12700">
              <a:lnSpc>
                <a:spcPct val="100000"/>
              </a:lnSpc>
              <a:spcBef>
                <a:spcPts val="100"/>
              </a:spcBef>
            </a:pPr>
            <a:r>
              <a:rPr sz="4000" b="0" spc="-5" dirty="0">
                <a:latin typeface="Times New Roman"/>
                <a:cs typeface="Times New Roman"/>
              </a:rPr>
              <a:t>Basic</a:t>
            </a:r>
            <a:r>
              <a:rPr sz="4000" b="0" spc="-140" dirty="0">
                <a:latin typeface="Times New Roman"/>
                <a:cs typeface="Times New Roman"/>
              </a:rPr>
              <a:t> </a:t>
            </a:r>
            <a:r>
              <a:rPr sz="3200" b="0" spc="140" dirty="0">
                <a:latin typeface="Times New Roman"/>
                <a:cs typeface="Times New Roman"/>
              </a:rPr>
              <a:t>Architecture</a:t>
            </a:r>
            <a:r>
              <a:rPr sz="3200" b="0" spc="70" dirty="0">
                <a:latin typeface="Times New Roman"/>
                <a:cs typeface="Times New Roman"/>
              </a:rPr>
              <a:t> </a:t>
            </a:r>
            <a:r>
              <a:rPr sz="4000" b="0" spc="114" dirty="0">
                <a:latin typeface="Times New Roman"/>
                <a:cs typeface="Times New Roman"/>
              </a:rPr>
              <a:t>of</a:t>
            </a:r>
            <a:r>
              <a:rPr sz="4000" b="0" spc="-150" dirty="0">
                <a:latin typeface="Times New Roman"/>
                <a:cs typeface="Times New Roman"/>
              </a:rPr>
              <a:t> </a:t>
            </a:r>
            <a:r>
              <a:rPr sz="4000" b="0" spc="195" dirty="0">
                <a:latin typeface="Times New Roman"/>
                <a:cs typeface="Times New Roman"/>
              </a:rPr>
              <a:t>SQL</a:t>
            </a:r>
            <a:r>
              <a:rPr sz="4000" b="0" spc="-150" dirty="0">
                <a:latin typeface="Times New Roman"/>
                <a:cs typeface="Times New Roman"/>
              </a:rPr>
              <a:t> </a:t>
            </a:r>
            <a:r>
              <a:rPr sz="4000" b="0" spc="125" dirty="0">
                <a:latin typeface="Times New Roman"/>
                <a:cs typeface="Times New Roman"/>
              </a:rPr>
              <a:t>Server</a:t>
            </a:r>
            <a:r>
              <a:rPr sz="4000" b="0" spc="-165" dirty="0">
                <a:latin typeface="Times New Roman"/>
                <a:cs typeface="Times New Roman"/>
              </a:rPr>
              <a:t> </a:t>
            </a:r>
            <a:r>
              <a:rPr sz="4000" b="0" spc="-180" dirty="0">
                <a:latin typeface="Times New Roman"/>
                <a:cs typeface="Times New Roman"/>
              </a:rPr>
              <a:t>2019</a:t>
            </a:r>
            <a:r>
              <a:rPr sz="4000" b="0" spc="-140" dirty="0">
                <a:latin typeface="Times New Roman"/>
                <a:cs typeface="Times New Roman"/>
              </a:rPr>
              <a:t> </a:t>
            </a:r>
            <a:r>
              <a:rPr sz="4000" b="0" spc="-204" dirty="0">
                <a:latin typeface="Times New Roman"/>
                <a:cs typeface="Times New Roman"/>
              </a:rPr>
              <a:t>1-4</a:t>
            </a:r>
            <a:endParaRPr sz="4000">
              <a:latin typeface="Times New Roman"/>
              <a:cs typeface="Times New Roman"/>
            </a:endParaRPr>
          </a:p>
        </p:txBody>
      </p:sp>
      <p:grpSp>
        <p:nvGrpSpPr>
          <p:cNvPr id="3" name="object 3"/>
          <p:cNvGrpSpPr/>
          <p:nvPr/>
        </p:nvGrpSpPr>
        <p:grpSpPr>
          <a:xfrm>
            <a:off x="339852" y="1124711"/>
            <a:ext cx="8228965" cy="1605915"/>
            <a:chOff x="339852" y="1124711"/>
            <a:chExt cx="8228965" cy="1605915"/>
          </a:xfrm>
        </p:grpSpPr>
        <p:pic>
          <p:nvPicPr>
            <p:cNvPr id="4" name="object 4"/>
            <p:cNvPicPr/>
            <p:nvPr/>
          </p:nvPicPr>
          <p:blipFill>
            <a:blip r:embed="rId3" cstate="print"/>
            <a:stretch>
              <a:fillRect/>
            </a:stretch>
          </p:blipFill>
          <p:spPr>
            <a:xfrm>
              <a:off x="339852" y="1124711"/>
              <a:ext cx="8228838" cy="1605534"/>
            </a:xfrm>
            <a:prstGeom prst="rect">
              <a:avLst/>
            </a:prstGeom>
          </p:spPr>
        </p:pic>
        <p:pic>
          <p:nvPicPr>
            <p:cNvPr id="5" name="object 5"/>
            <p:cNvPicPr/>
            <p:nvPr/>
          </p:nvPicPr>
          <p:blipFill>
            <a:blip r:embed="rId4" cstate="print"/>
            <a:stretch>
              <a:fillRect/>
            </a:stretch>
          </p:blipFill>
          <p:spPr>
            <a:xfrm>
              <a:off x="381000" y="1142999"/>
              <a:ext cx="8153400" cy="1530096"/>
            </a:xfrm>
            <a:prstGeom prst="rect">
              <a:avLst/>
            </a:prstGeom>
          </p:spPr>
        </p:pic>
      </p:grpSp>
      <p:sp>
        <p:nvSpPr>
          <p:cNvPr id="6" name="object 6"/>
          <p:cNvSpPr txBox="1"/>
          <p:nvPr/>
        </p:nvSpPr>
        <p:spPr>
          <a:xfrm>
            <a:off x="583945" y="1271269"/>
            <a:ext cx="7887970" cy="1153160"/>
          </a:xfrm>
          <a:prstGeom prst="rect">
            <a:avLst/>
          </a:prstGeom>
        </p:spPr>
        <p:txBody>
          <a:bodyPr vert="horz" wrap="square" lIns="0" tIns="46990" rIns="0" bIns="0" rtlCol="0">
            <a:spAutoFit/>
          </a:bodyPr>
          <a:lstStyle/>
          <a:p>
            <a:pPr marL="12700" marR="5080" algn="just">
              <a:lnSpc>
                <a:spcPts val="2160"/>
              </a:lnSpc>
              <a:spcBef>
                <a:spcPts val="370"/>
              </a:spcBef>
            </a:pPr>
            <a:r>
              <a:rPr sz="2000" spc="105" dirty="0">
                <a:solidFill>
                  <a:srgbClr val="FFFFFF"/>
                </a:solidFill>
                <a:latin typeface="Times New Roman"/>
                <a:cs typeface="Times New Roman"/>
              </a:rPr>
              <a:t>There </a:t>
            </a:r>
            <a:r>
              <a:rPr sz="2000" spc="50" dirty="0">
                <a:solidFill>
                  <a:srgbClr val="FFFFFF"/>
                </a:solidFill>
                <a:latin typeface="Times New Roman"/>
                <a:cs typeface="Times New Roman"/>
              </a:rPr>
              <a:t>are </a:t>
            </a:r>
            <a:r>
              <a:rPr sz="2000" spc="60" dirty="0">
                <a:solidFill>
                  <a:srgbClr val="FFFFFF"/>
                </a:solidFill>
                <a:latin typeface="Times New Roman"/>
                <a:cs typeface="Times New Roman"/>
              </a:rPr>
              <a:t>various </a:t>
            </a:r>
            <a:r>
              <a:rPr sz="2000" spc="95" dirty="0">
                <a:solidFill>
                  <a:srgbClr val="FFFFFF"/>
                </a:solidFill>
                <a:latin typeface="Times New Roman"/>
                <a:cs typeface="Times New Roman"/>
              </a:rPr>
              <a:t>components </a:t>
            </a:r>
            <a:r>
              <a:rPr sz="2000" spc="114" dirty="0">
                <a:solidFill>
                  <a:srgbClr val="FFFFFF"/>
                </a:solidFill>
                <a:latin typeface="Times New Roman"/>
                <a:cs typeface="Times New Roman"/>
              </a:rPr>
              <a:t>that </a:t>
            </a:r>
            <a:r>
              <a:rPr sz="2000" spc="70" dirty="0">
                <a:solidFill>
                  <a:srgbClr val="FFFFFF"/>
                </a:solidFill>
                <a:latin typeface="Times New Roman"/>
                <a:cs typeface="Times New Roman"/>
              </a:rPr>
              <a:t>form </a:t>
            </a:r>
            <a:r>
              <a:rPr sz="2000" spc="30" dirty="0">
                <a:solidFill>
                  <a:srgbClr val="FFFFFF"/>
                </a:solidFill>
                <a:latin typeface="Times New Roman"/>
                <a:cs typeface="Times New Roman"/>
              </a:rPr>
              <a:t>a </a:t>
            </a:r>
            <a:r>
              <a:rPr sz="2000" spc="85" dirty="0">
                <a:solidFill>
                  <a:srgbClr val="FFFFFF"/>
                </a:solidFill>
                <a:latin typeface="Times New Roman"/>
                <a:cs typeface="Times New Roman"/>
              </a:rPr>
              <a:t>part </a:t>
            </a:r>
            <a:r>
              <a:rPr sz="2000" spc="55" dirty="0">
                <a:solidFill>
                  <a:srgbClr val="FFFFFF"/>
                </a:solidFill>
                <a:latin typeface="Times New Roman"/>
                <a:cs typeface="Times New Roman"/>
              </a:rPr>
              <a:t>of </a:t>
            </a:r>
            <a:r>
              <a:rPr sz="2000" spc="90" dirty="0">
                <a:solidFill>
                  <a:srgbClr val="FFFFFF"/>
                </a:solidFill>
                <a:latin typeface="Times New Roman"/>
                <a:cs typeface="Times New Roman"/>
              </a:rPr>
              <a:t>SQL </a:t>
            </a:r>
            <a:r>
              <a:rPr sz="2000" spc="60" dirty="0">
                <a:solidFill>
                  <a:srgbClr val="FFFFFF"/>
                </a:solidFill>
                <a:latin typeface="Times New Roman"/>
                <a:cs typeface="Times New Roman"/>
              </a:rPr>
              <a:t>Server </a:t>
            </a:r>
            <a:r>
              <a:rPr sz="2000" spc="-70" dirty="0">
                <a:solidFill>
                  <a:srgbClr val="FFFFFF"/>
                </a:solidFill>
                <a:latin typeface="Times New Roman"/>
                <a:cs typeface="Times New Roman"/>
              </a:rPr>
              <a:t>2019. </a:t>
            </a:r>
            <a:r>
              <a:rPr sz="2000" spc="60" dirty="0">
                <a:solidFill>
                  <a:srgbClr val="FFFFFF"/>
                </a:solidFill>
                <a:latin typeface="Times New Roman"/>
                <a:cs typeface="Times New Roman"/>
              </a:rPr>
              <a:t>All  </a:t>
            </a:r>
            <a:r>
              <a:rPr sz="2000" spc="110" dirty="0">
                <a:solidFill>
                  <a:srgbClr val="FFFFFF"/>
                </a:solidFill>
                <a:latin typeface="Times New Roman"/>
                <a:cs typeface="Times New Roman"/>
              </a:rPr>
              <a:t>the </a:t>
            </a:r>
            <a:r>
              <a:rPr sz="2000" spc="95" dirty="0">
                <a:solidFill>
                  <a:srgbClr val="FFFFFF"/>
                </a:solidFill>
                <a:latin typeface="Times New Roman"/>
                <a:cs typeface="Times New Roman"/>
              </a:rPr>
              <a:t>components </a:t>
            </a:r>
            <a:r>
              <a:rPr sz="2000" spc="60" dirty="0">
                <a:solidFill>
                  <a:srgbClr val="FFFFFF"/>
                </a:solidFill>
                <a:latin typeface="Times New Roman"/>
                <a:cs typeface="Times New Roman"/>
              </a:rPr>
              <a:t>come </a:t>
            </a:r>
            <a:r>
              <a:rPr sz="2000" spc="80" dirty="0">
                <a:solidFill>
                  <a:srgbClr val="FFFFFF"/>
                </a:solidFill>
                <a:latin typeface="Times New Roman"/>
                <a:cs typeface="Times New Roman"/>
              </a:rPr>
              <a:t>together </a:t>
            </a:r>
            <a:r>
              <a:rPr sz="2000" spc="110" dirty="0">
                <a:solidFill>
                  <a:srgbClr val="FFFFFF"/>
                </a:solidFill>
                <a:latin typeface="Times New Roman"/>
                <a:cs typeface="Times New Roman"/>
              </a:rPr>
              <a:t>to </a:t>
            </a:r>
            <a:r>
              <a:rPr sz="2000" spc="70" dirty="0">
                <a:solidFill>
                  <a:srgbClr val="FFFFFF"/>
                </a:solidFill>
                <a:latin typeface="Times New Roman"/>
                <a:cs typeface="Times New Roman"/>
              </a:rPr>
              <a:t>form </a:t>
            </a:r>
            <a:r>
              <a:rPr sz="2000" spc="110" dirty="0">
                <a:solidFill>
                  <a:srgbClr val="FFFFFF"/>
                </a:solidFill>
                <a:latin typeface="Times New Roman"/>
                <a:cs typeface="Times New Roman"/>
              </a:rPr>
              <a:t>the </a:t>
            </a:r>
            <a:r>
              <a:rPr sz="2000" spc="30" dirty="0">
                <a:solidFill>
                  <a:srgbClr val="FFFFFF"/>
                </a:solidFill>
                <a:latin typeface="Times New Roman"/>
                <a:cs typeface="Times New Roman"/>
              </a:rPr>
              <a:t>basic </a:t>
            </a:r>
            <a:r>
              <a:rPr sz="2000" spc="75" dirty="0">
                <a:solidFill>
                  <a:srgbClr val="FFFFFF"/>
                </a:solidFill>
                <a:latin typeface="Times New Roman"/>
                <a:cs typeface="Times New Roman"/>
              </a:rPr>
              <a:t>architecture </a:t>
            </a:r>
            <a:r>
              <a:rPr sz="2000" spc="55" dirty="0">
                <a:solidFill>
                  <a:srgbClr val="FFFFFF"/>
                </a:solidFill>
                <a:latin typeface="Times New Roman"/>
                <a:cs typeface="Times New Roman"/>
              </a:rPr>
              <a:t>of </a:t>
            </a:r>
            <a:r>
              <a:rPr sz="2000" spc="90" dirty="0">
                <a:solidFill>
                  <a:srgbClr val="FFFFFF"/>
                </a:solidFill>
                <a:latin typeface="Times New Roman"/>
                <a:cs typeface="Times New Roman"/>
              </a:rPr>
              <a:t>SQL  </a:t>
            </a:r>
            <a:r>
              <a:rPr sz="2000" spc="60" dirty="0">
                <a:solidFill>
                  <a:srgbClr val="FFFFFF"/>
                </a:solidFill>
                <a:latin typeface="Times New Roman"/>
                <a:cs typeface="Times New Roman"/>
              </a:rPr>
              <a:t>Server </a:t>
            </a:r>
            <a:r>
              <a:rPr sz="2000" spc="-75" dirty="0">
                <a:solidFill>
                  <a:srgbClr val="FFFFFF"/>
                </a:solidFill>
                <a:latin typeface="Times New Roman"/>
                <a:cs typeface="Times New Roman"/>
              </a:rPr>
              <a:t>2019. </a:t>
            </a:r>
            <a:r>
              <a:rPr sz="2000" spc="90" dirty="0">
                <a:solidFill>
                  <a:srgbClr val="FFFFFF"/>
                </a:solidFill>
                <a:latin typeface="Times New Roman"/>
                <a:cs typeface="Times New Roman"/>
              </a:rPr>
              <a:t>These </a:t>
            </a:r>
            <a:r>
              <a:rPr sz="2000" spc="95" dirty="0">
                <a:solidFill>
                  <a:srgbClr val="FFFFFF"/>
                </a:solidFill>
                <a:latin typeface="Times New Roman"/>
                <a:cs typeface="Times New Roman"/>
              </a:rPr>
              <a:t>components </a:t>
            </a:r>
            <a:r>
              <a:rPr sz="2000" spc="75" dirty="0">
                <a:solidFill>
                  <a:srgbClr val="FFFFFF"/>
                </a:solidFill>
                <a:latin typeface="Times New Roman"/>
                <a:cs typeface="Times New Roman"/>
              </a:rPr>
              <a:t>can </a:t>
            </a:r>
            <a:r>
              <a:rPr sz="2000" spc="70" dirty="0">
                <a:solidFill>
                  <a:srgbClr val="FFFFFF"/>
                </a:solidFill>
                <a:latin typeface="Times New Roman"/>
                <a:cs typeface="Times New Roman"/>
              </a:rPr>
              <a:t>be </a:t>
            </a:r>
            <a:r>
              <a:rPr sz="2000" spc="80" dirty="0">
                <a:solidFill>
                  <a:srgbClr val="FFFFFF"/>
                </a:solidFill>
                <a:latin typeface="Times New Roman"/>
                <a:cs typeface="Times New Roman"/>
              </a:rPr>
              <a:t>represented </a:t>
            </a:r>
            <a:r>
              <a:rPr sz="2000" spc="114" dirty="0">
                <a:solidFill>
                  <a:srgbClr val="FFFFFF"/>
                </a:solidFill>
                <a:latin typeface="Times New Roman"/>
                <a:cs typeface="Times New Roman"/>
              </a:rPr>
              <a:t>under </a:t>
            </a:r>
            <a:r>
              <a:rPr sz="2000" spc="95" dirty="0">
                <a:solidFill>
                  <a:srgbClr val="FFFFFF"/>
                </a:solidFill>
                <a:latin typeface="Times New Roman"/>
                <a:cs typeface="Times New Roman"/>
              </a:rPr>
              <a:t>three </a:t>
            </a:r>
            <a:r>
              <a:rPr sz="2000" spc="60" dirty="0">
                <a:solidFill>
                  <a:srgbClr val="FFFFFF"/>
                </a:solidFill>
                <a:latin typeface="Times New Roman"/>
                <a:cs typeface="Times New Roman"/>
              </a:rPr>
              <a:t>major  </a:t>
            </a:r>
            <a:r>
              <a:rPr sz="2000" spc="75" dirty="0">
                <a:solidFill>
                  <a:srgbClr val="FFFFFF"/>
                </a:solidFill>
                <a:latin typeface="Times New Roman"/>
                <a:cs typeface="Times New Roman"/>
              </a:rPr>
              <a:t>heads</a:t>
            </a:r>
            <a:r>
              <a:rPr sz="2000" spc="-70" dirty="0">
                <a:solidFill>
                  <a:srgbClr val="FFFFFF"/>
                </a:solidFill>
                <a:latin typeface="Times New Roman"/>
                <a:cs typeface="Times New Roman"/>
              </a:rPr>
              <a:t> </a:t>
            </a:r>
            <a:r>
              <a:rPr sz="2000" spc="114" dirty="0">
                <a:solidFill>
                  <a:srgbClr val="FFFFFF"/>
                </a:solidFill>
                <a:latin typeface="Times New Roman"/>
                <a:cs typeface="Times New Roman"/>
              </a:rPr>
              <a:t>that</a:t>
            </a:r>
            <a:r>
              <a:rPr sz="2000" spc="-65" dirty="0">
                <a:solidFill>
                  <a:srgbClr val="FFFFFF"/>
                </a:solidFill>
                <a:latin typeface="Times New Roman"/>
                <a:cs typeface="Times New Roman"/>
              </a:rPr>
              <a:t> </a:t>
            </a:r>
            <a:r>
              <a:rPr sz="2000" spc="50" dirty="0">
                <a:solidFill>
                  <a:srgbClr val="FFFFFF"/>
                </a:solidFill>
                <a:latin typeface="Times New Roman"/>
                <a:cs typeface="Times New Roman"/>
              </a:rPr>
              <a:t>are</a:t>
            </a:r>
            <a:r>
              <a:rPr sz="2000" spc="-70" dirty="0">
                <a:solidFill>
                  <a:srgbClr val="FFFFFF"/>
                </a:solidFill>
                <a:latin typeface="Times New Roman"/>
                <a:cs typeface="Times New Roman"/>
              </a:rPr>
              <a:t> </a:t>
            </a:r>
            <a:r>
              <a:rPr sz="2000" spc="95" dirty="0">
                <a:solidFill>
                  <a:srgbClr val="FFFFFF"/>
                </a:solidFill>
                <a:latin typeface="Times New Roman"/>
                <a:cs typeface="Times New Roman"/>
              </a:rPr>
              <a:t>shown</a:t>
            </a:r>
            <a:r>
              <a:rPr sz="2000" spc="-55" dirty="0">
                <a:solidFill>
                  <a:srgbClr val="FFFFFF"/>
                </a:solidFill>
                <a:latin typeface="Times New Roman"/>
                <a:cs typeface="Times New Roman"/>
              </a:rPr>
              <a:t> </a:t>
            </a:r>
            <a:r>
              <a:rPr sz="2000" spc="95" dirty="0">
                <a:solidFill>
                  <a:srgbClr val="FFFFFF"/>
                </a:solidFill>
                <a:latin typeface="Times New Roman"/>
                <a:cs typeface="Times New Roman"/>
              </a:rPr>
              <a:t>in</a:t>
            </a:r>
            <a:r>
              <a:rPr sz="2000" spc="-75" dirty="0">
                <a:solidFill>
                  <a:srgbClr val="FFFFFF"/>
                </a:solidFill>
                <a:latin typeface="Times New Roman"/>
                <a:cs typeface="Times New Roman"/>
              </a:rPr>
              <a:t> </a:t>
            </a:r>
            <a:r>
              <a:rPr sz="2000" spc="35" dirty="0">
                <a:solidFill>
                  <a:srgbClr val="FFFFFF"/>
                </a:solidFill>
                <a:latin typeface="Times New Roman"/>
                <a:cs typeface="Times New Roman"/>
              </a:rPr>
              <a:t>figure:</a:t>
            </a:r>
            <a:endParaRPr sz="2000">
              <a:latin typeface="Times New Roman"/>
              <a:cs typeface="Times New Roman"/>
            </a:endParaRPr>
          </a:p>
        </p:txBody>
      </p:sp>
      <p:pic>
        <p:nvPicPr>
          <p:cNvPr id="7" name="object 7"/>
          <p:cNvPicPr/>
          <p:nvPr/>
        </p:nvPicPr>
        <p:blipFill>
          <a:blip r:embed="rId5" cstate="print"/>
          <a:stretch>
            <a:fillRect/>
          </a:stretch>
        </p:blipFill>
        <p:spPr>
          <a:xfrm>
            <a:off x="2292857" y="2926079"/>
            <a:ext cx="4445508" cy="2926080"/>
          </a:xfrm>
          <a:prstGeom prst="rect">
            <a:avLst/>
          </a:prstGeom>
        </p:spPr>
      </p:pic>
      <p:sp>
        <p:nvSpPr>
          <p:cNvPr id="8" name="object 8"/>
          <p:cNvSpPr txBox="1"/>
          <p:nvPr/>
        </p:nvSpPr>
        <p:spPr>
          <a:xfrm>
            <a:off x="3381502" y="5850635"/>
            <a:ext cx="2109470" cy="238760"/>
          </a:xfrm>
          <a:prstGeom prst="rect">
            <a:avLst/>
          </a:prstGeom>
        </p:spPr>
        <p:txBody>
          <a:bodyPr vert="horz" wrap="square" lIns="0" tIns="12065" rIns="0" bIns="0" rtlCol="0">
            <a:spAutoFit/>
          </a:bodyPr>
          <a:lstStyle/>
          <a:p>
            <a:pPr marL="12700">
              <a:lnSpc>
                <a:spcPct val="100000"/>
              </a:lnSpc>
              <a:spcBef>
                <a:spcPts val="95"/>
              </a:spcBef>
            </a:pPr>
            <a:r>
              <a:rPr sz="1400" b="1" spc="-5" dirty="0">
                <a:latin typeface="Times New Roman"/>
                <a:cs typeface="Times New Roman"/>
              </a:rPr>
              <a:t>Architecture </a:t>
            </a:r>
            <a:r>
              <a:rPr sz="1400" b="1" spc="35" dirty="0">
                <a:latin typeface="Times New Roman"/>
                <a:cs typeface="Times New Roman"/>
              </a:rPr>
              <a:t>of </a:t>
            </a:r>
            <a:r>
              <a:rPr sz="1400" b="1" dirty="0">
                <a:latin typeface="Times New Roman"/>
                <a:cs typeface="Times New Roman"/>
              </a:rPr>
              <a:t>SQL</a:t>
            </a:r>
            <a:r>
              <a:rPr sz="1400" b="1" spc="-260" dirty="0">
                <a:latin typeface="Times New Roman"/>
                <a:cs typeface="Times New Roman"/>
              </a:rPr>
              <a:t> </a:t>
            </a:r>
            <a:r>
              <a:rPr sz="1400" b="1" spc="-20" dirty="0">
                <a:latin typeface="Times New Roman"/>
                <a:cs typeface="Times New Roman"/>
              </a:rPr>
              <a:t>Server</a:t>
            </a:r>
            <a:endParaRPr sz="1400">
              <a:latin typeface="Times New Roman"/>
              <a:cs typeface="Times New Roman"/>
            </a:endParaRPr>
          </a:p>
        </p:txBody>
      </p:sp>
      <p:sp>
        <p:nvSpPr>
          <p:cNvPr id="10" name="object 10"/>
          <p:cNvSpPr txBox="1"/>
          <p:nvPr/>
        </p:nvSpPr>
        <p:spPr>
          <a:xfrm>
            <a:off x="7924800" y="6569709"/>
            <a:ext cx="872490" cy="256540"/>
          </a:xfrm>
          <a:prstGeom prst="rect">
            <a:avLst/>
          </a:prstGeom>
        </p:spPr>
        <p:txBody>
          <a:bodyPr vert="horz" wrap="square" lIns="0" tIns="18415" rIns="0" bIns="0" rtlCol="0">
            <a:spAutoFit/>
          </a:bodyPr>
          <a:lstStyle/>
          <a:p>
            <a:pPr marL="12700">
              <a:lnSpc>
                <a:spcPct val="100000"/>
              </a:lnSpc>
              <a:spcBef>
                <a:spcPts val="145"/>
              </a:spcBef>
            </a:pPr>
            <a:r>
              <a:rPr sz="1800" spc="52" baseline="4629" dirty="0">
                <a:latin typeface="Times New Roman"/>
                <a:cs typeface="Times New Roman"/>
              </a:rPr>
              <a:t>Session </a:t>
            </a:r>
            <a:r>
              <a:rPr sz="1800" spc="37" baseline="4629" dirty="0">
                <a:latin typeface="Times New Roman"/>
                <a:cs typeface="Times New Roman"/>
              </a:rPr>
              <a:t>3/</a:t>
            </a:r>
            <a:r>
              <a:rPr sz="1800" spc="-277" baseline="4629" dirty="0">
                <a:latin typeface="Times New Roman"/>
                <a:cs typeface="Times New Roman"/>
              </a:rPr>
              <a:t> </a:t>
            </a:r>
            <a:fld id="{81D60167-4931-47E6-BA6A-407CBD079E47}" type="slidenum">
              <a:rPr sz="1200" spc="-80" dirty="0">
                <a:latin typeface="Times New Roman"/>
                <a:cs typeface="Times New Roman"/>
              </a:rPr>
              <a:t>5</a:t>
            </a:fld>
            <a:endParaRPr sz="1200">
              <a:latin typeface="Times New Roman"/>
              <a:cs typeface="Times New Roman"/>
            </a:endParaRPr>
          </a:p>
        </p:txBody>
      </p:sp>
      <p:sp>
        <p:nvSpPr>
          <p:cNvPr id="11" name="object 11"/>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4752" y="207263"/>
            <a:ext cx="7302500" cy="513080"/>
          </a:xfrm>
          <a:prstGeom prst="rect">
            <a:avLst/>
          </a:prstGeom>
        </p:spPr>
        <p:txBody>
          <a:bodyPr vert="horz" wrap="square" lIns="0" tIns="12065" rIns="0" bIns="0" rtlCol="0">
            <a:spAutoFit/>
          </a:bodyPr>
          <a:lstStyle/>
          <a:p>
            <a:pPr marL="12700">
              <a:lnSpc>
                <a:spcPct val="100000"/>
              </a:lnSpc>
              <a:spcBef>
                <a:spcPts val="95"/>
              </a:spcBef>
            </a:pPr>
            <a:r>
              <a:rPr sz="3200" b="0" spc="-5" dirty="0">
                <a:latin typeface="Times New Roman"/>
                <a:cs typeface="Times New Roman"/>
              </a:rPr>
              <a:t>Basic</a:t>
            </a:r>
            <a:r>
              <a:rPr sz="3200" b="0" spc="-100" dirty="0">
                <a:latin typeface="Times New Roman"/>
                <a:cs typeface="Times New Roman"/>
              </a:rPr>
              <a:t> </a:t>
            </a:r>
            <a:r>
              <a:rPr sz="3200" b="0" spc="140" dirty="0">
                <a:latin typeface="Times New Roman"/>
                <a:cs typeface="Times New Roman"/>
              </a:rPr>
              <a:t>Architecture</a:t>
            </a:r>
            <a:r>
              <a:rPr sz="3200" b="0" spc="-90" dirty="0">
                <a:latin typeface="Times New Roman"/>
                <a:cs typeface="Times New Roman"/>
              </a:rPr>
              <a:t> </a:t>
            </a:r>
            <a:r>
              <a:rPr sz="3200" b="0" spc="90" dirty="0">
                <a:latin typeface="Times New Roman"/>
                <a:cs typeface="Times New Roman"/>
              </a:rPr>
              <a:t>of</a:t>
            </a:r>
            <a:r>
              <a:rPr sz="3200" b="0" spc="-125" dirty="0">
                <a:latin typeface="Times New Roman"/>
                <a:cs typeface="Times New Roman"/>
              </a:rPr>
              <a:t> </a:t>
            </a:r>
            <a:r>
              <a:rPr sz="3200" b="0" spc="155" dirty="0">
                <a:latin typeface="Times New Roman"/>
                <a:cs typeface="Times New Roman"/>
              </a:rPr>
              <a:t>SQL</a:t>
            </a:r>
            <a:r>
              <a:rPr sz="3200" b="0" spc="-105" dirty="0">
                <a:latin typeface="Times New Roman"/>
                <a:cs typeface="Times New Roman"/>
              </a:rPr>
              <a:t> </a:t>
            </a:r>
            <a:r>
              <a:rPr sz="3200" b="0" spc="100" dirty="0">
                <a:latin typeface="Times New Roman"/>
                <a:cs typeface="Times New Roman"/>
              </a:rPr>
              <a:t>Server</a:t>
            </a:r>
            <a:r>
              <a:rPr sz="3200" b="0" spc="-110" dirty="0">
                <a:latin typeface="Times New Roman"/>
                <a:cs typeface="Times New Roman"/>
              </a:rPr>
              <a:t> </a:t>
            </a:r>
            <a:r>
              <a:rPr sz="3200" b="0" spc="-145" dirty="0">
                <a:latin typeface="Times New Roman"/>
                <a:cs typeface="Times New Roman"/>
              </a:rPr>
              <a:t>2019</a:t>
            </a:r>
            <a:r>
              <a:rPr sz="3200" b="0" spc="-125" dirty="0">
                <a:latin typeface="Times New Roman"/>
                <a:cs typeface="Times New Roman"/>
              </a:rPr>
              <a:t> </a:t>
            </a:r>
            <a:r>
              <a:rPr sz="3200" b="0" spc="-40" dirty="0">
                <a:latin typeface="Times New Roman"/>
                <a:cs typeface="Times New Roman"/>
              </a:rPr>
              <a:t>2-4</a:t>
            </a:r>
            <a:endParaRPr sz="3200">
              <a:latin typeface="Times New Roman"/>
              <a:cs typeface="Times New Roman"/>
            </a:endParaRPr>
          </a:p>
        </p:txBody>
      </p:sp>
      <p:grpSp>
        <p:nvGrpSpPr>
          <p:cNvPr id="3" name="object 3"/>
          <p:cNvGrpSpPr/>
          <p:nvPr/>
        </p:nvGrpSpPr>
        <p:grpSpPr>
          <a:xfrm>
            <a:off x="260604" y="1056132"/>
            <a:ext cx="8616315" cy="1590675"/>
            <a:chOff x="260604" y="1056132"/>
            <a:chExt cx="8616315" cy="1590675"/>
          </a:xfrm>
        </p:grpSpPr>
        <p:pic>
          <p:nvPicPr>
            <p:cNvPr id="4" name="object 4"/>
            <p:cNvPicPr/>
            <p:nvPr/>
          </p:nvPicPr>
          <p:blipFill>
            <a:blip r:embed="rId3" cstate="print"/>
            <a:stretch>
              <a:fillRect/>
            </a:stretch>
          </p:blipFill>
          <p:spPr>
            <a:xfrm>
              <a:off x="260604" y="1056132"/>
              <a:ext cx="8615934" cy="1590294"/>
            </a:xfrm>
            <a:prstGeom prst="rect">
              <a:avLst/>
            </a:prstGeom>
          </p:spPr>
        </p:pic>
        <p:pic>
          <p:nvPicPr>
            <p:cNvPr id="5" name="object 5"/>
            <p:cNvPicPr/>
            <p:nvPr/>
          </p:nvPicPr>
          <p:blipFill>
            <a:blip r:embed="rId4" cstate="print"/>
            <a:stretch>
              <a:fillRect/>
            </a:stretch>
          </p:blipFill>
          <p:spPr>
            <a:xfrm>
              <a:off x="301752" y="1074420"/>
              <a:ext cx="8540496" cy="1514855"/>
            </a:xfrm>
            <a:prstGeom prst="rect">
              <a:avLst/>
            </a:prstGeom>
          </p:spPr>
        </p:pic>
      </p:grpSp>
      <p:sp>
        <p:nvSpPr>
          <p:cNvPr id="6" name="object 6"/>
          <p:cNvSpPr txBox="1"/>
          <p:nvPr/>
        </p:nvSpPr>
        <p:spPr>
          <a:xfrm>
            <a:off x="438404" y="1060195"/>
            <a:ext cx="8267065" cy="1427480"/>
          </a:xfrm>
          <a:prstGeom prst="rect">
            <a:avLst/>
          </a:prstGeom>
        </p:spPr>
        <p:txBody>
          <a:bodyPr vert="horz" wrap="square" lIns="0" tIns="46990" rIns="0" bIns="0" rtlCol="0">
            <a:spAutoFit/>
          </a:bodyPr>
          <a:lstStyle/>
          <a:p>
            <a:pPr marL="12700" marR="5080" algn="just">
              <a:lnSpc>
                <a:spcPts val="2160"/>
              </a:lnSpc>
              <a:spcBef>
                <a:spcPts val="370"/>
              </a:spcBef>
            </a:pPr>
            <a:r>
              <a:rPr sz="2000" b="1" spc="5" dirty="0">
                <a:solidFill>
                  <a:srgbClr val="FFFFFF"/>
                </a:solidFill>
                <a:latin typeface="Times New Roman"/>
                <a:cs typeface="Times New Roman"/>
              </a:rPr>
              <a:t>Tools:</a:t>
            </a:r>
            <a:r>
              <a:rPr sz="2000" b="1" spc="-50" dirty="0">
                <a:solidFill>
                  <a:srgbClr val="FFFFFF"/>
                </a:solidFill>
                <a:latin typeface="Times New Roman"/>
                <a:cs typeface="Times New Roman"/>
              </a:rPr>
              <a:t> </a:t>
            </a:r>
            <a:r>
              <a:rPr sz="2000" spc="105" dirty="0">
                <a:solidFill>
                  <a:srgbClr val="FFFFFF"/>
                </a:solidFill>
                <a:latin typeface="Times New Roman"/>
                <a:cs typeface="Times New Roman"/>
              </a:rPr>
              <a:t>There</a:t>
            </a:r>
            <a:r>
              <a:rPr sz="2000" spc="-25" dirty="0">
                <a:solidFill>
                  <a:srgbClr val="FFFFFF"/>
                </a:solidFill>
                <a:latin typeface="Times New Roman"/>
                <a:cs typeface="Times New Roman"/>
              </a:rPr>
              <a:t> </a:t>
            </a:r>
            <a:r>
              <a:rPr sz="2000" spc="50" dirty="0">
                <a:solidFill>
                  <a:srgbClr val="FFFFFF"/>
                </a:solidFill>
                <a:latin typeface="Times New Roman"/>
                <a:cs typeface="Times New Roman"/>
              </a:rPr>
              <a:t>are</a:t>
            </a:r>
            <a:r>
              <a:rPr sz="2000" spc="-30" dirty="0">
                <a:solidFill>
                  <a:srgbClr val="FFFFFF"/>
                </a:solidFill>
                <a:latin typeface="Times New Roman"/>
                <a:cs typeface="Times New Roman"/>
              </a:rPr>
              <a:t> </a:t>
            </a:r>
            <a:r>
              <a:rPr sz="2000" spc="30" dirty="0">
                <a:solidFill>
                  <a:srgbClr val="FFFFFF"/>
                </a:solidFill>
                <a:latin typeface="Times New Roman"/>
                <a:cs typeface="Times New Roman"/>
              </a:rPr>
              <a:t>a</a:t>
            </a:r>
            <a:r>
              <a:rPr sz="2000" spc="-20" dirty="0">
                <a:solidFill>
                  <a:srgbClr val="FFFFFF"/>
                </a:solidFill>
                <a:latin typeface="Times New Roman"/>
                <a:cs typeface="Times New Roman"/>
              </a:rPr>
              <a:t> </a:t>
            </a:r>
            <a:r>
              <a:rPr sz="2000" spc="105" dirty="0">
                <a:solidFill>
                  <a:srgbClr val="FFFFFF"/>
                </a:solidFill>
                <a:latin typeface="Times New Roman"/>
                <a:cs typeface="Times New Roman"/>
              </a:rPr>
              <a:t>number</a:t>
            </a:r>
            <a:r>
              <a:rPr sz="2000" spc="-30" dirty="0">
                <a:solidFill>
                  <a:srgbClr val="FFFFFF"/>
                </a:solidFill>
                <a:latin typeface="Times New Roman"/>
                <a:cs typeface="Times New Roman"/>
              </a:rPr>
              <a:t> </a:t>
            </a:r>
            <a:r>
              <a:rPr sz="2000" spc="55" dirty="0">
                <a:solidFill>
                  <a:srgbClr val="FFFFFF"/>
                </a:solidFill>
                <a:latin typeface="Times New Roman"/>
                <a:cs typeface="Times New Roman"/>
              </a:rPr>
              <a:t>of</a:t>
            </a:r>
            <a:r>
              <a:rPr sz="2000" spc="-35" dirty="0">
                <a:solidFill>
                  <a:srgbClr val="FFFFFF"/>
                </a:solidFill>
                <a:latin typeface="Times New Roman"/>
                <a:cs typeface="Times New Roman"/>
              </a:rPr>
              <a:t> </a:t>
            </a:r>
            <a:r>
              <a:rPr sz="2000" spc="65" dirty="0">
                <a:solidFill>
                  <a:srgbClr val="FFFFFF"/>
                </a:solidFill>
                <a:latin typeface="Times New Roman"/>
                <a:cs typeface="Times New Roman"/>
              </a:rPr>
              <a:t>tools</a:t>
            </a:r>
            <a:r>
              <a:rPr sz="2000" spc="-20" dirty="0">
                <a:solidFill>
                  <a:srgbClr val="FFFFFF"/>
                </a:solidFill>
                <a:latin typeface="Times New Roman"/>
                <a:cs typeface="Times New Roman"/>
              </a:rPr>
              <a:t> </a:t>
            </a:r>
            <a:r>
              <a:rPr sz="2000" spc="114" dirty="0">
                <a:solidFill>
                  <a:srgbClr val="FFFFFF"/>
                </a:solidFill>
                <a:latin typeface="Times New Roman"/>
                <a:cs typeface="Times New Roman"/>
              </a:rPr>
              <a:t>that</a:t>
            </a:r>
            <a:r>
              <a:rPr sz="2000" spc="-30" dirty="0">
                <a:solidFill>
                  <a:srgbClr val="FFFFFF"/>
                </a:solidFill>
                <a:latin typeface="Times New Roman"/>
                <a:cs typeface="Times New Roman"/>
              </a:rPr>
              <a:t> </a:t>
            </a:r>
            <a:r>
              <a:rPr sz="2000" spc="55" dirty="0">
                <a:solidFill>
                  <a:srgbClr val="FFFFFF"/>
                </a:solidFill>
                <a:latin typeface="Times New Roman"/>
                <a:cs typeface="Times New Roman"/>
              </a:rPr>
              <a:t>are</a:t>
            </a:r>
            <a:r>
              <a:rPr sz="2000" spc="-30" dirty="0">
                <a:solidFill>
                  <a:srgbClr val="FFFFFF"/>
                </a:solidFill>
                <a:latin typeface="Times New Roman"/>
                <a:cs typeface="Times New Roman"/>
              </a:rPr>
              <a:t> </a:t>
            </a:r>
            <a:r>
              <a:rPr sz="2000" spc="80" dirty="0">
                <a:solidFill>
                  <a:srgbClr val="FFFFFF"/>
                </a:solidFill>
                <a:latin typeface="Times New Roman"/>
                <a:cs typeface="Times New Roman"/>
              </a:rPr>
              <a:t>provided</a:t>
            </a:r>
            <a:r>
              <a:rPr sz="2000" spc="-35" dirty="0">
                <a:solidFill>
                  <a:srgbClr val="FFFFFF"/>
                </a:solidFill>
                <a:latin typeface="Times New Roman"/>
                <a:cs typeface="Times New Roman"/>
              </a:rPr>
              <a:t> </a:t>
            </a:r>
            <a:r>
              <a:rPr sz="2000" spc="90" dirty="0">
                <a:solidFill>
                  <a:srgbClr val="FFFFFF"/>
                </a:solidFill>
                <a:latin typeface="Times New Roman"/>
                <a:cs typeface="Times New Roman"/>
              </a:rPr>
              <a:t>in</a:t>
            </a:r>
            <a:r>
              <a:rPr sz="2000" spc="-30" dirty="0">
                <a:solidFill>
                  <a:srgbClr val="FFFFFF"/>
                </a:solidFill>
                <a:latin typeface="Times New Roman"/>
                <a:cs typeface="Times New Roman"/>
              </a:rPr>
              <a:t> </a:t>
            </a:r>
            <a:r>
              <a:rPr sz="2000" spc="90" dirty="0">
                <a:solidFill>
                  <a:srgbClr val="FFFFFF"/>
                </a:solidFill>
                <a:latin typeface="Times New Roman"/>
                <a:cs typeface="Times New Roman"/>
              </a:rPr>
              <a:t>SQL</a:t>
            </a:r>
            <a:r>
              <a:rPr sz="2000" spc="-35" dirty="0">
                <a:solidFill>
                  <a:srgbClr val="FFFFFF"/>
                </a:solidFill>
                <a:latin typeface="Times New Roman"/>
                <a:cs typeface="Times New Roman"/>
              </a:rPr>
              <a:t> </a:t>
            </a:r>
            <a:r>
              <a:rPr sz="2000" spc="60" dirty="0">
                <a:solidFill>
                  <a:srgbClr val="FFFFFF"/>
                </a:solidFill>
                <a:latin typeface="Times New Roman"/>
                <a:cs typeface="Times New Roman"/>
              </a:rPr>
              <a:t>Server</a:t>
            </a:r>
            <a:r>
              <a:rPr sz="2000" spc="-20" dirty="0">
                <a:solidFill>
                  <a:srgbClr val="FFFFFF"/>
                </a:solidFill>
                <a:latin typeface="Times New Roman"/>
                <a:cs typeface="Times New Roman"/>
              </a:rPr>
              <a:t> </a:t>
            </a:r>
            <a:r>
              <a:rPr sz="2000" spc="-90" dirty="0">
                <a:solidFill>
                  <a:srgbClr val="FFFFFF"/>
                </a:solidFill>
                <a:latin typeface="Times New Roman"/>
                <a:cs typeface="Times New Roman"/>
              </a:rPr>
              <a:t>2019</a:t>
            </a:r>
            <a:r>
              <a:rPr sz="2000" spc="-35" dirty="0">
                <a:solidFill>
                  <a:srgbClr val="FFFFFF"/>
                </a:solidFill>
                <a:latin typeface="Times New Roman"/>
                <a:cs typeface="Times New Roman"/>
              </a:rPr>
              <a:t> </a:t>
            </a:r>
            <a:r>
              <a:rPr sz="2000" spc="65" dirty="0">
                <a:solidFill>
                  <a:srgbClr val="FFFFFF"/>
                </a:solidFill>
                <a:latin typeface="Times New Roman"/>
                <a:cs typeface="Times New Roman"/>
              </a:rPr>
              <a:t>for  </a:t>
            </a:r>
            <a:r>
              <a:rPr sz="2000" spc="80" dirty="0">
                <a:solidFill>
                  <a:srgbClr val="FFFFFF"/>
                </a:solidFill>
                <a:latin typeface="Times New Roman"/>
                <a:cs typeface="Times New Roman"/>
              </a:rPr>
              <a:t>development </a:t>
            </a:r>
            <a:r>
              <a:rPr sz="2000" spc="110" dirty="0">
                <a:solidFill>
                  <a:srgbClr val="FFFFFF"/>
                </a:solidFill>
                <a:latin typeface="Times New Roman"/>
                <a:cs typeface="Times New Roman"/>
              </a:rPr>
              <a:t>and </a:t>
            </a:r>
            <a:r>
              <a:rPr sz="2000" spc="75" dirty="0">
                <a:solidFill>
                  <a:srgbClr val="FFFFFF"/>
                </a:solidFill>
                <a:latin typeface="Times New Roman"/>
                <a:cs typeface="Times New Roman"/>
              </a:rPr>
              <a:t>query </a:t>
            </a:r>
            <a:r>
              <a:rPr sz="2000" spc="80" dirty="0">
                <a:solidFill>
                  <a:srgbClr val="FFFFFF"/>
                </a:solidFill>
                <a:latin typeface="Times New Roman"/>
                <a:cs typeface="Times New Roman"/>
              </a:rPr>
              <a:t>management </a:t>
            </a:r>
            <a:r>
              <a:rPr sz="2000" spc="55" dirty="0">
                <a:solidFill>
                  <a:srgbClr val="FFFFFF"/>
                </a:solidFill>
                <a:latin typeface="Times New Roman"/>
                <a:cs typeface="Times New Roman"/>
              </a:rPr>
              <a:t>of </a:t>
            </a:r>
            <a:r>
              <a:rPr sz="2000" spc="30" dirty="0">
                <a:solidFill>
                  <a:srgbClr val="FFFFFF"/>
                </a:solidFill>
                <a:latin typeface="Times New Roman"/>
                <a:cs typeface="Times New Roman"/>
              </a:rPr>
              <a:t>a </a:t>
            </a:r>
            <a:r>
              <a:rPr sz="2000" spc="55" dirty="0">
                <a:solidFill>
                  <a:srgbClr val="FFFFFF"/>
                </a:solidFill>
                <a:latin typeface="Times New Roman"/>
                <a:cs typeface="Times New Roman"/>
              </a:rPr>
              <a:t>database. </a:t>
            </a:r>
            <a:r>
              <a:rPr sz="2000" spc="125" dirty="0">
                <a:solidFill>
                  <a:srgbClr val="FFFFFF"/>
                </a:solidFill>
                <a:latin typeface="Times New Roman"/>
                <a:cs typeface="Times New Roman"/>
              </a:rPr>
              <a:t>The </a:t>
            </a:r>
            <a:r>
              <a:rPr sz="2000" spc="95" dirty="0">
                <a:solidFill>
                  <a:srgbClr val="FFFFFF"/>
                </a:solidFill>
                <a:latin typeface="Times New Roman"/>
                <a:cs typeface="Times New Roman"/>
              </a:rPr>
              <a:t>SQL </a:t>
            </a:r>
            <a:r>
              <a:rPr sz="2000" spc="60" dirty="0">
                <a:solidFill>
                  <a:srgbClr val="FFFFFF"/>
                </a:solidFill>
                <a:latin typeface="Times New Roman"/>
                <a:cs typeface="Times New Roman"/>
              </a:rPr>
              <a:t>Server  </a:t>
            </a:r>
            <a:r>
              <a:rPr sz="2000" spc="65" dirty="0">
                <a:solidFill>
                  <a:srgbClr val="FFFFFF"/>
                </a:solidFill>
                <a:latin typeface="Times New Roman"/>
                <a:cs typeface="Times New Roman"/>
              </a:rPr>
              <a:t>Installation </a:t>
            </a:r>
            <a:r>
              <a:rPr sz="2000" spc="125" dirty="0">
                <a:solidFill>
                  <a:srgbClr val="FFFFFF"/>
                </a:solidFill>
                <a:latin typeface="Times New Roman"/>
                <a:cs typeface="Times New Roman"/>
              </a:rPr>
              <a:t>Center </a:t>
            </a:r>
            <a:r>
              <a:rPr sz="2000" spc="95" dirty="0">
                <a:solidFill>
                  <a:srgbClr val="FFFFFF"/>
                </a:solidFill>
                <a:latin typeface="Times New Roman"/>
                <a:cs typeface="Times New Roman"/>
              </a:rPr>
              <a:t>must </a:t>
            </a:r>
            <a:r>
              <a:rPr sz="2000" spc="70" dirty="0">
                <a:solidFill>
                  <a:srgbClr val="FFFFFF"/>
                </a:solidFill>
                <a:latin typeface="Times New Roman"/>
                <a:cs typeface="Times New Roman"/>
              </a:rPr>
              <a:t>be </a:t>
            </a:r>
            <a:r>
              <a:rPr sz="2000" spc="80" dirty="0">
                <a:solidFill>
                  <a:srgbClr val="FFFFFF"/>
                </a:solidFill>
                <a:latin typeface="Times New Roman"/>
                <a:cs typeface="Times New Roman"/>
              </a:rPr>
              <a:t>used </a:t>
            </a:r>
            <a:r>
              <a:rPr sz="2000" spc="110" dirty="0">
                <a:solidFill>
                  <a:srgbClr val="FFFFFF"/>
                </a:solidFill>
                <a:latin typeface="Times New Roman"/>
                <a:cs typeface="Times New Roman"/>
              </a:rPr>
              <a:t>to </a:t>
            </a:r>
            <a:r>
              <a:rPr sz="2000" spc="50" dirty="0">
                <a:solidFill>
                  <a:srgbClr val="FFFFFF"/>
                </a:solidFill>
                <a:latin typeface="Times New Roman"/>
                <a:cs typeface="Times New Roman"/>
              </a:rPr>
              <a:t>install </a:t>
            </a:r>
            <a:r>
              <a:rPr sz="2000" spc="90" dirty="0">
                <a:solidFill>
                  <a:srgbClr val="FFFFFF"/>
                </a:solidFill>
                <a:latin typeface="Times New Roman"/>
                <a:cs typeface="Times New Roman"/>
              </a:rPr>
              <a:t>SQL </a:t>
            </a:r>
            <a:r>
              <a:rPr sz="2000" spc="60" dirty="0">
                <a:solidFill>
                  <a:srgbClr val="FFFFFF"/>
                </a:solidFill>
                <a:latin typeface="Times New Roman"/>
                <a:cs typeface="Times New Roman"/>
              </a:rPr>
              <a:t>Server </a:t>
            </a:r>
            <a:r>
              <a:rPr sz="2000" spc="65" dirty="0">
                <a:solidFill>
                  <a:srgbClr val="FFFFFF"/>
                </a:solidFill>
                <a:latin typeface="Times New Roman"/>
                <a:cs typeface="Times New Roman"/>
              </a:rPr>
              <a:t>program </a:t>
            </a:r>
            <a:r>
              <a:rPr sz="2000" spc="60" dirty="0">
                <a:solidFill>
                  <a:srgbClr val="FFFFFF"/>
                </a:solidFill>
                <a:latin typeface="Times New Roman"/>
                <a:cs typeface="Times New Roman"/>
              </a:rPr>
              <a:t>features  </a:t>
            </a:r>
            <a:r>
              <a:rPr sz="2000" spc="110" dirty="0">
                <a:solidFill>
                  <a:srgbClr val="FFFFFF"/>
                </a:solidFill>
                <a:latin typeface="Times New Roman"/>
                <a:cs typeface="Times New Roman"/>
              </a:rPr>
              <a:t>and </a:t>
            </a:r>
            <a:r>
              <a:rPr sz="2000" spc="55" dirty="0">
                <a:solidFill>
                  <a:srgbClr val="FFFFFF"/>
                </a:solidFill>
                <a:latin typeface="Times New Roman"/>
                <a:cs typeface="Times New Roman"/>
              </a:rPr>
              <a:t>tools. </a:t>
            </a:r>
            <a:r>
              <a:rPr sz="2000" spc="60" dirty="0">
                <a:solidFill>
                  <a:srgbClr val="FFFFFF"/>
                </a:solidFill>
                <a:latin typeface="Times New Roman"/>
                <a:cs typeface="Times New Roman"/>
              </a:rPr>
              <a:t>Features </a:t>
            </a:r>
            <a:r>
              <a:rPr sz="2000" spc="75" dirty="0">
                <a:solidFill>
                  <a:srgbClr val="FFFFFF"/>
                </a:solidFill>
                <a:latin typeface="Times New Roman"/>
                <a:cs typeface="Times New Roman"/>
              </a:rPr>
              <a:t>can </a:t>
            </a:r>
            <a:r>
              <a:rPr sz="2000" spc="35" dirty="0">
                <a:solidFill>
                  <a:srgbClr val="FFFFFF"/>
                </a:solidFill>
                <a:latin typeface="Times New Roman"/>
                <a:cs typeface="Times New Roman"/>
              </a:rPr>
              <a:t>also </a:t>
            </a:r>
            <a:r>
              <a:rPr sz="2000" spc="70" dirty="0">
                <a:solidFill>
                  <a:srgbClr val="FFFFFF"/>
                </a:solidFill>
                <a:latin typeface="Times New Roman"/>
                <a:cs typeface="Times New Roman"/>
              </a:rPr>
              <a:t>be </a:t>
            </a:r>
            <a:r>
              <a:rPr sz="2000" spc="65" dirty="0">
                <a:solidFill>
                  <a:srgbClr val="FFFFFF"/>
                </a:solidFill>
                <a:latin typeface="Times New Roman"/>
                <a:cs typeface="Times New Roman"/>
              </a:rPr>
              <a:t>modified </a:t>
            </a:r>
            <a:r>
              <a:rPr sz="2000" spc="85" dirty="0">
                <a:solidFill>
                  <a:srgbClr val="FFFFFF"/>
                </a:solidFill>
                <a:latin typeface="Times New Roman"/>
                <a:cs typeface="Times New Roman"/>
              </a:rPr>
              <a:t>or </a:t>
            </a:r>
            <a:r>
              <a:rPr sz="2000" spc="75" dirty="0">
                <a:solidFill>
                  <a:srgbClr val="FFFFFF"/>
                </a:solidFill>
                <a:latin typeface="Times New Roman"/>
                <a:cs typeface="Times New Roman"/>
              </a:rPr>
              <a:t>removed </a:t>
            </a:r>
            <a:r>
              <a:rPr sz="2000" spc="65" dirty="0">
                <a:solidFill>
                  <a:srgbClr val="FFFFFF"/>
                </a:solidFill>
                <a:latin typeface="Times New Roman"/>
                <a:cs typeface="Times New Roman"/>
              </a:rPr>
              <a:t>using </a:t>
            </a:r>
            <a:r>
              <a:rPr sz="2000" spc="95" dirty="0">
                <a:solidFill>
                  <a:srgbClr val="FFFFFF"/>
                </a:solidFill>
                <a:latin typeface="Times New Roman"/>
                <a:cs typeface="Times New Roman"/>
              </a:rPr>
              <a:t>SQL </a:t>
            </a:r>
            <a:r>
              <a:rPr sz="2000" spc="60" dirty="0">
                <a:solidFill>
                  <a:srgbClr val="FFFFFF"/>
                </a:solidFill>
                <a:latin typeface="Times New Roman"/>
                <a:cs typeface="Times New Roman"/>
              </a:rPr>
              <a:t>Server  </a:t>
            </a:r>
            <a:r>
              <a:rPr sz="2000" spc="65" dirty="0">
                <a:solidFill>
                  <a:srgbClr val="FFFFFF"/>
                </a:solidFill>
                <a:latin typeface="Times New Roman"/>
                <a:cs typeface="Times New Roman"/>
              </a:rPr>
              <a:t>Installation</a:t>
            </a:r>
            <a:r>
              <a:rPr sz="2000" spc="-50" dirty="0">
                <a:solidFill>
                  <a:srgbClr val="FFFFFF"/>
                </a:solidFill>
                <a:latin typeface="Times New Roman"/>
                <a:cs typeface="Times New Roman"/>
              </a:rPr>
              <a:t> </a:t>
            </a:r>
            <a:r>
              <a:rPr sz="2000" spc="105" dirty="0">
                <a:solidFill>
                  <a:srgbClr val="FFFFFF"/>
                </a:solidFill>
                <a:latin typeface="Times New Roman"/>
                <a:cs typeface="Times New Roman"/>
              </a:rPr>
              <a:t>Center.</a:t>
            </a:r>
            <a:endParaRPr sz="2000">
              <a:latin typeface="Times New Roman"/>
              <a:cs typeface="Times New Roman"/>
            </a:endParaRPr>
          </a:p>
        </p:txBody>
      </p:sp>
      <p:pic>
        <p:nvPicPr>
          <p:cNvPr id="7" name="object 7"/>
          <p:cNvPicPr/>
          <p:nvPr/>
        </p:nvPicPr>
        <p:blipFill>
          <a:blip r:embed="rId5" cstate="print"/>
          <a:stretch>
            <a:fillRect/>
          </a:stretch>
        </p:blipFill>
        <p:spPr>
          <a:xfrm>
            <a:off x="661416" y="2683764"/>
            <a:ext cx="7821168" cy="3929634"/>
          </a:xfrm>
          <a:prstGeom prst="rect">
            <a:avLst/>
          </a:prstGeom>
        </p:spPr>
      </p:pic>
      <p:sp>
        <p:nvSpPr>
          <p:cNvPr id="9" name="object 9"/>
          <p:cNvSpPr txBox="1"/>
          <p:nvPr/>
        </p:nvSpPr>
        <p:spPr>
          <a:xfrm>
            <a:off x="7924800" y="6569709"/>
            <a:ext cx="872490" cy="256540"/>
          </a:xfrm>
          <a:prstGeom prst="rect">
            <a:avLst/>
          </a:prstGeom>
        </p:spPr>
        <p:txBody>
          <a:bodyPr vert="horz" wrap="square" lIns="0" tIns="18415" rIns="0" bIns="0" rtlCol="0">
            <a:spAutoFit/>
          </a:bodyPr>
          <a:lstStyle/>
          <a:p>
            <a:pPr marL="12700">
              <a:lnSpc>
                <a:spcPct val="100000"/>
              </a:lnSpc>
              <a:spcBef>
                <a:spcPts val="145"/>
              </a:spcBef>
            </a:pPr>
            <a:r>
              <a:rPr sz="1800" spc="52" baseline="4629" dirty="0">
                <a:latin typeface="Times New Roman"/>
                <a:cs typeface="Times New Roman"/>
              </a:rPr>
              <a:t>Session </a:t>
            </a:r>
            <a:r>
              <a:rPr sz="1800" spc="37" baseline="4629" dirty="0">
                <a:latin typeface="Times New Roman"/>
                <a:cs typeface="Times New Roman"/>
              </a:rPr>
              <a:t>3/</a:t>
            </a:r>
            <a:r>
              <a:rPr sz="1800" spc="-277" baseline="4629" dirty="0">
                <a:latin typeface="Times New Roman"/>
                <a:cs typeface="Times New Roman"/>
              </a:rPr>
              <a:t> </a:t>
            </a:r>
            <a:fld id="{81D60167-4931-47E6-BA6A-407CBD079E47}" type="slidenum">
              <a:rPr sz="1200" spc="-80" dirty="0">
                <a:latin typeface="Times New Roman"/>
                <a:cs typeface="Times New Roman"/>
              </a:rPr>
              <a:t>6</a:t>
            </a:fld>
            <a:endParaRPr sz="1200">
              <a:latin typeface="Times New Roman"/>
              <a:cs typeface="Times New Roman"/>
            </a:endParaRPr>
          </a:p>
        </p:txBody>
      </p:sp>
      <p:sp>
        <p:nvSpPr>
          <p:cNvPr id="10" name="object 10"/>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74752" y="207263"/>
            <a:ext cx="7276465" cy="513080"/>
          </a:xfrm>
          <a:prstGeom prst="rect">
            <a:avLst/>
          </a:prstGeom>
        </p:spPr>
        <p:txBody>
          <a:bodyPr vert="horz" wrap="square" lIns="0" tIns="12065" rIns="0" bIns="0" rtlCol="0">
            <a:spAutoFit/>
          </a:bodyPr>
          <a:lstStyle/>
          <a:p>
            <a:pPr marL="12700">
              <a:lnSpc>
                <a:spcPct val="100000"/>
              </a:lnSpc>
              <a:spcBef>
                <a:spcPts val="95"/>
              </a:spcBef>
            </a:pPr>
            <a:r>
              <a:rPr sz="3200" spc="-5" dirty="0">
                <a:solidFill>
                  <a:srgbClr val="FFFFFF"/>
                </a:solidFill>
                <a:latin typeface="Times New Roman"/>
                <a:cs typeface="Times New Roman"/>
              </a:rPr>
              <a:t>Basic</a:t>
            </a:r>
            <a:r>
              <a:rPr sz="3200" spc="-105" dirty="0">
                <a:solidFill>
                  <a:srgbClr val="FFFFFF"/>
                </a:solidFill>
                <a:latin typeface="Times New Roman"/>
                <a:cs typeface="Times New Roman"/>
              </a:rPr>
              <a:t> </a:t>
            </a:r>
            <a:r>
              <a:rPr sz="3200" spc="140" dirty="0">
                <a:solidFill>
                  <a:srgbClr val="FFFFFF"/>
                </a:solidFill>
                <a:latin typeface="Times New Roman"/>
                <a:cs typeface="Times New Roman"/>
              </a:rPr>
              <a:t>Architecture</a:t>
            </a:r>
            <a:r>
              <a:rPr sz="3200" spc="-90" dirty="0">
                <a:solidFill>
                  <a:srgbClr val="FFFFFF"/>
                </a:solidFill>
                <a:latin typeface="Times New Roman"/>
                <a:cs typeface="Times New Roman"/>
              </a:rPr>
              <a:t> </a:t>
            </a:r>
            <a:r>
              <a:rPr sz="3200" spc="90" dirty="0">
                <a:solidFill>
                  <a:srgbClr val="FFFFFF"/>
                </a:solidFill>
                <a:latin typeface="Times New Roman"/>
                <a:cs typeface="Times New Roman"/>
              </a:rPr>
              <a:t>of</a:t>
            </a:r>
            <a:r>
              <a:rPr sz="3200" spc="-125" dirty="0">
                <a:solidFill>
                  <a:srgbClr val="FFFFFF"/>
                </a:solidFill>
                <a:latin typeface="Times New Roman"/>
                <a:cs typeface="Times New Roman"/>
              </a:rPr>
              <a:t> </a:t>
            </a:r>
            <a:r>
              <a:rPr sz="3200" spc="155" dirty="0">
                <a:solidFill>
                  <a:srgbClr val="FFFFFF"/>
                </a:solidFill>
                <a:latin typeface="Times New Roman"/>
                <a:cs typeface="Times New Roman"/>
              </a:rPr>
              <a:t>SQL</a:t>
            </a:r>
            <a:r>
              <a:rPr sz="3200" spc="-105" dirty="0">
                <a:solidFill>
                  <a:srgbClr val="FFFFFF"/>
                </a:solidFill>
                <a:latin typeface="Times New Roman"/>
                <a:cs typeface="Times New Roman"/>
              </a:rPr>
              <a:t> </a:t>
            </a:r>
            <a:r>
              <a:rPr sz="3200" spc="100" dirty="0">
                <a:solidFill>
                  <a:srgbClr val="FFFFFF"/>
                </a:solidFill>
                <a:latin typeface="Times New Roman"/>
                <a:cs typeface="Times New Roman"/>
              </a:rPr>
              <a:t>Server</a:t>
            </a:r>
            <a:r>
              <a:rPr sz="3200" spc="-114" dirty="0">
                <a:solidFill>
                  <a:srgbClr val="FFFFFF"/>
                </a:solidFill>
                <a:latin typeface="Times New Roman"/>
                <a:cs typeface="Times New Roman"/>
              </a:rPr>
              <a:t> </a:t>
            </a:r>
            <a:r>
              <a:rPr sz="3200" spc="-145" dirty="0">
                <a:solidFill>
                  <a:srgbClr val="FFFFFF"/>
                </a:solidFill>
                <a:latin typeface="Times New Roman"/>
                <a:cs typeface="Times New Roman"/>
              </a:rPr>
              <a:t>2019</a:t>
            </a:r>
            <a:r>
              <a:rPr sz="3200" spc="-125" dirty="0">
                <a:solidFill>
                  <a:srgbClr val="FFFFFF"/>
                </a:solidFill>
                <a:latin typeface="Times New Roman"/>
                <a:cs typeface="Times New Roman"/>
              </a:rPr>
              <a:t> </a:t>
            </a:r>
            <a:r>
              <a:rPr sz="3200" spc="-105" dirty="0">
                <a:solidFill>
                  <a:srgbClr val="FFFFFF"/>
                </a:solidFill>
                <a:latin typeface="Times New Roman"/>
                <a:cs typeface="Times New Roman"/>
              </a:rPr>
              <a:t>3-4</a:t>
            </a:r>
            <a:endParaRPr sz="3200">
              <a:latin typeface="Times New Roman"/>
              <a:cs typeface="Times New Roman"/>
            </a:endParaRPr>
          </a:p>
        </p:txBody>
      </p:sp>
      <p:grpSp>
        <p:nvGrpSpPr>
          <p:cNvPr id="3" name="object 3"/>
          <p:cNvGrpSpPr/>
          <p:nvPr/>
        </p:nvGrpSpPr>
        <p:grpSpPr>
          <a:xfrm>
            <a:off x="246888" y="1205483"/>
            <a:ext cx="8818880" cy="1384300"/>
            <a:chOff x="246888" y="1205483"/>
            <a:chExt cx="8818880" cy="1384300"/>
          </a:xfrm>
        </p:grpSpPr>
        <p:pic>
          <p:nvPicPr>
            <p:cNvPr id="4" name="object 4"/>
            <p:cNvPicPr/>
            <p:nvPr/>
          </p:nvPicPr>
          <p:blipFill>
            <a:blip r:embed="rId3" cstate="print"/>
            <a:stretch>
              <a:fillRect/>
            </a:stretch>
          </p:blipFill>
          <p:spPr>
            <a:xfrm>
              <a:off x="246888" y="1205483"/>
              <a:ext cx="8818626" cy="1383791"/>
            </a:xfrm>
            <a:prstGeom prst="rect">
              <a:avLst/>
            </a:prstGeom>
          </p:spPr>
        </p:pic>
        <p:pic>
          <p:nvPicPr>
            <p:cNvPr id="5" name="object 5"/>
            <p:cNvPicPr/>
            <p:nvPr/>
          </p:nvPicPr>
          <p:blipFill>
            <a:blip r:embed="rId4" cstate="print"/>
            <a:stretch>
              <a:fillRect/>
            </a:stretch>
          </p:blipFill>
          <p:spPr>
            <a:xfrm>
              <a:off x="288036" y="1223771"/>
              <a:ext cx="8743188" cy="1308354"/>
            </a:xfrm>
            <a:prstGeom prst="rect">
              <a:avLst/>
            </a:prstGeom>
          </p:spPr>
        </p:pic>
      </p:grpSp>
      <p:sp>
        <p:nvSpPr>
          <p:cNvPr id="6" name="object 6"/>
          <p:cNvSpPr txBox="1"/>
          <p:nvPr/>
        </p:nvSpPr>
        <p:spPr>
          <a:xfrm>
            <a:off x="425958" y="1380744"/>
            <a:ext cx="8466455" cy="878840"/>
          </a:xfrm>
          <a:prstGeom prst="rect">
            <a:avLst/>
          </a:prstGeom>
        </p:spPr>
        <p:txBody>
          <a:bodyPr vert="horz" wrap="square" lIns="0" tIns="46990" rIns="0" bIns="0" rtlCol="0">
            <a:spAutoFit/>
          </a:bodyPr>
          <a:lstStyle/>
          <a:p>
            <a:pPr marL="12700" marR="5080" algn="just">
              <a:lnSpc>
                <a:spcPts val="2160"/>
              </a:lnSpc>
              <a:spcBef>
                <a:spcPts val="370"/>
              </a:spcBef>
            </a:pPr>
            <a:r>
              <a:rPr sz="2000" b="1" spc="-20" dirty="0">
                <a:solidFill>
                  <a:srgbClr val="FFFFFF"/>
                </a:solidFill>
                <a:latin typeface="Times New Roman"/>
                <a:cs typeface="Times New Roman"/>
              </a:rPr>
              <a:t>Services:</a:t>
            </a:r>
            <a:r>
              <a:rPr sz="2000" b="1" spc="5" dirty="0">
                <a:solidFill>
                  <a:srgbClr val="FFFFFF"/>
                </a:solidFill>
                <a:latin typeface="Times New Roman"/>
                <a:cs typeface="Times New Roman"/>
              </a:rPr>
              <a:t> </a:t>
            </a:r>
            <a:r>
              <a:rPr sz="2000" spc="105" dirty="0">
                <a:solidFill>
                  <a:srgbClr val="FFFFFF"/>
                </a:solidFill>
                <a:latin typeface="Times New Roman"/>
                <a:cs typeface="Times New Roman"/>
              </a:rPr>
              <a:t>There</a:t>
            </a:r>
            <a:r>
              <a:rPr sz="2000" spc="25" dirty="0">
                <a:solidFill>
                  <a:srgbClr val="FFFFFF"/>
                </a:solidFill>
                <a:latin typeface="Times New Roman"/>
                <a:cs typeface="Times New Roman"/>
              </a:rPr>
              <a:t> </a:t>
            </a:r>
            <a:r>
              <a:rPr sz="2000" spc="55" dirty="0">
                <a:solidFill>
                  <a:srgbClr val="FFFFFF"/>
                </a:solidFill>
                <a:latin typeface="Times New Roman"/>
                <a:cs typeface="Times New Roman"/>
              </a:rPr>
              <a:t>are</a:t>
            </a:r>
            <a:r>
              <a:rPr sz="2000" spc="25" dirty="0">
                <a:solidFill>
                  <a:srgbClr val="FFFFFF"/>
                </a:solidFill>
                <a:latin typeface="Times New Roman"/>
                <a:cs typeface="Times New Roman"/>
              </a:rPr>
              <a:t> </a:t>
            </a:r>
            <a:r>
              <a:rPr sz="2000" spc="60" dirty="0">
                <a:solidFill>
                  <a:srgbClr val="FFFFFF"/>
                </a:solidFill>
                <a:latin typeface="Times New Roman"/>
                <a:cs typeface="Times New Roman"/>
              </a:rPr>
              <a:t>various</a:t>
            </a:r>
            <a:r>
              <a:rPr sz="2000" spc="20" dirty="0">
                <a:solidFill>
                  <a:srgbClr val="FFFFFF"/>
                </a:solidFill>
                <a:latin typeface="Times New Roman"/>
                <a:cs typeface="Times New Roman"/>
              </a:rPr>
              <a:t> </a:t>
            </a:r>
            <a:r>
              <a:rPr sz="2000" spc="30" dirty="0">
                <a:solidFill>
                  <a:srgbClr val="FFFFFF"/>
                </a:solidFill>
                <a:latin typeface="Times New Roman"/>
                <a:cs typeface="Times New Roman"/>
              </a:rPr>
              <a:t>services</a:t>
            </a:r>
            <a:r>
              <a:rPr sz="2000" spc="25" dirty="0">
                <a:solidFill>
                  <a:srgbClr val="FFFFFF"/>
                </a:solidFill>
                <a:latin typeface="Times New Roman"/>
                <a:cs typeface="Times New Roman"/>
              </a:rPr>
              <a:t> </a:t>
            </a:r>
            <a:r>
              <a:rPr sz="2000" spc="114" dirty="0">
                <a:solidFill>
                  <a:srgbClr val="FFFFFF"/>
                </a:solidFill>
                <a:latin typeface="Times New Roman"/>
                <a:cs typeface="Times New Roman"/>
              </a:rPr>
              <a:t>that</a:t>
            </a:r>
            <a:r>
              <a:rPr sz="2000" spc="25" dirty="0">
                <a:solidFill>
                  <a:srgbClr val="FFFFFF"/>
                </a:solidFill>
                <a:latin typeface="Times New Roman"/>
                <a:cs typeface="Times New Roman"/>
              </a:rPr>
              <a:t> </a:t>
            </a:r>
            <a:r>
              <a:rPr sz="2000" spc="55" dirty="0">
                <a:solidFill>
                  <a:srgbClr val="FFFFFF"/>
                </a:solidFill>
                <a:latin typeface="Times New Roman"/>
                <a:cs typeface="Times New Roman"/>
              </a:rPr>
              <a:t>are</a:t>
            </a:r>
            <a:r>
              <a:rPr sz="2000" spc="25" dirty="0">
                <a:solidFill>
                  <a:srgbClr val="FFFFFF"/>
                </a:solidFill>
                <a:latin typeface="Times New Roman"/>
                <a:cs typeface="Times New Roman"/>
              </a:rPr>
              <a:t> </a:t>
            </a:r>
            <a:r>
              <a:rPr sz="2000" spc="80" dirty="0">
                <a:solidFill>
                  <a:srgbClr val="FFFFFF"/>
                </a:solidFill>
                <a:latin typeface="Times New Roman"/>
                <a:cs typeface="Times New Roman"/>
              </a:rPr>
              <a:t>executed</a:t>
            </a:r>
            <a:r>
              <a:rPr sz="2000" spc="30" dirty="0">
                <a:solidFill>
                  <a:srgbClr val="FFFFFF"/>
                </a:solidFill>
                <a:latin typeface="Times New Roman"/>
                <a:cs typeface="Times New Roman"/>
              </a:rPr>
              <a:t> </a:t>
            </a:r>
            <a:r>
              <a:rPr sz="2000" spc="135" dirty="0">
                <a:solidFill>
                  <a:srgbClr val="FFFFFF"/>
                </a:solidFill>
                <a:latin typeface="Times New Roman"/>
                <a:cs typeface="Times New Roman"/>
              </a:rPr>
              <a:t>on</a:t>
            </a:r>
            <a:r>
              <a:rPr sz="2000" spc="15" dirty="0">
                <a:solidFill>
                  <a:srgbClr val="FFFFFF"/>
                </a:solidFill>
                <a:latin typeface="Times New Roman"/>
                <a:cs typeface="Times New Roman"/>
              </a:rPr>
              <a:t> </a:t>
            </a:r>
            <a:r>
              <a:rPr sz="2000" spc="30" dirty="0">
                <a:solidFill>
                  <a:srgbClr val="FFFFFF"/>
                </a:solidFill>
                <a:latin typeface="Times New Roman"/>
                <a:cs typeface="Times New Roman"/>
              </a:rPr>
              <a:t>a </a:t>
            </a:r>
            <a:r>
              <a:rPr sz="2000" spc="90" dirty="0">
                <a:solidFill>
                  <a:srgbClr val="FFFFFF"/>
                </a:solidFill>
                <a:latin typeface="Times New Roman"/>
                <a:cs typeface="Times New Roman"/>
              </a:rPr>
              <a:t>computer</a:t>
            </a:r>
            <a:r>
              <a:rPr sz="2000" spc="20" dirty="0">
                <a:solidFill>
                  <a:srgbClr val="FFFFFF"/>
                </a:solidFill>
                <a:latin typeface="Times New Roman"/>
                <a:cs typeface="Times New Roman"/>
              </a:rPr>
              <a:t> </a:t>
            </a:r>
            <a:r>
              <a:rPr sz="2000" spc="110" dirty="0">
                <a:solidFill>
                  <a:srgbClr val="FFFFFF"/>
                </a:solidFill>
                <a:latin typeface="Times New Roman"/>
                <a:cs typeface="Times New Roman"/>
              </a:rPr>
              <a:t>running  </a:t>
            </a:r>
            <a:r>
              <a:rPr sz="2000" spc="90" dirty="0">
                <a:solidFill>
                  <a:srgbClr val="FFFFFF"/>
                </a:solidFill>
                <a:latin typeface="Times New Roman"/>
                <a:cs typeface="Times New Roman"/>
              </a:rPr>
              <a:t>SQL </a:t>
            </a:r>
            <a:r>
              <a:rPr sz="2000" spc="50" dirty="0">
                <a:solidFill>
                  <a:srgbClr val="FFFFFF"/>
                </a:solidFill>
                <a:latin typeface="Times New Roman"/>
                <a:cs typeface="Times New Roman"/>
              </a:rPr>
              <a:t>Server. </a:t>
            </a:r>
            <a:r>
              <a:rPr sz="2000" spc="90" dirty="0">
                <a:solidFill>
                  <a:srgbClr val="FFFFFF"/>
                </a:solidFill>
                <a:latin typeface="Times New Roman"/>
                <a:cs typeface="Times New Roman"/>
              </a:rPr>
              <a:t>These </a:t>
            </a:r>
            <a:r>
              <a:rPr sz="2000" spc="30" dirty="0">
                <a:solidFill>
                  <a:srgbClr val="FFFFFF"/>
                </a:solidFill>
                <a:latin typeface="Times New Roman"/>
                <a:cs typeface="Times New Roman"/>
              </a:rPr>
              <a:t>services </a:t>
            </a:r>
            <a:r>
              <a:rPr sz="2000" spc="135" dirty="0">
                <a:solidFill>
                  <a:srgbClr val="FFFFFF"/>
                </a:solidFill>
                <a:latin typeface="Times New Roman"/>
                <a:cs typeface="Times New Roman"/>
              </a:rPr>
              <a:t>run </a:t>
            </a:r>
            <a:r>
              <a:rPr sz="2000" spc="55" dirty="0">
                <a:solidFill>
                  <a:srgbClr val="FFFFFF"/>
                </a:solidFill>
                <a:latin typeface="Times New Roman"/>
                <a:cs typeface="Times New Roman"/>
              </a:rPr>
              <a:t>along </a:t>
            </a:r>
            <a:r>
              <a:rPr sz="2000" spc="90" dirty="0">
                <a:solidFill>
                  <a:srgbClr val="FFFFFF"/>
                </a:solidFill>
                <a:latin typeface="Times New Roman"/>
                <a:cs typeface="Times New Roman"/>
              </a:rPr>
              <a:t>with </a:t>
            </a:r>
            <a:r>
              <a:rPr sz="2000" spc="110" dirty="0">
                <a:solidFill>
                  <a:srgbClr val="FFFFFF"/>
                </a:solidFill>
                <a:latin typeface="Times New Roman"/>
                <a:cs typeface="Times New Roman"/>
              </a:rPr>
              <a:t>the </a:t>
            </a:r>
            <a:r>
              <a:rPr sz="2000" spc="105" dirty="0">
                <a:solidFill>
                  <a:srgbClr val="FFFFFF"/>
                </a:solidFill>
                <a:latin typeface="Times New Roman"/>
                <a:cs typeface="Times New Roman"/>
              </a:rPr>
              <a:t>other </a:t>
            </a:r>
            <a:r>
              <a:rPr sz="2000" spc="114" dirty="0">
                <a:solidFill>
                  <a:srgbClr val="FFFFFF"/>
                </a:solidFill>
                <a:latin typeface="Times New Roman"/>
                <a:cs typeface="Times New Roman"/>
              </a:rPr>
              <a:t>Windows </a:t>
            </a:r>
            <a:r>
              <a:rPr sz="2000" spc="30" dirty="0">
                <a:solidFill>
                  <a:srgbClr val="FFFFFF"/>
                </a:solidFill>
                <a:latin typeface="Times New Roman"/>
                <a:cs typeface="Times New Roman"/>
              </a:rPr>
              <a:t>services </a:t>
            </a:r>
            <a:r>
              <a:rPr sz="2000" spc="110" dirty="0">
                <a:solidFill>
                  <a:srgbClr val="FFFFFF"/>
                </a:solidFill>
                <a:latin typeface="Times New Roman"/>
                <a:cs typeface="Times New Roman"/>
              </a:rPr>
              <a:t>and  </a:t>
            </a:r>
            <a:r>
              <a:rPr sz="2000" spc="75" dirty="0">
                <a:solidFill>
                  <a:srgbClr val="FFFFFF"/>
                </a:solidFill>
                <a:latin typeface="Times New Roman"/>
                <a:cs typeface="Times New Roman"/>
              </a:rPr>
              <a:t>can</a:t>
            </a:r>
            <a:r>
              <a:rPr sz="2000" spc="-80" dirty="0">
                <a:solidFill>
                  <a:srgbClr val="FFFFFF"/>
                </a:solidFill>
                <a:latin typeface="Times New Roman"/>
                <a:cs typeface="Times New Roman"/>
              </a:rPr>
              <a:t> </a:t>
            </a:r>
            <a:r>
              <a:rPr sz="2000" spc="65" dirty="0">
                <a:solidFill>
                  <a:srgbClr val="FFFFFF"/>
                </a:solidFill>
                <a:latin typeface="Times New Roman"/>
                <a:cs typeface="Times New Roman"/>
              </a:rPr>
              <a:t>be</a:t>
            </a:r>
            <a:r>
              <a:rPr sz="2000" spc="-65" dirty="0">
                <a:solidFill>
                  <a:srgbClr val="FFFFFF"/>
                </a:solidFill>
                <a:latin typeface="Times New Roman"/>
                <a:cs typeface="Times New Roman"/>
              </a:rPr>
              <a:t> </a:t>
            </a:r>
            <a:r>
              <a:rPr sz="2000" spc="50" dirty="0">
                <a:solidFill>
                  <a:srgbClr val="FFFFFF"/>
                </a:solidFill>
                <a:latin typeface="Times New Roman"/>
                <a:cs typeface="Times New Roman"/>
              </a:rPr>
              <a:t>viewed</a:t>
            </a:r>
            <a:r>
              <a:rPr sz="2000" spc="-60" dirty="0">
                <a:solidFill>
                  <a:srgbClr val="FFFFFF"/>
                </a:solidFill>
                <a:latin typeface="Times New Roman"/>
                <a:cs typeface="Times New Roman"/>
              </a:rPr>
              <a:t> </a:t>
            </a:r>
            <a:r>
              <a:rPr sz="2000" spc="95" dirty="0">
                <a:solidFill>
                  <a:srgbClr val="FFFFFF"/>
                </a:solidFill>
                <a:latin typeface="Times New Roman"/>
                <a:cs typeface="Times New Roman"/>
              </a:rPr>
              <a:t>in</a:t>
            </a:r>
            <a:r>
              <a:rPr sz="2000" spc="-80" dirty="0">
                <a:solidFill>
                  <a:srgbClr val="FFFFFF"/>
                </a:solidFill>
                <a:latin typeface="Times New Roman"/>
                <a:cs typeface="Times New Roman"/>
              </a:rPr>
              <a:t> </a:t>
            </a:r>
            <a:r>
              <a:rPr sz="2000" spc="110" dirty="0">
                <a:solidFill>
                  <a:srgbClr val="FFFFFF"/>
                </a:solidFill>
                <a:latin typeface="Times New Roman"/>
                <a:cs typeface="Times New Roman"/>
              </a:rPr>
              <a:t>the</a:t>
            </a:r>
            <a:r>
              <a:rPr sz="2000" spc="-60" dirty="0">
                <a:solidFill>
                  <a:srgbClr val="FFFFFF"/>
                </a:solidFill>
                <a:latin typeface="Times New Roman"/>
                <a:cs typeface="Times New Roman"/>
              </a:rPr>
              <a:t> </a:t>
            </a:r>
            <a:r>
              <a:rPr sz="2000" spc="60" dirty="0">
                <a:solidFill>
                  <a:srgbClr val="FFFFFF"/>
                </a:solidFill>
                <a:latin typeface="Times New Roman"/>
                <a:cs typeface="Times New Roman"/>
              </a:rPr>
              <a:t>task</a:t>
            </a:r>
            <a:r>
              <a:rPr sz="2000" spc="-70" dirty="0">
                <a:solidFill>
                  <a:srgbClr val="FFFFFF"/>
                </a:solidFill>
                <a:latin typeface="Times New Roman"/>
                <a:cs typeface="Times New Roman"/>
              </a:rPr>
              <a:t> </a:t>
            </a:r>
            <a:r>
              <a:rPr sz="2000" spc="55" dirty="0">
                <a:solidFill>
                  <a:srgbClr val="FFFFFF"/>
                </a:solidFill>
                <a:latin typeface="Times New Roman"/>
                <a:cs typeface="Times New Roman"/>
              </a:rPr>
              <a:t>manager.</a:t>
            </a:r>
            <a:endParaRPr sz="2000">
              <a:latin typeface="Times New Roman"/>
              <a:cs typeface="Times New Roman"/>
            </a:endParaRPr>
          </a:p>
        </p:txBody>
      </p:sp>
      <p:pic>
        <p:nvPicPr>
          <p:cNvPr id="7" name="object 7"/>
          <p:cNvPicPr/>
          <p:nvPr/>
        </p:nvPicPr>
        <p:blipFill>
          <a:blip r:embed="rId5" cstate="print"/>
          <a:stretch>
            <a:fillRect/>
          </a:stretch>
        </p:blipFill>
        <p:spPr>
          <a:xfrm>
            <a:off x="1800605" y="2687573"/>
            <a:ext cx="5472684" cy="3544062"/>
          </a:xfrm>
          <a:prstGeom prst="rect">
            <a:avLst/>
          </a:prstGeom>
        </p:spPr>
      </p:pic>
      <p:sp>
        <p:nvSpPr>
          <p:cNvPr id="9" name="object 9"/>
          <p:cNvSpPr txBox="1"/>
          <p:nvPr/>
        </p:nvSpPr>
        <p:spPr>
          <a:xfrm>
            <a:off x="7924800" y="6569709"/>
            <a:ext cx="872490" cy="256540"/>
          </a:xfrm>
          <a:prstGeom prst="rect">
            <a:avLst/>
          </a:prstGeom>
        </p:spPr>
        <p:txBody>
          <a:bodyPr vert="horz" wrap="square" lIns="0" tIns="18415" rIns="0" bIns="0" rtlCol="0">
            <a:spAutoFit/>
          </a:bodyPr>
          <a:lstStyle/>
          <a:p>
            <a:pPr marL="12700">
              <a:lnSpc>
                <a:spcPct val="100000"/>
              </a:lnSpc>
              <a:spcBef>
                <a:spcPts val="145"/>
              </a:spcBef>
            </a:pPr>
            <a:r>
              <a:rPr sz="1800" spc="52" baseline="4629" dirty="0">
                <a:latin typeface="Times New Roman"/>
                <a:cs typeface="Times New Roman"/>
              </a:rPr>
              <a:t>Session </a:t>
            </a:r>
            <a:r>
              <a:rPr sz="1800" spc="37" baseline="4629" dirty="0">
                <a:latin typeface="Times New Roman"/>
                <a:cs typeface="Times New Roman"/>
              </a:rPr>
              <a:t>3/</a:t>
            </a:r>
            <a:r>
              <a:rPr sz="1800" spc="-277" baseline="4629" dirty="0">
                <a:latin typeface="Times New Roman"/>
                <a:cs typeface="Times New Roman"/>
              </a:rPr>
              <a:t> </a:t>
            </a:r>
            <a:fld id="{81D60167-4931-47E6-BA6A-407CBD079E47}" type="slidenum">
              <a:rPr sz="1200" spc="-80" dirty="0">
                <a:latin typeface="Times New Roman"/>
                <a:cs typeface="Times New Roman"/>
              </a:rPr>
              <a:t>7</a:t>
            </a:fld>
            <a:endParaRPr sz="1200">
              <a:latin typeface="Times New Roman"/>
              <a:cs typeface="Times New Roman"/>
            </a:endParaRPr>
          </a:p>
        </p:txBody>
      </p:sp>
      <p:sp>
        <p:nvSpPr>
          <p:cNvPr id="10" name="object 10"/>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4752" y="207263"/>
            <a:ext cx="7317740" cy="513080"/>
          </a:xfrm>
          <a:prstGeom prst="rect">
            <a:avLst/>
          </a:prstGeom>
        </p:spPr>
        <p:txBody>
          <a:bodyPr vert="horz" wrap="square" lIns="0" tIns="12065" rIns="0" bIns="0" rtlCol="0">
            <a:spAutoFit/>
          </a:bodyPr>
          <a:lstStyle/>
          <a:p>
            <a:pPr marL="12700">
              <a:lnSpc>
                <a:spcPct val="100000"/>
              </a:lnSpc>
              <a:spcBef>
                <a:spcPts val="95"/>
              </a:spcBef>
            </a:pPr>
            <a:r>
              <a:rPr sz="3200" b="0" spc="-5" dirty="0">
                <a:latin typeface="Times New Roman"/>
                <a:cs typeface="Times New Roman"/>
              </a:rPr>
              <a:t>Basic</a:t>
            </a:r>
            <a:r>
              <a:rPr sz="3200" b="0" spc="-100" dirty="0">
                <a:latin typeface="Times New Roman"/>
                <a:cs typeface="Times New Roman"/>
              </a:rPr>
              <a:t> </a:t>
            </a:r>
            <a:r>
              <a:rPr sz="3200" b="0" spc="140" dirty="0">
                <a:latin typeface="Times New Roman"/>
                <a:cs typeface="Times New Roman"/>
              </a:rPr>
              <a:t>Architecture</a:t>
            </a:r>
            <a:r>
              <a:rPr sz="3200" b="0" spc="-90" dirty="0">
                <a:latin typeface="Times New Roman"/>
                <a:cs typeface="Times New Roman"/>
              </a:rPr>
              <a:t> </a:t>
            </a:r>
            <a:r>
              <a:rPr sz="3200" b="0" spc="90" dirty="0">
                <a:latin typeface="Times New Roman"/>
                <a:cs typeface="Times New Roman"/>
              </a:rPr>
              <a:t>of</a:t>
            </a:r>
            <a:r>
              <a:rPr sz="3200" b="0" spc="-125" dirty="0">
                <a:latin typeface="Times New Roman"/>
                <a:cs typeface="Times New Roman"/>
              </a:rPr>
              <a:t> </a:t>
            </a:r>
            <a:r>
              <a:rPr sz="3200" b="0" spc="155" dirty="0">
                <a:latin typeface="Times New Roman"/>
                <a:cs typeface="Times New Roman"/>
              </a:rPr>
              <a:t>SQL</a:t>
            </a:r>
            <a:r>
              <a:rPr sz="3200" b="0" spc="-105" dirty="0">
                <a:latin typeface="Times New Roman"/>
                <a:cs typeface="Times New Roman"/>
              </a:rPr>
              <a:t> </a:t>
            </a:r>
            <a:r>
              <a:rPr sz="3200" b="0" spc="100" dirty="0">
                <a:latin typeface="Times New Roman"/>
                <a:cs typeface="Times New Roman"/>
              </a:rPr>
              <a:t>Server</a:t>
            </a:r>
            <a:r>
              <a:rPr sz="3200" b="0" spc="-110" dirty="0">
                <a:latin typeface="Times New Roman"/>
                <a:cs typeface="Times New Roman"/>
              </a:rPr>
              <a:t> </a:t>
            </a:r>
            <a:r>
              <a:rPr sz="3200" b="0" spc="-145" dirty="0">
                <a:latin typeface="Times New Roman"/>
                <a:cs typeface="Times New Roman"/>
              </a:rPr>
              <a:t>2019</a:t>
            </a:r>
            <a:r>
              <a:rPr sz="3200" b="0" spc="-125" dirty="0">
                <a:latin typeface="Times New Roman"/>
                <a:cs typeface="Times New Roman"/>
              </a:rPr>
              <a:t> </a:t>
            </a:r>
            <a:r>
              <a:rPr sz="3200" b="0" dirty="0">
                <a:latin typeface="Times New Roman"/>
                <a:cs typeface="Times New Roman"/>
              </a:rPr>
              <a:t>4-4</a:t>
            </a:r>
            <a:endParaRPr sz="3200">
              <a:latin typeface="Times New Roman"/>
              <a:cs typeface="Times New Roman"/>
            </a:endParaRPr>
          </a:p>
        </p:txBody>
      </p:sp>
      <p:grpSp>
        <p:nvGrpSpPr>
          <p:cNvPr id="3" name="object 3"/>
          <p:cNvGrpSpPr/>
          <p:nvPr/>
        </p:nvGrpSpPr>
        <p:grpSpPr>
          <a:xfrm>
            <a:off x="263652" y="1444752"/>
            <a:ext cx="8819515" cy="3874135"/>
            <a:chOff x="263652" y="1444752"/>
            <a:chExt cx="8819515" cy="3874135"/>
          </a:xfrm>
        </p:grpSpPr>
        <p:pic>
          <p:nvPicPr>
            <p:cNvPr id="4" name="object 4"/>
            <p:cNvPicPr/>
            <p:nvPr/>
          </p:nvPicPr>
          <p:blipFill>
            <a:blip r:embed="rId3" cstate="print"/>
            <a:stretch>
              <a:fillRect/>
            </a:stretch>
          </p:blipFill>
          <p:spPr>
            <a:xfrm>
              <a:off x="263652" y="1444752"/>
              <a:ext cx="8819388" cy="3874008"/>
            </a:xfrm>
            <a:prstGeom prst="rect">
              <a:avLst/>
            </a:prstGeom>
          </p:spPr>
        </p:pic>
        <p:pic>
          <p:nvPicPr>
            <p:cNvPr id="5" name="object 5"/>
            <p:cNvPicPr/>
            <p:nvPr/>
          </p:nvPicPr>
          <p:blipFill>
            <a:blip r:embed="rId4" cstate="print"/>
            <a:stretch>
              <a:fillRect/>
            </a:stretch>
          </p:blipFill>
          <p:spPr>
            <a:xfrm>
              <a:off x="304800" y="1463040"/>
              <a:ext cx="8743950" cy="3798570"/>
            </a:xfrm>
            <a:prstGeom prst="rect">
              <a:avLst/>
            </a:prstGeom>
          </p:spPr>
        </p:pic>
      </p:grpSp>
      <p:sp>
        <p:nvSpPr>
          <p:cNvPr id="6" name="object 6"/>
          <p:cNvSpPr txBox="1"/>
          <p:nvPr/>
        </p:nvSpPr>
        <p:spPr>
          <a:xfrm>
            <a:off x="517651" y="1630425"/>
            <a:ext cx="8467090" cy="3073400"/>
          </a:xfrm>
          <a:prstGeom prst="rect">
            <a:avLst/>
          </a:prstGeom>
        </p:spPr>
        <p:txBody>
          <a:bodyPr vert="horz" wrap="square" lIns="0" tIns="12065" rIns="0" bIns="0" rtlCol="0">
            <a:spAutoFit/>
          </a:bodyPr>
          <a:lstStyle/>
          <a:p>
            <a:pPr marL="12700">
              <a:lnSpc>
                <a:spcPct val="100000"/>
              </a:lnSpc>
              <a:spcBef>
                <a:spcPts val="95"/>
              </a:spcBef>
            </a:pPr>
            <a:r>
              <a:rPr sz="2000" b="1" spc="-25" dirty="0">
                <a:solidFill>
                  <a:srgbClr val="FFFFFF"/>
                </a:solidFill>
                <a:latin typeface="Times New Roman"/>
                <a:cs typeface="Times New Roman"/>
              </a:rPr>
              <a:t>Instances:</a:t>
            </a:r>
            <a:r>
              <a:rPr sz="2000" b="1" spc="-100" dirty="0">
                <a:solidFill>
                  <a:srgbClr val="FFFFFF"/>
                </a:solidFill>
                <a:latin typeface="Times New Roman"/>
                <a:cs typeface="Times New Roman"/>
              </a:rPr>
              <a:t> </a:t>
            </a:r>
            <a:r>
              <a:rPr sz="2000" spc="60" dirty="0">
                <a:solidFill>
                  <a:srgbClr val="FFFFFF"/>
                </a:solidFill>
                <a:latin typeface="Times New Roman"/>
                <a:cs typeface="Times New Roman"/>
              </a:rPr>
              <a:t>All</a:t>
            </a:r>
            <a:r>
              <a:rPr sz="2000" spc="-60" dirty="0">
                <a:solidFill>
                  <a:srgbClr val="FFFFFF"/>
                </a:solidFill>
                <a:latin typeface="Times New Roman"/>
                <a:cs typeface="Times New Roman"/>
              </a:rPr>
              <a:t> </a:t>
            </a:r>
            <a:r>
              <a:rPr sz="2000" spc="110" dirty="0">
                <a:solidFill>
                  <a:srgbClr val="FFFFFF"/>
                </a:solidFill>
                <a:latin typeface="Times New Roman"/>
                <a:cs typeface="Times New Roman"/>
              </a:rPr>
              <a:t>the</a:t>
            </a:r>
            <a:r>
              <a:rPr sz="2000" spc="-55" dirty="0">
                <a:solidFill>
                  <a:srgbClr val="FFFFFF"/>
                </a:solidFill>
                <a:latin typeface="Times New Roman"/>
                <a:cs typeface="Times New Roman"/>
              </a:rPr>
              <a:t> </a:t>
            </a:r>
            <a:r>
              <a:rPr sz="2000" spc="60" dirty="0">
                <a:solidFill>
                  <a:srgbClr val="FFFFFF"/>
                </a:solidFill>
                <a:latin typeface="Times New Roman"/>
                <a:cs typeface="Times New Roman"/>
              </a:rPr>
              <a:t>programs</a:t>
            </a:r>
            <a:r>
              <a:rPr sz="2000" spc="-65" dirty="0">
                <a:solidFill>
                  <a:srgbClr val="FFFFFF"/>
                </a:solidFill>
                <a:latin typeface="Times New Roman"/>
                <a:cs typeface="Times New Roman"/>
              </a:rPr>
              <a:t> </a:t>
            </a:r>
            <a:r>
              <a:rPr sz="2000" spc="110" dirty="0">
                <a:solidFill>
                  <a:srgbClr val="FFFFFF"/>
                </a:solidFill>
                <a:latin typeface="Times New Roman"/>
                <a:cs typeface="Times New Roman"/>
              </a:rPr>
              <a:t>and</a:t>
            </a:r>
            <a:r>
              <a:rPr sz="2000" spc="-60" dirty="0">
                <a:solidFill>
                  <a:srgbClr val="FFFFFF"/>
                </a:solidFill>
                <a:latin typeface="Times New Roman"/>
                <a:cs typeface="Times New Roman"/>
              </a:rPr>
              <a:t> </a:t>
            </a:r>
            <a:r>
              <a:rPr sz="2000" spc="60" dirty="0">
                <a:solidFill>
                  <a:srgbClr val="FFFFFF"/>
                </a:solidFill>
                <a:latin typeface="Times New Roman"/>
                <a:cs typeface="Times New Roman"/>
              </a:rPr>
              <a:t>resource</a:t>
            </a:r>
            <a:r>
              <a:rPr sz="2000" spc="-55" dirty="0">
                <a:solidFill>
                  <a:srgbClr val="FFFFFF"/>
                </a:solidFill>
                <a:latin typeface="Times New Roman"/>
                <a:cs typeface="Times New Roman"/>
              </a:rPr>
              <a:t> </a:t>
            </a:r>
            <a:r>
              <a:rPr sz="2000" spc="50" dirty="0">
                <a:solidFill>
                  <a:srgbClr val="FFFFFF"/>
                </a:solidFill>
                <a:latin typeface="Times New Roman"/>
                <a:cs typeface="Times New Roman"/>
              </a:rPr>
              <a:t>allocations</a:t>
            </a:r>
            <a:r>
              <a:rPr sz="2000" spc="-35" dirty="0">
                <a:solidFill>
                  <a:srgbClr val="FFFFFF"/>
                </a:solidFill>
                <a:latin typeface="Times New Roman"/>
                <a:cs typeface="Times New Roman"/>
              </a:rPr>
              <a:t> </a:t>
            </a:r>
            <a:r>
              <a:rPr sz="2000" spc="50" dirty="0">
                <a:solidFill>
                  <a:srgbClr val="FFFFFF"/>
                </a:solidFill>
                <a:latin typeface="Times New Roman"/>
                <a:cs typeface="Times New Roman"/>
              </a:rPr>
              <a:t>are</a:t>
            </a:r>
            <a:r>
              <a:rPr sz="2000" spc="-65" dirty="0">
                <a:solidFill>
                  <a:srgbClr val="FFFFFF"/>
                </a:solidFill>
                <a:latin typeface="Times New Roman"/>
                <a:cs typeface="Times New Roman"/>
              </a:rPr>
              <a:t> </a:t>
            </a:r>
            <a:r>
              <a:rPr sz="2000" spc="50" dirty="0">
                <a:solidFill>
                  <a:srgbClr val="FFFFFF"/>
                </a:solidFill>
                <a:latin typeface="Times New Roman"/>
                <a:cs typeface="Times New Roman"/>
              </a:rPr>
              <a:t>saved</a:t>
            </a:r>
            <a:r>
              <a:rPr sz="2000" spc="-60" dirty="0">
                <a:solidFill>
                  <a:srgbClr val="FFFFFF"/>
                </a:solidFill>
                <a:latin typeface="Times New Roman"/>
                <a:cs typeface="Times New Roman"/>
              </a:rPr>
              <a:t> </a:t>
            </a:r>
            <a:r>
              <a:rPr sz="2000" spc="95" dirty="0">
                <a:solidFill>
                  <a:srgbClr val="FFFFFF"/>
                </a:solidFill>
                <a:latin typeface="Times New Roman"/>
                <a:cs typeface="Times New Roman"/>
              </a:rPr>
              <a:t>in</a:t>
            </a:r>
            <a:r>
              <a:rPr sz="2000" spc="-70" dirty="0">
                <a:solidFill>
                  <a:srgbClr val="FFFFFF"/>
                </a:solidFill>
                <a:latin typeface="Times New Roman"/>
                <a:cs typeface="Times New Roman"/>
              </a:rPr>
              <a:t> </a:t>
            </a:r>
            <a:r>
              <a:rPr sz="2000" spc="105" dirty="0">
                <a:solidFill>
                  <a:srgbClr val="FFFFFF"/>
                </a:solidFill>
                <a:latin typeface="Times New Roman"/>
                <a:cs typeface="Times New Roman"/>
              </a:rPr>
              <a:t>an</a:t>
            </a:r>
            <a:r>
              <a:rPr sz="2000" spc="-65" dirty="0">
                <a:solidFill>
                  <a:srgbClr val="FFFFFF"/>
                </a:solidFill>
                <a:latin typeface="Times New Roman"/>
                <a:cs typeface="Times New Roman"/>
              </a:rPr>
              <a:t> </a:t>
            </a:r>
            <a:r>
              <a:rPr sz="2000" spc="65" dirty="0">
                <a:solidFill>
                  <a:srgbClr val="FFFFFF"/>
                </a:solidFill>
                <a:latin typeface="Times New Roman"/>
                <a:cs typeface="Times New Roman"/>
              </a:rPr>
              <a:t>instance.</a:t>
            </a:r>
            <a:endParaRPr sz="2000">
              <a:latin typeface="Times New Roman"/>
              <a:cs typeface="Times New Roman"/>
            </a:endParaRPr>
          </a:p>
          <a:p>
            <a:pPr marL="12700">
              <a:lnSpc>
                <a:spcPts val="2280"/>
              </a:lnSpc>
              <a:spcBef>
                <a:spcPts val="1920"/>
              </a:spcBef>
            </a:pPr>
            <a:r>
              <a:rPr sz="2000" spc="175" dirty="0">
                <a:solidFill>
                  <a:srgbClr val="FFFFFF"/>
                </a:solidFill>
                <a:latin typeface="Times New Roman"/>
                <a:cs typeface="Times New Roman"/>
              </a:rPr>
              <a:t>An</a:t>
            </a:r>
            <a:r>
              <a:rPr sz="2000" spc="-70" dirty="0">
                <a:solidFill>
                  <a:srgbClr val="FFFFFF"/>
                </a:solidFill>
                <a:latin typeface="Times New Roman"/>
                <a:cs typeface="Times New Roman"/>
              </a:rPr>
              <a:t> </a:t>
            </a:r>
            <a:r>
              <a:rPr sz="2000" spc="75" dirty="0">
                <a:solidFill>
                  <a:srgbClr val="FFFFFF"/>
                </a:solidFill>
                <a:latin typeface="Times New Roman"/>
                <a:cs typeface="Times New Roman"/>
              </a:rPr>
              <a:t>instance</a:t>
            </a:r>
            <a:r>
              <a:rPr sz="2000" spc="-65" dirty="0">
                <a:solidFill>
                  <a:srgbClr val="FFFFFF"/>
                </a:solidFill>
                <a:latin typeface="Times New Roman"/>
                <a:cs typeface="Times New Roman"/>
              </a:rPr>
              <a:t> </a:t>
            </a:r>
            <a:r>
              <a:rPr sz="2000" spc="65" dirty="0">
                <a:solidFill>
                  <a:srgbClr val="FFFFFF"/>
                </a:solidFill>
                <a:latin typeface="Times New Roman"/>
                <a:cs typeface="Times New Roman"/>
              </a:rPr>
              <a:t>includes</a:t>
            </a:r>
            <a:r>
              <a:rPr sz="2000" spc="-75" dirty="0">
                <a:solidFill>
                  <a:srgbClr val="FFFFFF"/>
                </a:solidFill>
                <a:latin typeface="Times New Roman"/>
                <a:cs typeface="Times New Roman"/>
              </a:rPr>
              <a:t> </a:t>
            </a:r>
            <a:r>
              <a:rPr sz="2000" spc="110" dirty="0">
                <a:solidFill>
                  <a:srgbClr val="FFFFFF"/>
                </a:solidFill>
                <a:latin typeface="Times New Roman"/>
                <a:cs typeface="Times New Roman"/>
              </a:rPr>
              <a:t>the</a:t>
            </a:r>
            <a:r>
              <a:rPr sz="2000" spc="-60" dirty="0">
                <a:solidFill>
                  <a:srgbClr val="FFFFFF"/>
                </a:solidFill>
                <a:latin typeface="Times New Roman"/>
                <a:cs typeface="Times New Roman"/>
              </a:rPr>
              <a:t> </a:t>
            </a:r>
            <a:r>
              <a:rPr sz="2000" spc="35" dirty="0">
                <a:solidFill>
                  <a:srgbClr val="FFFFFF"/>
                </a:solidFill>
                <a:latin typeface="Times New Roman"/>
                <a:cs typeface="Times New Roman"/>
              </a:rPr>
              <a:t>following:</a:t>
            </a:r>
            <a:endParaRPr sz="2000">
              <a:latin typeface="Times New Roman"/>
              <a:cs typeface="Times New Roman"/>
            </a:endParaRPr>
          </a:p>
          <a:p>
            <a:pPr marL="1066800" indent="-139700">
              <a:lnSpc>
                <a:spcPts val="2160"/>
              </a:lnSpc>
              <a:buChar char="-"/>
              <a:tabLst>
                <a:tab pos="1066800" algn="l"/>
              </a:tabLst>
            </a:pPr>
            <a:r>
              <a:rPr sz="2000" spc="60" dirty="0">
                <a:solidFill>
                  <a:srgbClr val="FFFFFF"/>
                </a:solidFill>
                <a:latin typeface="Times New Roman"/>
                <a:cs typeface="Times New Roman"/>
              </a:rPr>
              <a:t>Memory</a:t>
            </a:r>
            <a:endParaRPr sz="2000">
              <a:latin typeface="Times New Roman"/>
              <a:cs typeface="Times New Roman"/>
            </a:endParaRPr>
          </a:p>
          <a:p>
            <a:pPr marL="1066800" indent="-139700">
              <a:lnSpc>
                <a:spcPts val="2160"/>
              </a:lnSpc>
              <a:buChar char="-"/>
              <a:tabLst>
                <a:tab pos="1066800" algn="l"/>
              </a:tabLst>
            </a:pPr>
            <a:r>
              <a:rPr sz="2000" spc="95" dirty="0">
                <a:solidFill>
                  <a:srgbClr val="FFFFFF"/>
                </a:solidFill>
                <a:latin typeface="Times New Roman"/>
                <a:cs typeface="Times New Roman"/>
              </a:rPr>
              <a:t>Configuration</a:t>
            </a:r>
            <a:r>
              <a:rPr sz="2000" spc="-70" dirty="0">
                <a:solidFill>
                  <a:srgbClr val="FFFFFF"/>
                </a:solidFill>
                <a:latin typeface="Times New Roman"/>
                <a:cs typeface="Times New Roman"/>
              </a:rPr>
              <a:t> </a:t>
            </a:r>
            <a:r>
              <a:rPr sz="2000" spc="15" dirty="0">
                <a:solidFill>
                  <a:srgbClr val="FFFFFF"/>
                </a:solidFill>
                <a:latin typeface="Times New Roman"/>
                <a:cs typeface="Times New Roman"/>
              </a:rPr>
              <a:t>files</a:t>
            </a:r>
            <a:endParaRPr sz="2000">
              <a:latin typeface="Times New Roman"/>
              <a:cs typeface="Times New Roman"/>
            </a:endParaRPr>
          </a:p>
          <a:p>
            <a:pPr marL="1066800" indent="-139700">
              <a:lnSpc>
                <a:spcPts val="2280"/>
              </a:lnSpc>
              <a:buChar char="-"/>
              <a:tabLst>
                <a:tab pos="1066800" algn="l"/>
              </a:tabLst>
            </a:pPr>
            <a:r>
              <a:rPr sz="2000" spc="160" dirty="0">
                <a:solidFill>
                  <a:srgbClr val="FFFFFF"/>
                </a:solidFill>
                <a:latin typeface="Times New Roman"/>
                <a:cs typeface="Times New Roman"/>
              </a:rPr>
              <a:t>CPU</a:t>
            </a:r>
            <a:endParaRPr sz="2000">
              <a:latin typeface="Times New Roman"/>
              <a:cs typeface="Times New Roman"/>
            </a:endParaRPr>
          </a:p>
          <a:p>
            <a:pPr marL="355600" indent="-343535">
              <a:lnSpc>
                <a:spcPts val="2280"/>
              </a:lnSpc>
              <a:spcBef>
                <a:spcPts val="1925"/>
              </a:spcBef>
              <a:buFont typeface="Wingdings"/>
              <a:buChar char=""/>
              <a:tabLst>
                <a:tab pos="355600" algn="l"/>
                <a:tab pos="356235" algn="l"/>
              </a:tabLst>
            </a:pPr>
            <a:r>
              <a:rPr sz="2000" spc="50" dirty="0">
                <a:solidFill>
                  <a:srgbClr val="FFFFFF"/>
                </a:solidFill>
                <a:latin typeface="Times New Roman"/>
                <a:cs typeface="Times New Roman"/>
              </a:rPr>
              <a:t>Each</a:t>
            </a:r>
            <a:r>
              <a:rPr sz="2000" spc="-70" dirty="0">
                <a:solidFill>
                  <a:srgbClr val="FFFFFF"/>
                </a:solidFill>
                <a:latin typeface="Times New Roman"/>
                <a:cs typeface="Times New Roman"/>
              </a:rPr>
              <a:t> </a:t>
            </a:r>
            <a:r>
              <a:rPr sz="2000" spc="75" dirty="0">
                <a:solidFill>
                  <a:srgbClr val="FFFFFF"/>
                </a:solidFill>
                <a:latin typeface="Times New Roman"/>
                <a:cs typeface="Times New Roman"/>
              </a:rPr>
              <a:t>instance</a:t>
            </a:r>
            <a:r>
              <a:rPr sz="2000" spc="-60" dirty="0">
                <a:solidFill>
                  <a:srgbClr val="FFFFFF"/>
                </a:solidFill>
                <a:latin typeface="Times New Roman"/>
                <a:cs typeface="Times New Roman"/>
              </a:rPr>
              <a:t> </a:t>
            </a:r>
            <a:r>
              <a:rPr sz="2000" spc="75" dirty="0">
                <a:solidFill>
                  <a:srgbClr val="FFFFFF"/>
                </a:solidFill>
                <a:latin typeface="Times New Roman"/>
                <a:cs typeface="Times New Roman"/>
              </a:rPr>
              <a:t>can</a:t>
            </a:r>
            <a:r>
              <a:rPr sz="2000" spc="-75" dirty="0">
                <a:solidFill>
                  <a:srgbClr val="FFFFFF"/>
                </a:solidFill>
                <a:latin typeface="Times New Roman"/>
                <a:cs typeface="Times New Roman"/>
              </a:rPr>
              <a:t> </a:t>
            </a:r>
            <a:r>
              <a:rPr sz="2000" spc="65" dirty="0">
                <a:solidFill>
                  <a:srgbClr val="FFFFFF"/>
                </a:solidFill>
                <a:latin typeface="Times New Roman"/>
                <a:cs typeface="Times New Roman"/>
              </a:rPr>
              <a:t>be</a:t>
            </a:r>
            <a:r>
              <a:rPr sz="2000" spc="-65" dirty="0">
                <a:solidFill>
                  <a:srgbClr val="FFFFFF"/>
                </a:solidFill>
                <a:latin typeface="Times New Roman"/>
                <a:cs typeface="Times New Roman"/>
              </a:rPr>
              <a:t> </a:t>
            </a:r>
            <a:r>
              <a:rPr sz="2000" spc="50" dirty="0">
                <a:solidFill>
                  <a:srgbClr val="FFFFFF"/>
                </a:solidFill>
                <a:latin typeface="Times New Roman"/>
                <a:cs typeface="Times New Roman"/>
              </a:rPr>
              <a:t>customized</a:t>
            </a:r>
            <a:r>
              <a:rPr sz="2000" spc="-75" dirty="0">
                <a:solidFill>
                  <a:srgbClr val="FFFFFF"/>
                </a:solidFill>
                <a:latin typeface="Times New Roman"/>
                <a:cs typeface="Times New Roman"/>
              </a:rPr>
              <a:t> </a:t>
            </a:r>
            <a:r>
              <a:rPr sz="2000" spc="20" dirty="0">
                <a:solidFill>
                  <a:srgbClr val="FFFFFF"/>
                </a:solidFill>
                <a:latin typeface="Times New Roman"/>
                <a:cs typeface="Times New Roman"/>
              </a:rPr>
              <a:t>as</a:t>
            </a:r>
            <a:r>
              <a:rPr sz="2000" spc="-75" dirty="0">
                <a:solidFill>
                  <a:srgbClr val="FFFFFF"/>
                </a:solidFill>
                <a:latin typeface="Times New Roman"/>
                <a:cs typeface="Times New Roman"/>
              </a:rPr>
              <a:t> </a:t>
            </a:r>
            <a:r>
              <a:rPr sz="2000" spc="75" dirty="0">
                <a:solidFill>
                  <a:srgbClr val="FFFFFF"/>
                </a:solidFill>
                <a:latin typeface="Times New Roman"/>
                <a:cs typeface="Times New Roman"/>
              </a:rPr>
              <a:t>per</a:t>
            </a:r>
            <a:r>
              <a:rPr sz="2000" spc="-65" dirty="0">
                <a:solidFill>
                  <a:srgbClr val="FFFFFF"/>
                </a:solidFill>
                <a:latin typeface="Times New Roman"/>
                <a:cs typeface="Times New Roman"/>
              </a:rPr>
              <a:t> </a:t>
            </a:r>
            <a:r>
              <a:rPr sz="2000" spc="110" dirty="0">
                <a:solidFill>
                  <a:srgbClr val="FFFFFF"/>
                </a:solidFill>
                <a:latin typeface="Times New Roman"/>
                <a:cs typeface="Times New Roman"/>
              </a:rPr>
              <a:t>the</a:t>
            </a:r>
            <a:r>
              <a:rPr sz="2000" spc="-70" dirty="0">
                <a:solidFill>
                  <a:srgbClr val="FFFFFF"/>
                </a:solidFill>
                <a:latin typeface="Times New Roman"/>
                <a:cs typeface="Times New Roman"/>
              </a:rPr>
              <a:t> </a:t>
            </a:r>
            <a:r>
              <a:rPr sz="2000" spc="80" dirty="0">
                <a:solidFill>
                  <a:srgbClr val="FFFFFF"/>
                </a:solidFill>
                <a:latin typeface="Times New Roman"/>
                <a:cs typeface="Times New Roman"/>
              </a:rPr>
              <a:t>requirement.</a:t>
            </a:r>
            <a:endParaRPr sz="2000">
              <a:latin typeface="Times New Roman"/>
              <a:cs typeface="Times New Roman"/>
            </a:endParaRPr>
          </a:p>
          <a:p>
            <a:pPr marL="355600" indent="-343535">
              <a:lnSpc>
                <a:spcPts val="2160"/>
              </a:lnSpc>
              <a:buFont typeface="Wingdings"/>
              <a:buChar char=""/>
              <a:tabLst>
                <a:tab pos="355600" algn="l"/>
                <a:tab pos="356235" algn="l"/>
              </a:tabLst>
            </a:pPr>
            <a:r>
              <a:rPr sz="2000" spc="55" dirty="0">
                <a:solidFill>
                  <a:srgbClr val="FFFFFF"/>
                </a:solidFill>
                <a:latin typeface="Times New Roman"/>
                <a:cs typeface="Times New Roman"/>
              </a:rPr>
              <a:t>Even</a:t>
            </a:r>
            <a:r>
              <a:rPr sz="2000" spc="-50" dirty="0">
                <a:solidFill>
                  <a:srgbClr val="FFFFFF"/>
                </a:solidFill>
                <a:latin typeface="Times New Roman"/>
                <a:cs typeface="Times New Roman"/>
              </a:rPr>
              <a:t> </a:t>
            </a:r>
            <a:r>
              <a:rPr sz="2000" spc="55" dirty="0">
                <a:solidFill>
                  <a:srgbClr val="FFFFFF"/>
                </a:solidFill>
                <a:latin typeface="Times New Roman"/>
                <a:cs typeface="Times New Roman"/>
              </a:rPr>
              <a:t>permissions</a:t>
            </a:r>
            <a:r>
              <a:rPr sz="2000" spc="-60" dirty="0">
                <a:solidFill>
                  <a:srgbClr val="FFFFFF"/>
                </a:solidFill>
                <a:latin typeface="Times New Roman"/>
                <a:cs typeface="Times New Roman"/>
              </a:rPr>
              <a:t> </a:t>
            </a:r>
            <a:r>
              <a:rPr sz="2000" spc="65" dirty="0">
                <a:solidFill>
                  <a:srgbClr val="FFFFFF"/>
                </a:solidFill>
                <a:latin typeface="Times New Roman"/>
                <a:cs typeface="Times New Roman"/>
              </a:rPr>
              <a:t>for</a:t>
            </a:r>
            <a:r>
              <a:rPr sz="2000" spc="-70" dirty="0">
                <a:solidFill>
                  <a:srgbClr val="FFFFFF"/>
                </a:solidFill>
                <a:latin typeface="Times New Roman"/>
                <a:cs typeface="Times New Roman"/>
              </a:rPr>
              <a:t> </a:t>
            </a:r>
            <a:r>
              <a:rPr sz="2000" spc="65" dirty="0">
                <a:solidFill>
                  <a:srgbClr val="FFFFFF"/>
                </a:solidFill>
                <a:latin typeface="Times New Roman"/>
                <a:cs typeface="Times New Roman"/>
              </a:rPr>
              <a:t>each</a:t>
            </a:r>
            <a:r>
              <a:rPr sz="2000" spc="-70" dirty="0">
                <a:solidFill>
                  <a:srgbClr val="FFFFFF"/>
                </a:solidFill>
                <a:latin typeface="Times New Roman"/>
                <a:cs typeface="Times New Roman"/>
              </a:rPr>
              <a:t> </a:t>
            </a:r>
            <a:r>
              <a:rPr sz="2000" spc="75" dirty="0">
                <a:solidFill>
                  <a:srgbClr val="FFFFFF"/>
                </a:solidFill>
                <a:latin typeface="Times New Roman"/>
                <a:cs typeface="Times New Roman"/>
              </a:rPr>
              <a:t>instance</a:t>
            </a:r>
            <a:r>
              <a:rPr sz="2000" spc="-50" dirty="0">
                <a:solidFill>
                  <a:srgbClr val="FFFFFF"/>
                </a:solidFill>
                <a:latin typeface="Times New Roman"/>
                <a:cs typeface="Times New Roman"/>
              </a:rPr>
              <a:t> </a:t>
            </a:r>
            <a:r>
              <a:rPr sz="2000" spc="75" dirty="0">
                <a:solidFill>
                  <a:srgbClr val="FFFFFF"/>
                </a:solidFill>
                <a:latin typeface="Times New Roman"/>
                <a:cs typeface="Times New Roman"/>
              </a:rPr>
              <a:t>can</a:t>
            </a:r>
            <a:r>
              <a:rPr sz="2000" spc="-75" dirty="0">
                <a:solidFill>
                  <a:srgbClr val="FFFFFF"/>
                </a:solidFill>
                <a:latin typeface="Times New Roman"/>
                <a:cs typeface="Times New Roman"/>
              </a:rPr>
              <a:t> </a:t>
            </a:r>
            <a:r>
              <a:rPr sz="2000" spc="65" dirty="0">
                <a:solidFill>
                  <a:srgbClr val="FFFFFF"/>
                </a:solidFill>
                <a:latin typeface="Times New Roman"/>
                <a:cs typeface="Times New Roman"/>
              </a:rPr>
              <a:t>be</a:t>
            </a:r>
            <a:r>
              <a:rPr sz="2000" spc="-65" dirty="0">
                <a:solidFill>
                  <a:srgbClr val="FFFFFF"/>
                </a:solidFill>
                <a:latin typeface="Times New Roman"/>
                <a:cs typeface="Times New Roman"/>
              </a:rPr>
              <a:t> </a:t>
            </a:r>
            <a:r>
              <a:rPr sz="2000" spc="80" dirty="0">
                <a:solidFill>
                  <a:srgbClr val="FFFFFF"/>
                </a:solidFill>
                <a:latin typeface="Times New Roman"/>
                <a:cs typeface="Times New Roman"/>
              </a:rPr>
              <a:t>granted</a:t>
            </a:r>
            <a:r>
              <a:rPr sz="2000" spc="-60" dirty="0">
                <a:solidFill>
                  <a:srgbClr val="FFFFFF"/>
                </a:solidFill>
                <a:latin typeface="Times New Roman"/>
                <a:cs typeface="Times New Roman"/>
              </a:rPr>
              <a:t> </a:t>
            </a:r>
            <a:r>
              <a:rPr sz="2000" spc="130" dirty="0">
                <a:solidFill>
                  <a:srgbClr val="FFFFFF"/>
                </a:solidFill>
                <a:latin typeface="Times New Roman"/>
                <a:cs typeface="Times New Roman"/>
              </a:rPr>
              <a:t>on</a:t>
            </a:r>
            <a:r>
              <a:rPr sz="2000" spc="-65" dirty="0">
                <a:solidFill>
                  <a:srgbClr val="FFFFFF"/>
                </a:solidFill>
                <a:latin typeface="Times New Roman"/>
                <a:cs typeface="Times New Roman"/>
              </a:rPr>
              <a:t> </a:t>
            </a:r>
            <a:r>
              <a:rPr sz="2000" spc="70" dirty="0">
                <a:solidFill>
                  <a:srgbClr val="FFFFFF"/>
                </a:solidFill>
                <a:latin typeface="Times New Roman"/>
                <a:cs typeface="Times New Roman"/>
              </a:rPr>
              <a:t>individual</a:t>
            </a:r>
            <a:r>
              <a:rPr sz="2000" spc="-85" dirty="0">
                <a:solidFill>
                  <a:srgbClr val="FFFFFF"/>
                </a:solidFill>
                <a:latin typeface="Times New Roman"/>
                <a:cs typeface="Times New Roman"/>
              </a:rPr>
              <a:t> </a:t>
            </a:r>
            <a:r>
              <a:rPr sz="2000" spc="25" dirty="0">
                <a:solidFill>
                  <a:srgbClr val="FFFFFF"/>
                </a:solidFill>
                <a:latin typeface="Times New Roman"/>
                <a:cs typeface="Times New Roman"/>
              </a:rPr>
              <a:t>basis.</a:t>
            </a:r>
            <a:endParaRPr sz="2000">
              <a:latin typeface="Times New Roman"/>
              <a:cs typeface="Times New Roman"/>
            </a:endParaRPr>
          </a:p>
          <a:p>
            <a:pPr marL="355600" marR="5080" indent="-343535">
              <a:lnSpc>
                <a:spcPts val="2160"/>
              </a:lnSpc>
              <a:spcBef>
                <a:spcPts val="150"/>
              </a:spcBef>
              <a:buFont typeface="Wingdings"/>
              <a:buChar char=""/>
              <a:tabLst>
                <a:tab pos="355600" algn="l"/>
                <a:tab pos="356235" algn="l"/>
                <a:tab pos="942975" algn="l"/>
                <a:tab pos="2115185" algn="l"/>
                <a:tab pos="2640965" algn="l"/>
                <a:tab pos="3211195" algn="l"/>
                <a:tab pos="3612515" algn="l"/>
                <a:tab pos="4736465" algn="l"/>
                <a:tab pos="5105400" algn="l"/>
                <a:tab pos="5602605" algn="l"/>
                <a:tab pos="6656705" algn="l"/>
                <a:tab pos="8131175" algn="l"/>
              </a:tabLst>
            </a:pPr>
            <a:r>
              <a:rPr sz="2000" spc="130" dirty="0">
                <a:solidFill>
                  <a:srgbClr val="FFFFFF"/>
                </a:solidFill>
                <a:latin typeface="Times New Roman"/>
                <a:cs typeface="Times New Roman"/>
              </a:rPr>
              <a:t>The	</a:t>
            </a:r>
            <a:r>
              <a:rPr sz="2000" spc="80" dirty="0">
                <a:solidFill>
                  <a:srgbClr val="FFFFFF"/>
                </a:solidFill>
                <a:latin typeface="Times New Roman"/>
                <a:cs typeface="Times New Roman"/>
              </a:rPr>
              <a:t>r</a:t>
            </a:r>
            <a:r>
              <a:rPr sz="2000" spc="25" dirty="0">
                <a:solidFill>
                  <a:srgbClr val="FFFFFF"/>
                </a:solidFill>
                <a:latin typeface="Times New Roman"/>
                <a:cs typeface="Times New Roman"/>
              </a:rPr>
              <a:t>e</a:t>
            </a:r>
            <a:r>
              <a:rPr sz="2000" spc="30" dirty="0">
                <a:solidFill>
                  <a:srgbClr val="FFFFFF"/>
                </a:solidFill>
                <a:latin typeface="Times New Roman"/>
                <a:cs typeface="Times New Roman"/>
              </a:rPr>
              <a:t>s</a:t>
            </a:r>
            <a:r>
              <a:rPr sz="2000" spc="75" dirty="0">
                <a:solidFill>
                  <a:srgbClr val="FFFFFF"/>
                </a:solidFill>
                <a:latin typeface="Times New Roman"/>
                <a:cs typeface="Times New Roman"/>
              </a:rPr>
              <a:t>ourc</a:t>
            </a:r>
            <a:r>
              <a:rPr sz="2000" spc="80" dirty="0">
                <a:solidFill>
                  <a:srgbClr val="FFFFFF"/>
                </a:solidFill>
                <a:latin typeface="Times New Roman"/>
                <a:cs typeface="Times New Roman"/>
              </a:rPr>
              <a:t>e</a:t>
            </a:r>
            <a:r>
              <a:rPr sz="2000" spc="5" dirty="0">
                <a:solidFill>
                  <a:srgbClr val="FFFFFF"/>
                </a:solidFill>
                <a:latin typeface="Times New Roman"/>
                <a:cs typeface="Times New Roman"/>
              </a:rPr>
              <a:t>s</a:t>
            </a:r>
            <a:r>
              <a:rPr sz="2000" dirty="0">
                <a:solidFill>
                  <a:srgbClr val="FFFFFF"/>
                </a:solidFill>
                <a:latin typeface="Times New Roman"/>
                <a:cs typeface="Times New Roman"/>
              </a:rPr>
              <a:t>	</a:t>
            </a:r>
            <a:r>
              <a:rPr sz="2000" spc="75" dirty="0">
                <a:solidFill>
                  <a:srgbClr val="FFFFFF"/>
                </a:solidFill>
                <a:latin typeface="Times New Roman"/>
                <a:cs typeface="Times New Roman"/>
              </a:rPr>
              <a:t>can</a:t>
            </a:r>
            <a:r>
              <a:rPr sz="2000" dirty="0">
                <a:solidFill>
                  <a:srgbClr val="FFFFFF"/>
                </a:solidFill>
                <a:latin typeface="Times New Roman"/>
                <a:cs typeface="Times New Roman"/>
              </a:rPr>
              <a:t>	</a:t>
            </a:r>
            <a:r>
              <a:rPr sz="2000" spc="10" dirty="0">
                <a:solidFill>
                  <a:srgbClr val="FFFFFF"/>
                </a:solidFill>
                <a:latin typeface="Times New Roman"/>
                <a:cs typeface="Times New Roman"/>
              </a:rPr>
              <a:t>al</a:t>
            </a:r>
            <a:r>
              <a:rPr sz="2000" spc="15" dirty="0">
                <a:solidFill>
                  <a:srgbClr val="FFFFFF"/>
                </a:solidFill>
                <a:latin typeface="Times New Roman"/>
                <a:cs typeface="Times New Roman"/>
              </a:rPr>
              <a:t>s</a:t>
            </a:r>
            <a:r>
              <a:rPr sz="2000" spc="90" dirty="0">
                <a:solidFill>
                  <a:srgbClr val="FFFFFF"/>
                </a:solidFill>
                <a:latin typeface="Times New Roman"/>
                <a:cs typeface="Times New Roman"/>
              </a:rPr>
              <a:t>o</a:t>
            </a:r>
            <a:r>
              <a:rPr sz="2000" dirty="0">
                <a:solidFill>
                  <a:srgbClr val="FFFFFF"/>
                </a:solidFill>
                <a:latin typeface="Times New Roman"/>
                <a:cs typeface="Times New Roman"/>
              </a:rPr>
              <a:t>	</a:t>
            </a:r>
            <a:r>
              <a:rPr sz="2000" spc="75" dirty="0">
                <a:solidFill>
                  <a:srgbClr val="FFFFFF"/>
                </a:solidFill>
                <a:latin typeface="Times New Roman"/>
                <a:cs typeface="Times New Roman"/>
              </a:rPr>
              <a:t>b</a:t>
            </a:r>
            <a:r>
              <a:rPr sz="2000" spc="60" dirty="0">
                <a:solidFill>
                  <a:srgbClr val="FFFFFF"/>
                </a:solidFill>
                <a:latin typeface="Times New Roman"/>
                <a:cs typeface="Times New Roman"/>
              </a:rPr>
              <a:t>e</a:t>
            </a:r>
            <a:r>
              <a:rPr sz="2000" dirty="0">
                <a:solidFill>
                  <a:srgbClr val="FFFFFF"/>
                </a:solidFill>
                <a:latin typeface="Times New Roman"/>
                <a:cs typeface="Times New Roman"/>
              </a:rPr>
              <a:t>	</a:t>
            </a:r>
            <a:r>
              <a:rPr sz="2000" spc="20" dirty="0">
                <a:solidFill>
                  <a:srgbClr val="FFFFFF"/>
                </a:solidFill>
                <a:latin typeface="Times New Roman"/>
                <a:cs typeface="Times New Roman"/>
              </a:rPr>
              <a:t>al</a:t>
            </a:r>
            <a:r>
              <a:rPr sz="2000" dirty="0">
                <a:solidFill>
                  <a:srgbClr val="FFFFFF"/>
                </a:solidFill>
                <a:latin typeface="Times New Roman"/>
                <a:cs typeface="Times New Roman"/>
              </a:rPr>
              <a:t>l</a:t>
            </a:r>
            <a:r>
              <a:rPr sz="2000" spc="50" dirty="0">
                <a:solidFill>
                  <a:srgbClr val="FFFFFF"/>
                </a:solidFill>
                <a:latin typeface="Times New Roman"/>
                <a:cs typeface="Times New Roman"/>
              </a:rPr>
              <a:t>oc</a:t>
            </a:r>
            <a:r>
              <a:rPr sz="2000" spc="95" dirty="0">
                <a:solidFill>
                  <a:srgbClr val="FFFFFF"/>
                </a:solidFill>
                <a:latin typeface="Times New Roman"/>
                <a:cs typeface="Times New Roman"/>
              </a:rPr>
              <a:t>a</a:t>
            </a:r>
            <a:r>
              <a:rPr sz="2000" spc="70" dirty="0">
                <a:solidFill>
                  <a:srgbClr val="FFFFFF"/>
                </a:solidFill>
                <a:latin typeface="Times New Roman"/>
                <a:cs typeface="Times New Roman"/>
              </a:rPr>
              <a:t>t</a:t>
            </a:r>
            <a:r>
              <a:rPr sz="2000" spc="85" dirty="0">
                <a:solidFill>
                  <a:srgbClr val="FFFFFF"/>
                </a:solidFill>
                <a:latin typeface="Times New Roman"/>
                <a:cs typeface="Times New Roman"/>
              </a:rPr>
              <a:t>ed</a:t>
            </a:r>
            <a:r>
              <a:rPr sz="2000" dirty="0">
                <a:solidFill>
                  <a:srgbClr val="FFFFFF"/>
                </a:solidFill>
                <a:latin typeface="Times New Roman"/>
                <a:cs typeface="Times New Roman"/>
              </a:rPr>
              <a:t>	</a:t>
            </a:r>
            <a:r>
              <a:rPr sz="2000" spc="80" dirty="0">
                <a:solidFill>
                  <a:srgbClr val="FFFFFF"/>
                </a:solidFill>
                <a:latin typeface="Times New Roman"/>
                <a:cs typeface="Times New Roman"/>
              </a:rPr>
              <a:t>t</a:t>
            </a:r>
            <a:r>
              <a:rPr sz="2000" spc="140" dirty="0">
                <a:solidFill>
                  <a:srgbClr val="FFFFFF"/>
                </a:solidFill>
                <a:latin typeface="Times New Roman"/>
                <a:cs typeface="Times New Roman"/>
              </a:rPr>
              <a:t>o</a:t>
            </a:r>
            <a:r>
              <a:rPr sz="2000" dirty="0">
                <a:solidFill>
                  <a:srgbClr val="FFFFFF"/>
                </a:solidFill>
                <a:latin typeface="Times New Roman"/>
                <a:cs typeface="Times New Roman"/>
              </a:rPr>
              <a:t>	</a:t>
            </a:r>
            <a:r>
              <a:rPr sz="2000" spc="125" dirty="0">
                <a:solidFill>
                  <a:srgbClr val="FFFFFF"/>
                </a:solidFill>
                <a:latin typeface="Times New Roman"/>
                <a:cs typeface="Times New Roman"/>
              </a:rPr>
              <a:t>t</a:t>
            </a:r>
            <a:r>
              <a:rPr sz="2000" spc="105" dirty="0">
                <a:solidFill>
                  <a:srgbClr val="FFFFFF"/>
                </a:solidFill>
                <a:latin typeface="Times New Roman"/>
                <a:cs typeface="Times New Roman"/>
              </a:rPr>
              <a:t>he</a:t>
            </a:r>
            <a:r>
              <a:rPr sz="2000" dirty="0">
                <a:solidFill>
                  <a:srgbClr val="FFFFFF"/>
                </a:solidFill>
                <a:latin typeface="Times New Roman"/>
                <a:cs typeface="Times New Roman"/>
              </a:rPr>
              <a:t>	</a:t>
            </a:r>
            <a:r>
              <a:rPr sz="2000" spc="65" dirty="0">
                <a:solidFill>
                  <a:srgbClr val="FFFFFF"/>
                </a:solidFill>
                <a:latin typeface="Times New Roman"/>
                <a:cs typeface="Times New Roman"/>
              </a:rPr>
              <a:t>in</a:t>
            </a:r>
            <a:r>
              <a:rPr sz="2000" spc="70" dirty="0">
                <a:solidFill>
                  <a:srgbClr val="FFFFFF"/>
                </a:solidFill>
                <a:latin typeface="Times New Roman"/>
                <a:cs typeface="Times New Roman"/>
              </a:rPr>
              <a:t>s</a:t>
            </a:r>
            <a:r>
              <a:rPr sz="2000" spc="125" dirty="0">
                <a:solidFill>
                  <a:srgbClr val="FFFFFF"/>
                </a:solidFill>
                <a:latin typeface="Times New Roman"/>
                <a:cs typeface="Times New Roman"/>
              </a:rPr>
              <a:t>t</a:t>
            </a:r>
            <a:r>
              <a:rPr sz="2000" spc="75" dirty="0">
                <a:solidFill>
                  <a:srgbClr val="FFFFFF"/>
                </a:solidFill>
                <a:latin typeface="Times New Roman"/>
                <a:cs typeface="Times New Roman"/>
              </a:rPr>
              <a:t>anc</a:t>
            </a:r>
            <a:r>
              <a:rPr sz="2000" spc="40" dirty="0">
                <a:solidFill>
                  <a:srgbClr val="FFFFFF"/>
                </a:solidFill>
                <a:latin typeface="Times New Roman"/>
                <a:cs typeface="Times New Roman"/>
              </a:rPr>
              <a:t>e</a:t>
            </a:r>
            <a:r>
              <a:rPr sz="2000" dirty="0">
                <a:solidFill>
                  <a:srgbClr val="FFFFFF"/>
                </a:solidFill>
                <a:latin typeface="Times New Roman"/>
                <a:cs typeface="Times New Roman"/>
              </a:rPr>
              <a:t>	</a:t>
            </a:r>
            <a:r>
              <a:rPr sz="2000" spc="35" dirty="0">
                <a:solidFill>
                  <a:srgbClr val="FFFFFF"/>
                </a:solidFill>
                <a:latin typeface="Times New Roman"/>
                <a:cs typeface="Times New Roman"/>
              </a:rPr>
              <a:t>a</a:t>
            </a:r>
            <a:r>
              <a:rPr sz="2000" spc="55" dirty="0">
                <a:solidFill>
                  <a:srgbClr val="FFFFFF"/>
                </a:solidFill>
                <a:latin typeface="Times New Roman"/>
                <a:cs typeface="Times New Roman"/>
              </a:rPr>
              <a:t>ccordingl</a:t>
            </a:r>
            <a:r>
              <a:rPr sz="2000" spc="-5" dirty="0">
                <a:solidFill>
                  <a:srgbClr val="FFFFFF"/>
                </a:solidFill>
                <a:latin typeface="Times New Roman"/>
                <a:cs typeface="Times New Roman"/>
              </a:rPr>
              <a:t>y,</a:t>
            </a:r>
            <a:r>
              <a:rPr sz="2000" dirty="0">
                <a:solidFill>
                  <a:srgbClr val="FFFFFF"/>
                </a:solidFill>
                <a:latin typeface="Times New Roman"/>
                <a:cs typeface="Times New Roman"/>
              </a:rPr>
              <a:t>	</a:t>
            </a:r>
            <a:r>
              <a:rPr sz="2000" spc="20" dirty="0">
                <a:solidFill>
                  <a:srgbClr val="FFFFFF"/>
                </a:solidFill>
                <a:latin typeface="Times New Roman"/>
                <a:cs typeface="Times New Roman"/>
              </a:rPr>
              <a:t>f</a:t>
            </a:r>
            <a:r>
              <a:rPr sz="2000" spc="70" dirty="0">
                <a:solidFill>
                  <a:srgbClr val="FFFFFF"/>
                </a:solidFill>
                <a:latin typeface="Times New Roman"/>
                <a:cs typeface="Times New Roman"/>
              </a:rPr>
              <a:t>or  </a:t>
            </a:r>
            <a:r>
              <a:rPr sz="2000" spc="50" dirty="0">
                <a:solidFill>
                  <a:srgbClr val="FFFFFF"/>
                </a:solidFill>
                <a:latin typeface="Times New Roman"/>
                <a:cs typeface="Times New Roman"/>
              </a:rPr>
              <a:t>example,</a:t>
            </a:r>
            <a:r>
              <a:rPr sz="2000" spc="-50" dirty="0">
                <a:solidFill>
                  <a:srgbClr val="FFFFFF"/>
                </a:solidFill>
                <a:latin typeface="Times New Roman"/>
                <a:cs typeface="Times New Roman"/>
              </a:rPr>
              <a:t> </a:t>
            </a:r>
            <a:r>
              <a:rPr sz="2000" spc="110" dirty="0">
                <a:solidFill>
                  <a:srgbClr val="FFFFFF"/>
                </a:solidFill>
                <a:latin typeface="Times New Roman"/>
                <a:cs typeface="Times New Roman"/>
              </a:rPr>
              <a:t>the</a:t>
            </a:r>
            <a:r>
              <a:rPr sz="2000" spc="-60" dirty="0">
                <a:solidFill>
                  <a:srgbClr val="FFFFFF"/>
                </a:solidFill>
                <a:latin typeface="Times New Roman"/>
                <a:cs typeface="Times New Roman"/>
              </a:rPr>
              <a:t> </a:t>
            </a:r>
            <a:r>
              <a:rPr sz="2000" spc="105" dirty="0">
                <a:solidFill>
                  <a:srgbClr val="FFFFFF"/>
                </a:solidFill>
                <a:latin typeface="Times New Roman"/>
                <a:cs typeface="Times New Roman"/>
              </a:rPr>
              <a:t>number</a:t>
            </a:r>
            <a:r>
              <a:rPr sz="2000" spc="-60" dirty="0">
                <a:solidFill>
                  <a:srgbClr val="FFFFFF"/>
                </a:solidFill>
                <a:latin typeface="Times New Roman"/>
                <a:cs typeface="Times New Roman"/>
              </a:rPr>
              <a:t> </a:t>
            </a:r>
            <a:r>
              <a:rPr sz="2000" spc="55" dirty="0">
                <a:solidFill>
                  <a:srgbClr val="FFFFFF"/>
                </a:solidFill>
                <a:latin typeface="Times New Roman"/>
                <a:cs typeface="Times New Roman"/>
              </a:rPr>
              <a:t>of</a:t>
            </a:r>
            <a:r>
              <a:rPr sz="2000" spc="-70" dirty="0">
                <a:solidFill>
                  <a:srgbClr val="FFFFFF"/>
                </a:solidFill>
                <a:latin typeface="Times New Roman"/>
                <a:cs typeface="Times New Roman"/>
              </a:rPr>
              <a:t> </a:t>
            </a:r>
            <a:r>
              <a:rPr sz="2000" spc="55" dirty="0">
                <a:solidFill>
                  <a:srgbClr val="FFFFFF"/>
                </a:solidFill>
                <a:latin typeface="Times New Roman"/>
                <a:cs typeface="Times New Roman"/>
              </a:rPr>
              <a:t>databases</a:t>
            </a:r>
            <a:r>
              <a:rPr sz="2000" spc="-55" dirty="0">
                <a:solidFill>
                  <a:srgbClr val="FFFFFF"/>
                </a:solidFill>
                <a:latin typeface="Times New Roman"/>
                <a:cs typeface="Times New Roman"/>
              </a:rPr>
              <a:t> </a:t>
            </a:r>
            <a:r>
              <a:rPr sz="2000" spc="40" dirty="0">
                <a:solidFill>
                  <a:srgbClr val="FFFFFF"/>
                </a:solidFill>
                <a:latin typeface="Times New Roman"/>
                <a:cs typeface="Times New Roman"/>
              </a:rPr>
              <a:t>allowed.</a:t>
            </a:r>
            <a:endParaRPr sz="2000">
              <a:latin typeface="Times New Roman"/>
              <a:cs typeface="Times New Roman"/>
            </a:endParaRPr>
          </a:p>
        </p:txBody>
      </p:sp>
      <p:sp>
        <p:nvSpPr>
          <p:cNvPr id="8" name="object 8"/>
          <p:cNvSpPr txBox="1"/>
          <p:nvPr/>
        </p:nvSpPr>
        <p:spPr>
          <a:xfrm>
            <a:off x="7924800" y="6569709"/>
            <a:ext cx="872490" cy="256540"/>
          </a:xfrm>
          <a:prstGeom prst="rect">
            <a:avLst/>
          </a:prstGeom>
        </p:spPr>
        <p:txBody>
          <a:bodyPr vert="horz" wrap="square" lIns="0" tIns="18415" rIns="0" bIns="0" rtlCol="0">
            <a:spAutoFit/>
          </a:bodyPr>
          <a:lstStyle/>
          <a:p>
            <a:pPr marL="12700">
              <a:lnSpc>
                <a:spcPct val="100000"/>
              </a:lnSpc>
              <a:spcBef>
                <a:spcPts val="145"/>
              </a:spcBef>
            </a:pPr>
            <a:r>
              <a:rPr sz="1800" spc="52" baseline="4629" dirty="0">
                <a:latin typeface="Times New Roman"/>
                <a:cs typeface="Times New Roman"/>
              </a:rPr>
              <a:t>Session </a:t>
            </a:r>
            <a:r>
              <a:rPr sz="1800" spc="37" baseline="4629" dirty="0">
                <a:latin typeface="Times New Roman"/>
                <a:cs typeface="Times New Roman"/>
              </a:rPr>
              <a:t>3/</a:t>
            </a:r>
            <a:r>
              <a:rPr sz="1800" spc="-277" baseline="4629" dirty="0">
                <a:latin typeface="Times New Roman"/>
                <a:cs typeface="Times New Roman"/>
              </a:rPr>
              <a:t> </a:t>
            </a:r>
            <a:fld id="{81D60167-4931-47E6-BA6A-407CBD079E47}" type="slidenum">
              <a:rPr sz="1200" spc="-80" dirty="0">
                <a:latin typeface="Times New Roman"/>
                <a:cs typeface="Times New Roman"/>
              </a:rPr>
              <a:t>8</a:t>
            </a:fld>
            <a:endParaRPr sz="1200">
              <a:latin typeface="Times New Roman"/>
              <a:cs typeface="Times New Roman"/>
            </a:endParaRPr>
          </a:p>
        </p:txBody>
      </p:sp>
      <p:sp>
        <p:nvSpPr>
          <p:cNvPr id="9" name="object 9"/>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13181" y="42925"/>
            <a:ext cx="6768465" cy="635635"/>
          </a:xfrm>
          <a:prstGeom prst="rect">
            <a:avLst/>
          </a:prstGeom>
        </p:spPr>
        <p:txBody>
          <a:bodyPr vert="horz" wrap="square" lIns="0" tIns="12700" rIns="0" bIns="0" rtlCol="0">
            <a:spAutoFit/>
          </a:bodyPr>
          <a:lstStyle/>
          <a:p>
            <a:pPr marL="12700">
              <a:lnSpc>
                <a:spcPct val="100000"/>
              </a:lnSpc>
              <a:spcBef>
                <a:spcPts val="100"/>
              </a:spcBef>
            </a:pPr>
            <a:r>
              <a:rPr sz="4000" b="0" spc="170" dirty="0">
                <a:latin typeface="Times New Roman"/>
                <a:cs typeface="Times New Roman"/>
              </a:rPr>
              <a:t>Version</a:t>
            </a:r>
            <a:r>
              <a:rPr sz="4000" b="0" spc="-165" dirty="0">
                <a:latin typeface="Times New Roman"/>
                <a:cs typeface="Times New Roman"/>
              </a:rPr>
              <a:t> </a:t>
            </a:r>
            <a:r>
              <a:rPr sz="4000" b="0" spc="130" dirty="0">
                <a:latin typeface="Times New Roman"/>
                <a:cs typeface="Times New Roman"/>
              </a:rPr>
              <a:t>History</a:t>
            </a:r>
            <a:r>
              <a:rPr sz="4000" b="0" spc="-170" dirty="0">
                <a:latin typeface="Times New Roman"/>
                <a:cs typeface="Times New Roman"/>
              </a:rPr>
              <a:t> </a:t>
            </a:r>
            <a:r>
              <a:rPr sz="4000" b="0" spc="114" dirty="0">
                <a:latin typeface="Times New Roman"/>
                <a:cs typeface="Times New Roman"/>
              </a:rPr>
              <a:t>of</a:t>
            </a:r>
            <a:r>
              <a:rPr sz="4000" b="0" spc="-175" dirty="0">
                <a:latin typeface="Times New Roman"/>
                <a:cs typeface="Times New Roman"/>
              </a:rPr>
              <a:t> </a:t>
            </a:r>
            <a:r>
              <a:rPr sz="4000" b="0" spc="195" dirty="0">
                <a:latin typeface="Times New Roman"/>
                <a:cs typeface="Times New Roman"/>
              </a:rPr>
              <a:t>SQL</a:t>
            </a:r>
            <a:r>
              <a:rPr sz="4000" b="0" spc="-160" dirty="0">
                <a:latin typeface="Times New Roman"/>
                <a:cs typeface="Times New Roman"/>
              </a:rPr>
              <a:t> </a:t>
            </a:r>
            <a:r>
              <a:rPr sz="4000" b="0" spc="125" dirty="0">
                <a:latin typeface="Times New Roman"/>
                <a:cs typeface="Times New Roman"/>
              </a:rPr>
              <a:t>Server</a:t>
            </a:r>
            <a:endParaRPr sz="4000">
              <a:latin typeface="Times New Roman"/>
              <a:cs typeface="Times New Roman"/>
            </a:endParaRPr>
          </a:p>
        </p:txBody>
      </p:sp>
      <p:pic>
        <p:nvPicPr>
          <p:cNvPr id="3" name="object 3"/>
          <p:cNvPicPr/>
          <p:nvPr/>
        </p:nvPicPr>
        <p:blipFill>
          <a:blip r:embed="rId3" cstate="print"/>
          <a:stretch>
            <a:fillRect/>
          </a:stretch>
        </p:blipFill>
        <p:spPr>
          <a:xfrm>
            <a:off x="0" y="1110996"/>
            <a:ext cx="8866631" cy="4444746"/>
          </a:xfrm>
          <a:prstGeom prst="rect">
            <a:avLst/>
          </a:prstGeom>
        </p:spPr>
      </p:pic>
      <p:sp>
        <p:nvSpPr>
          <p:cNvPr id="4" name="object 4"/>
          <p:cNvSpPr txBox="1"/>
          <p:nvPr/>
        </p:nvSpPr>
        <p:spPr>
          <a:xfrm>
            <a:off x="3429253" y="5600953"/>
            <a:ext cx="2348865" cy="238760"/>
          </a:xfrm>
          <a:prstGeom prst="rect">
            <a:avLst/>
          </a:prstGeom>
        </p:spPr>
        <p:txBody>
          <a:bodyPr vert="horz" wrap="square" lIns="0" tIns="12065" rIns="0" bIns="0" rtlCol="0">
            <a:spAutoFit/>
          </a:bodyPr>
          <a:lstStyle/>
          <a:p>
            <a:pPr marL="12700">
              <a:lnSpc>
                <a:spcPct val="100000"/>
              </a:lnSpc>
              <a:spcBef>
                <a:spcPts val="95"/>
              </a:spcBef>
            </a:pPr>
            <a:r>
              <a:rPr sz="1400" b="1" spc="10" dirty="0">
                <a:latin typeface="Times New Roman"/>
                <a:cs typeface="Times New Roman"/>
              </a:rPr>
              <a:t>Version</a:t>
            </a:r>
            <a:r>
              <a:rPr sz="1400" b="1" spc="-85" dirty="0">
                <a:latin typeface="Times New Roman"/>
                <a:cs typeface="Times New Roman"/>
              </a:rPr>
              <a:t> </a:t>
            </a:r>
            <a:r>
              <a:rPr sz="1400" b="1" spc="-10" dirty="0">
                <a:latin typeface="Times New Roman"/>
                <a:cs typeface="Times New Roman"/>
              </a:rPr>
              <a:t>History</a:t>
            </a:r>
            <a:r>
              <a:rPr sz="1400" b="1" spc="-90" dirty="0">
                <a:latin typeface="Times New Roman"/>
                <a:cs typeface="Times New Roman"/>
              </a:rPr>
              <a:t> </a:t>
            </a:r>
            <a:r>
              <a:rPr sz="1400" b="1" spc="35" dirty="0">
                <a:latin typeface="Times New Roman"/>
                <a:cs typeface="Times New Roman"/>
              </a:rPr>
              <a:t>of</a:t>
            </a:r>
            <a:r>
              <a:rPr sz="1400" b="1" spc="-65" dirty="0">
                <a:latin typeface="Times New Roman"/>
                <a:cs typeface="Times New Roman"/>
              </a:rPr>
              <a:t> </a:t>
            </a:r>
            <a:r>
              <a:rPr sz="1400" b="1" dirty="0">
                <a:latin typeface="Times New Roman"/>
                <a:cs typeface="Times New Roman"/>
              </a:rPr>
              <a:t>SQL</a:t>
            </a:r>
            <a:r>
              <a:rPr sz="1400" b="1" spc="-80" dirty="0">
                <a:latin typeface="Times New Roman"/>
                <a:cs typeface="Times New Roman"/>
              </a:rPr>
              <a:t> </a:t>
            </a:r>
            <a:r>
              <a:rPr sz="1400" b="1" spc="-20" dirty="0">
                <a:latin typeface="Times New Roman"/>
                <a:cs typeface="Times New Roman"/>
              </a:rPr>
              <a:t>Server</a:t>
            </a:r>
            <a:endParaRPr sz="1400">
              <a:latin typeface="Times New Roman"/>
              <a:cs typeface="Times New Roman"/>
            </a:endParaRPr>
          </a:p>
        </p:txBody>
      </p:sp>
      <p:sp>
        <p:nvSpPr>
          <p:cNvPr id="6" name="object 6"/>
          <p:cNvSpPr txBox="1"/>
          <p:nvPr/>
        </p:nvSpPr>
        <p:spPr>
          <a:xfrm>
            <a:off x="7924800" y="6569709"/>
            <a:ext cx="872490" cy="256540"/>
          </a:xfrm>
          <a:prstGeom prst="rect">
            <a:avLst/>
          </a:prstGeom>
        </p:spPr>
        <p:txBody>
          <a:bodyPr vert="horz" wrap="square" lIns="0" tIns="18415" rIns="0" bIns="0" rtlCol="0">
            <a:spAutoFit/>
          </a:bodyPr>
          <a:lstStyle/>
          <a:p>
            <a:pPr marL="12700">
              <a:lnSpc>
                <a:spcPct val="100000"/>
              </a:lnSpc>
              <a:spcBef>
                <a:spcPts val="145"/>
              </a:spcBef>
            </a:pPr>
            <a:r>
              <a:rPr sz="1800" spc="52" baseline="4629" dirty="0">
                <a:latin typeface="Times New Roman"/>
                <a:cs typeface="Times New Roman"/>
              </a:rPr>
              <a:t>Session </a:t>
            </a:r>
            <a:r>
              <a:rPr sz="1800" spc="37" baseline="4629" dirty="0">
                <a:latin typeface="Times New Roman"/>
                <a:cs typeface="Times New Roman"/>
              </a:rPr>
              <a:t>3/</a:t>
            </a:r>
            <a:r>
              <a:rPr sz="1800" spc="-277" baseline="4629" dirty="0">
                <a:latin typeface="Times New Roman"/>
                <a:cs typeface="Times New Roman"/>
              </a:rPr>
              <a:t> </a:t>
            </a:r>
            <a:fld id="{81D60167-4931-47E6-BA6A-407CBD079E47}" type="slidenum">
              <a:rPr sz="1200" spc="-80" dirty="0">
                <a:latin typeface="Times New Roman"/>
                <a:cs typeface="Times New Roman"/>
              </a:rPr>
              <a:t>9</a:t>
            </a:fld>
            <a:endParaRPr sz="1200">
              <a:latin typeface="Times New Roman"/>
              <a:cs typeface="Times New Roman"/>
            </a:endParaRPr>
          </a:p>
        </p:txBody>
      </p:sp>
      <p:sp>
        <p:nvSpPr>
          <p:cNvPr id="7" name="object 7"/>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5785485" cy="635635"/>
          </a:xfrm>
          <a:prstGeom prst="rect">
            <a:avLst/>
          </a:prstGeom>
        </p:spPr>
        <p:txBody>
          <a:bodyPr vert="horz" wrap="square" lIns="0" tIns="12700" rIns="0" bIns="0" rtlCol="0">
            <a:spAutoFit/>
          </a:bodyPr>
          <a:lstStyle/>
          <a:p>
            <a:pPr marL="12700">
              <a:lnSpc>
                <a:spcPct val="100000"/>
              </a:lnSpc>
              <a:spcBef>
                <a:spcPts val="100"/>
              </a:spcBef>
            </a:pPr>
            <a:r>
              <a:rPr sz="4000" b="0" spc="135" dirty="0">
                <a:latin typeface="Times New Roman"/>
                <a:cs typeface="Times New Roman"/>
              </a:rPr>
              <a:t>Editions</a:t>
            </a:r>
            <a:r>
              <a:rPr sz="4000" b="0" spc="-160" dirty="0">
                <a:latin typeface="Times New Roman"/>
                <a:cs typeface="Times New Roman"/>
              </a:rPr>
              <a:t> </a:t>
            </a:r>
            <a:r>
              <a:rPr sz="4000" b="0" spc="114" dirty="0">
                <a:latin typeface="Times New Roman"/>
                <a:cs typeface="Times New Roman"/>
              </a:rPr>
              <a:t>of</a:t>
            </a:r>
            <a:r>
              <a:rPr sz="4000" b="0" spc="-180" dirty="0">
                <a:latin typeface="Times New Roman"/>
                <a:cs typeface="Times New Roman"/>
              </a:rPr>
              <a:t> </a:t>
            </a:r>
            <a:r>
              <a:rPr sz="4000" b="0" spc="195" dirty="0">
                <a:latin typeface="Times New Roman"/>
                <a:cs typeface="Times New Roman"/>
              </a:rPr>
              <a:t>SQL</a:t>
            </a:r>
            <a:r>
              <a:rPr sz="4000" b="0" spc="-155" dirty="0">
                <a:latin typeface="Times New Roman"/>
                <a:cs typeface="Times New Roman"/>
              </a:rPr>
              <a:t> </a:t>
            </a:r>
            <a:r>
              <a:rPr sz="4000" b="0" spc="125" dirty="0">
                <a:latin typeface="Times New Roman"/>
                <a:cs typeface="Times New Roman"/>
              </a:rPr>
              <a:t>Server</a:t>
            </a:r>
            <a:r>
              <a:rPr sz="4000" b="0" spc="-170" dirty="0">
                <a:latin typeface="Times New Roman"/>
                <a:cs typeface="Times New Roman"/>
              </a:rPr>
              <a:t> </a:t>
            </a:r>
            <a:r>
              <a:rPr sz="4000" b="0" spc="-245" dirty="0">
                <a:latin typeface="Times New Roman"/>
                <a:cs typeface="Times New Roman"/>
              </a:rPr>
              <a:t>1-2</a:t>
            </a:r>
            <a:endParaRPr sz="4000">
              <a:latin typeface="Times New Roman"/>
              <a:cs typeface="Times New Roman"/>
            </a:endParaRPr>
          </a:p>
        </p:txBody>
      </p:sp>
      <p:grpSp>
        <p:nvGrpSpPr>
          <p:cNvPr id="3" name="object 3"/>
          <p:cNvGrpSpPr/>
          <p:nvPr/>
        </p:nvGrpSpPr>
        <p:grpSpPr>
          <a:xfrm>
            <a:off x="263652" y="797775"/>
            <a:ext cx="8776970" cy="1057910"/>
            <a:chOff x="263652" y="797775"/>
            <a:chExt cx="8776970" cy="1057910"/>
          </a:xfrm>
        </p:grpSpPr>
        <p:pic>
          <p:nvPicPr>
            <p:cNvPr id="4" name="object 4"/>
            <p:cNvPicPr/>
            <p:nvPr/>
          </p:nvPicPr>
          <p:blipFill>
            <a:blip r:embed="rId3" cstate="print"/>
            <a:stretch>
              <a:fillRect/>
            </a:stretch>
          </p:blipFill>
          <p:spPr>
            <a:xfrm>
              <a:off x="263652" y="797775"/>
              <a:ext cx="8776716" cy="1057694"/>
            </a:xfrm>
            <a:prstGeom prst="rect">
              <a:avLst/>
            </a:prstGeom>
          </p:spPr>
        </p:pic>
        <p:pic>
          <p:nvPicPr>
            <p:cNvPr id="5" name="object 5"/>
            <p:cNvPicPr/>
            <p:nvPr/>
          </p:nvPicPr>
          <p:blipFill>
            <a:blip r:embed="rId4" cstate="print"/>
            <a:stretch>
              <a:fillRect/>
            </a:stretch>
          </p:blipFill>
          <p:spPr>
            <a:xfrm>
              <a:off x="304800" y="816102"/>
              <a:ext cx="8701278" cy="982217"/>
            </a:xfrm>
            <a:prstGeom prst="rect">
              <a:avLst/>
            </a:prstGeom>
          </p:spPr>
        </p:pic>
      </p:grpSp>
      <p:sp>
        <p:nvSpPr>
          <p:cNvPr id="6" name="object 6"/>
          <p:cNvSpPr txBox="1"/>
          <p:nvPr/>
        </p:nvSpPr>
        <p:spPr>
          <a:xfrm>
            <a:off x="517144" y="765555"/>
            <a:ext cx="8425180" cy="1040765"/>
          </a:xfrm>
          <a:prstGeom prst="rect">
            <a:avLst/>
          </a:prstGeom>
        </p:spPr>
        <p:txBody>
          <a:bodyPr vert="horz" wrap="square" lIns="0" tIns="43815" rIns="0" bIns="0" rtlCol="0">
            <a:spAutoFit/>
          </a:bodyPr>
          <a:lstStyle/>
          <a:p>
            <a:pPr marL="298450" marR="5080" indent="-285750">
              <a:lnSpc>
                <a:spcPts val="1939"/>
              </a:lnSpc>
              <a:spcBef>
                <a:spcPts val="345"/>
              </a:spcBef>
              <a:buFont typeface="Arial"/>
              <a:buChar char="•"/>
              <a:tabLst>
                <a:tab pos="297815" algn="l"/>
                <a:tab pos="298450" algn="l"/>
              </a:tabLst>
            </a:pPr>
            <a:r>
              <a:rPr sz="1800" spc="25" dirty="0">
                <a:solidFill>
                  <a:srgbClr val="FFFFFF"/>
                </a:solidFill>
                <a:latin typeface="Times New Roman"/>
                <a:cs typeface="Times New Roman"/>
              </a:rPr>
              <a:t>Based </a:t>
            </a:r>
            <a:r>
              <a:rPr sz="1800" spc="120" dirty="0">
                <a:solidFill>
                  <a:srgbClr val="FFFFFF"/>
                </a:solidFill>
                <a:latin typeface="Times New Roman"/>
                <a:cs typeface="Times New Roman"/>
              </a:rPr>
              <a:t>on </a:t>
            </a:r>
            <a:r>
              <a:rPr sz="1800" spc="55" dirty="0">
                <a:solidFill>
                  <a:srgbClr val="FFFFFF"/>
                </a:solidFill>
                <a:latin typeface="Times New Roman"/>
                <a:cs typeface="Times New Roman"/>
              </a:rPr>
              <a:t>database </a:t>
            </a:r>
            <a:r>
              <a:rPr sz="1800" spc="65" dirty="0">
                <a:solidFill>
                  <a:srgbClr val="FFFFFF"/>
                </a:solidFill>
                <a:latin typeface="Times New Roman"/>
                <a:cs typeface="Times New Roman"/>
              </a:rPr>
              <a:t>requirements, </a:t>
            </a:r>
            <a:r>
              <a:rPr sz="1800" spc="90" dirty="0">
                <a:solidFill>
                  <a:srgbClr val="FFFFFF"/>
                </a:solidFill>
                <a:latin typeface="Times New Roman"/>
                <a:cs typeface="Times New Roman"/>
              </a:rPr>
              <a:t>an </a:t>
            </a:r>
            <a:r>
              <a:rPr sz="1800" spc="50" dirty="0">
                <a:solidFill>
                  <a:srgbClr val="FFFFFF"/>
                </a:solidFill>
                <a:latin typeface="Times New Roman"/>
                <a:cs typeface="Times New Roman"/>
              </a:rPr>
              <a:t>organization </a:t>
            </a:r>
            <a:r>
              <a:rPr sz="1800" spc="65" dirty="0">
                <a:solidFill>
                  <a:srgbClr val="FFFFFF"/>
                </a:solidFill>
                <a:latin typeface="Times New Roman"/>
                <a:cs typeface="Times New Roman"/>
              </a:rPr>
              <a:t>can choose from </a:t>
            </a:r>
            <a:r>
              <a:rPr sz="1800" spc="60" dirty="0">
                <a:solidFill>
                  <a:srgbClr val="FFFFFF"/>
                </a:solidFill>
                <a:latin typeface="Times New Roman"/>
                <a:cs typeface="Times New Roman"/>
              </a:rPr>
              <a:t>any </a:t>
            </a:r>
            <a:r>
              <a:rPr sz="1800" spc="55" dirty="0">
                <a:solidFill>
                  <a:srgbClr val="FFFFFF"/>
                </a:solidFill>
                <a:latin typeface="Times New Roman"/>
                <a:cs typeface="Times New Roman"/>
              </a:rPr>
              <a:t>of </a:t>
            </a:r>
            <a:r>
              <a:rPr sz="1800" spc="70" dirty="0">
                <a:solidFill>
                  <a:srgbClr val="FFFFFF"/>
                </a:solidFill>
                <a:latin typeface="Times New Roman"/>
                <a:cs typeface="Times New Roman"/>
              </a:rPr>
              <a:t>these  </a:t>
            </a:r>
            <a:r>
              <a:rPr sz="1800" spc="65" dirty="0">
                <a:solidFill>
                  <a:srgbClr val="FFFFFF"/>
                </a:solidFill>
                <a:latin typeface="Times New Roman"/>
                <a:cs typeface="Times New Roman"/>
              </a:rPr>
              <a:t>editions</a:t>
            </a:r>
            <a:r>
              <a:rPr sz="1800" spc="-70" dirty="0">
                <a:solidFill>
                  <a:srgbClr val="FFFFFF"/>
                </a:solidFill>
                <a:latin typeface="Times New Roman"/>
                <a:cs typeface="Times New Roman"/>
              </a:rPr>
              <a:t> </a:t>
            </a:r>
            <a:r>
              <a:rPr sz="1800" spc="50" dirty="0">
                <a:solidFill>
                  <a:srgbClr val="FFFFFF"/>
                </a:solidFill>
                <a:latin typeface="Times New Roman"/>
                <a:cs typeface="Times New Roman"/>
              </a:rPr>
              <a:t>of</a:t>
            </a:r>
            <a:r>
              <a:rPr sz="1800" spc="-55" dirty="0">
                <a:solidFill>
                  <a:srgbClr val="FFFFFF"/>
                </a:solidFill>
                <a:latin typeface="Times New Roman"/>
                <a:cs typeface="Times New Roman"/>
              </a:rPr>
              <a:t> </a:t>
            </a:r>
            <a:r>
              <a:rPr sz="1800" spc="85" dirty="0">
                <a:solidFill>
                  <a:srgbClr val="FFFFFF"/>
                </a:solidFill>
                <a:latin typeface="Times New Roman"/>
                <a:cs typeface="Times New Roman"/>
              </a:rPr>
              <a:t>SQL</a:t>
            </a:r>
            <a:r>
              <a:rPr sz="1800" spc="-60" dirty="0">
                <a:solidFill>
                  <a:srgbClr val="FFFFFF"/>
                </a:solidFill>
                <a:latin typeface="Times New Roman"/>
                <a:cs typeface="Times New Roman"/>
              </a:rPr>
              <a:t> </a:t>
            </a:r>
            <a:r>
              <a:rPr sz="1800" spc="55" dirty="0">
                <a:solidFill>
                  <a:srgbClr val="FFFFFF"/>
                </a:solidFill>
                <a:latin typeface="Times New Roman"/>
                <a:cs typeface="Times New Roman"/>
              </a:rPr>
              <a:t>Server</a:t>
            </a:r>
            <a:r>
              <a:rPr sz="1800" spc="-75" dirty="0">
                <a:solidFill>
                  <a:srgbClr val="FFFFFF"/>
                </a:solidFill>
                <a:latin typeface="Times New Roman"/>
                <a:cs typeface="Times New Roman"/>
              </a:rPr>
              <a:t> </a:t>
            </a:r>
            <a:r>
              <a:rPr sz="1800" spc="-80" dirty="0">
                <a:solidFill>
                  <a:srgbClr val="FFFFFF"/>
                </a:solidFill>
                <a:latin typeface="Times New Roman"/>
                <a:cs typeface="Times New Roman"/>
              </a:rPr>
              <a:t>2019</a:t>
            </a:r>
            <a:r>
              <a:rPr sz="1800" spc="-75" dirty="0">
                <a:solidFill>
                  <a:srgbClr val="FFFFFF"/>
                </a:solidFill>
                <a:latin typeface="Times New Roman"/>
                <a:cs typeface="Times New Roman"/>
              </a:rPr>
              <a:t> </a:t>
            </a:r>
            <a:r>
              <a:rPr sz="1800" spc="100" dirty="0">
                <a:solidFill>
                  <a:srgbClr val="FFFFFF"/>
                </a:solidFill>
                <a:latin typeface="Times New Roman"/>
                <a:cs typeface="Times New Roman"/>
              </a:rPr>
              <a:t>that</a:t>
            </a:r>
            <a:r>
              <a:rPr sz="1800" spc="-65" dirty="0">
                <a:solidFill>
                  <a:srgbClr val="FFFFFF"/>
                </a:solidFill>
                <a:latin typeface="Times New Roman"/>
                <a:cs typeface="Times New Roman"/>
              </a:rPr>
              <a:t> </a:t>
            </a:r>
            <a:r>
              <a:rPr sz="1800" spc="65" dirty="0">
                <a:solidFill>
                  <a:srgbClr val="FFFFFF"/>
                </a:solidFill>
                <a:latin typeface="Times New Roman"/>
                <a:cs typeface="Times New Roman"/>
              </a:rPr>
              <a:t>have</a:t>
            </a:r>
            <a:r>
              <a:rPr sz="1800" spc="-70" dirty="0">
                <a:solidFill>
                  <a:srgbClr val="FFFFFF"/>
                </a:solidFill>
                <a:latin typeface="Times New Roman"/>
                <a:cs typeface="Times New Roman"/>
              </a:rPr>
              <a:t> </a:t>
            </a:r>
            <a:r>
              <a:rPr sz="1800" spc="80" dirty="0">
                <a:solidFill>
                  <a:srgbClr val="FFFFFF"/>
                </a:solidFill>
                <a:latin typeface="Times New Roman"/>
                <a:cs typeface="Times New Roman"/>
              </a:rPr>
              <a:t>been</a:t>
            </a:r>
            <a:r>
              <a:rPr sz="1800" spc="-70" dirty="0">
                <a:solidFill>
                  <a:srgbClr val="FFFFFF"/>
                </a:solidFill>
                <a:latin typeface="Times New Roman"/>
                <a:cs typeface="Times New Roman"/>
              </a:rPr>
              <a:t> </a:t>
            </a:r>
            <a:r>
              <a:rPr sz="1800" spc="40" dirty="0">
                <a:solidFill>
                  <a:srgbClr val="FFFFFF"/>
                </a:solidFill>
                <a:latin typeface="Times New Roman"/>
                <a:cs typeface="Times New Roman"/>
              </a:rPr>
              <a:t>released.</a:t>
            </a:r>
            <a:endParaRPr sz="1800">
              <a:latin typeface="Times New Roman"/>
              <a:cs typeface="Times New Roman"/>
            </a:endParaRPr>
          </a:p>
          <a:p>
            <a:pPr marL="298450" indent="-285750">
              <a:lnSpc>
                <a:spcPct val="100000"/>
              </a:lnSpc>
              <a:spcBef>
                <a:spcPts val="1705"/>
              </a:spcBef>
              <a:buFont typeface="Arial"/>
              <a:buChar char="•"/>
              <a:tabLst>
                <a:tab pos="297815" algn="l"/>
                <a:tab pos="298450" algn="l"/>
              </a:tabLst>
            </a:pPr>
            <a:r>
              <a:rPr sz="1800" spc="60" dirty="0">
                <a:solidFill>
                  <a:srgbClr val="FFFFFF"/>
                </a:solidFill>
                <a:latin typeface="Times New Roman"/>
                <a:cs typeface="Times New Roman"/>
              </a:rPr>
              <a:t>Main</a:t>
            </a:r>
            <a:r>
              <a:rPr sz="1800" spc="-70" dirty="0">
                <a:solidFill>
                  <a:srgbClr val="FFFFFF"/>
                </a:solidFill>
                <a:latin typeface="Times New Roman"/>
                <a:cs typeface="Times New Roman"/>
              </a:rPr>
              <a:t> </a:t>
            </a:r>
            <a:r>
              <a:rPr sz="1800" spc="65" dirty="0">
                <a:solidFill>
                  <a:srgbClr val="FFFFFF"/>
                </a:solidFill>
                <a:latin typeface="Times New Roman"/>
                <a:cs typeface="Times New Roman"/>
              </a:rPr>
              <a:t>editions</a:t>
            </a:r>
            <a:r>
              <a:rPr sz="1800" spc="-65" dirty="0">
                <a:solidFill>
                  <a:srgbClr val="FFFFFF"/>
                </a:solidFill>
                <a:latin typeface="Times New Roman"/>
                <a:cs typeface="Times New Roman"/>
              </a:rPr>
              <a:t> </a:t>
            </a:r>
            <a:r>
              <a:rPr sz="1800" spc="50" dirty="0">
                <a:solidFill>
                  <a:srgbClr val="FFFFFF"/>
                </a:solidFill>
                <a:latin typeface="Times New Roman"/>
                <a:cs typeface="Times New Roman"/>
              </a:rPr>
              <a:t>of</a:t>
            </a:r>
            <a:r>
              <a:rPr sz="1800" spc="-60" dirty="0">
                <a:solidFill>
                  <a:srgbClr val="FFFFFF"/>
                </a:solidFill>
                <a:latin typeface="Times New Roman"/>
                <a:cs typeface="Times New Roman"/>
              </a:rPr>
              <a:t> </a:t>
            </a:r>
            <a:r>
              <a:rPr sz="1800" spc="85" dirty="0">
                <a:solidFill>
                  <a:srgbClr val="FFFFFF"/>
                </a:solidFill>
                <a:latin typeface="Times New Roman"/>
                <a:cs typeface="Times New Roman"/>
              </a:rPr>
              <a:t>SQL</a:t>
            </a:r>
            <a:r>
              <a:rPr sz="1800" spc="-60" dirty="0">
                <a:solidFill>
                  <a:srgbClr val="FFFFFF"/>
                </a:solidFill>
                <a:latin typeface="Times New Roman"/>
                <a:cs typeface="Times New Roman"/>
              </a:rPr>
              <a:t> </a:t>
            </a:r>
            <a:r>
              <a:rPr sz="1800" spc="55" dirty="0">
                <a:solidFill>
                  <a:srgbClr val="FFFFFF"/>
                </a:solidFill>
                <a:latin typeface="Times New Roman"/>
                <a:cs typeface="Times New Roman"/>
              </a:rPr>
              <a:t>Server</a:t>
            </a:r>
            <a:r>
              <a:rPr sz="1800" spc="-75" dirty="0">
                <a:solidFill>
                  <a:srgbClr val="FFFFFF"/>
                </a:solidFill>
                <a:latin typeface="Times New Roman"/>
                <a:cs typeface="Times New Roman"/>
              </a:rPr>
              <a:t> </a:t>
            </a:r>
            <a:r>
              <a:rPr sz="1800" spc="-80" dirty="0">
                <a:solidFill>
                  <a:srgbClr val="FFFFFF"/>
                </a:solidFill>
                <a:latin typeface="Times New Roman"/>
                <a:cs typeface="Times New Roman"/>
              </a:rPr>
              <a:t>2019</a:t>
            </a:r>
            <a:r>
              <a:rPr sz="1800" spc="-65" dirty="0">
                <a:solidFill>
                  <a:srgbClr val="FFFFFF"/>
                </a:solidFill>
                <a:latin typeface="Times New Roman"/>
                <a:cs typeface="Times New Roman"/>
              </a:rPr>
              <a:t> </a:t>
            </a:r>
            <a:r>
              <a:rPr sz="1800" spc="45" dirty="0">
                <a:solidFill>
                  <a:srgbClr val="FFFFFF"/>
                </a:solidFill>
                <a:latin typeface="Times New Roman"/>
                <a:cs typeface="Times New Roman"/>
              </a:rPr>
              <a:t>are</a:t>
            </a:r>
            <a:r>
              <a:rPr sz="1800" spc="-70" dirty="0">
                <a:solidFill>
                  <a:srgbClr val="FFFFFF"/>
                </a:solidFill>
                <a:latin typeface="Times New Roman"/>
                <a:cs typeface="Times New Roman"/>
              </a:rPr>
              <a:t> </a:t>
            </a:r>
            <a:r>
              <a:rPr sz="1800" spc="15" dirty="0">
                <a:solidFill>
                  <a:srgbClr val="FFFFFF"/>
                </a:solidFill>
                <a:latin typeface="Times New Roman"/>
                <a:cs typeface="Times New Roman"/>
              </a:rPr>
              <a:t>as</a:t>
            </a:r>
            <a:r>
              <a:rPr sz="1800" spc="-60" dirty="0">
                <a:solidFill>
                  <a:srgbClr val="FFFFFF"/>
                </a:solidFill>
                <a:latin typeface="Times New Roman"/>
                <a:cs typeface="Times New Roman"/>
              </a:rPr>
              <a:t> </a:t>
            </a:r>
            <a:r>
              <a:rPr sz="1800" spc="25" dirty="0">
                <a:solidFill>
                  <a:srgbClr val="FFFFFF"/>
                </a:solidFill>
                <a:latin typeface="Times New Roman"/>
                <a:cs typeface="Times New Roman"/>
              </a:rPr>
              <a:t>follows:</a:t>
            </a:r>
            <a:endParaRPr sz="1800">
              <a:latin typeface="Times New Roman"/>
              <a:cs typeface="Times New Roman"/>
            </a:endParaRPr>
          </a:p>
        </p:txBody>
      </p:sp>
      <p:pic>
        <p:nvPicPr>
          <p:cNvPr id="7" name="object 7"/>
          <p:cNvPicPr/>
          <p:nvPr/>
        </p:nvPicPr>
        <p:blipFill>
          <a:blip r:embed="rId5" cstate="print"/>
          <a:stretch>
            <a:fillRect/>
          </a:stretch>
        </p:blipFill>
        <p:spPr>
          <a:xfrm>
            <a:off x="935736" y="2170938"/>
            <a:ext cx="6921246" cy="4360926"/>
          </a:xfrm>
          <a:prstGeom prst="rect">
            <a:avLst/>
          </a:prstGeom>
        </p:spPr>
      </p:pic>
      <p:sp>
        <p:nvSpPr>
          <p:cNvPr id="9" name="object 9"/>
          <p:cNvSpPr txBox="1"/>
          <p:nvPr/>
        </p:nvSpPr>
        <p:spPr>
          <a:xfrm>
            <a:off x="7924800" y="6569709"/>
            <a:ext cx="872490" cy="256540"/>
          </a:xfrm>
          <a:prstGeom prst="rect">
            <a:avLst/>
          </a:prstGeom>
        </p:spPr>
        <p:txBody>
          <a:bodyPr vert="horz" wrap="square" lIns="0" tIns="18415" rIns="0" bIns="0" rtlCol="0">
            <a:spAutoFit/>
          </a:bodyPr>
          <a:lstStyle/>
          <a:p>
            <a:pPr marL="12700">
              <a:lnSpc>
                <a:spcPct val="100000"/>
              </a:lnSpc>
              <a:spcBef>
                <a:spcPts val="145"/>
              </a:spcBef>
            </a:pPr>
            <a:r>
              <a:rPr sz="1800" spc="52" baseline="4629" dirty="0">
                <a:latin typeface="Times New Roman"/>
                <a:cs typeface="Times New Roman"/>
              </a:rPr>
              <a:t>Session </a:t>
            </a:r>
            <a:r>
              <a:rPr sz="1800" spc="37" baseline="4629" dirty="0">
                <a:latin typeface="Times New Roman"/>
                <a:cs typeface="Times New Roman"/>
              </a:rPr>
              <a:t>3/</a:t>
            </a:r>
            <a:r>
              <a:rPr sz="1800" spc="-277" baseline="4629" dirty="0">
                <a:latin typeface="Times New Roman"/>
                <a:cs typeface="Times New Roman"/>
              </a:rPr>
              <a:t> </a:t>
            </a:r>
            <a:fld id="{81D60167-4931-47E6-BA6A-407CBD079E47}" type="slidenum">
              <a:rPr sz="1200" spc="-80" dirty="0">
                <a:latin typeface="Times New Roman"/>
                <a:cs typeface="Times New Roman"/>
              </a:rPr>
              <a:t>10</a:t>
            </a:fld>
            <a:endParaRPr sz="1200">
              <a:latin typeface="Times New Roman"/>
              <a:cs typeface="Times New Roman"/>
            </a:endParaRPr>
          </a:p>
        </p:txBody>
      </p:sp>
      <p:sp>
        <p:nvSpPr>
          <p:cNvPr id="10" name="object 10"/>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08609" y="941577"/>
            <a:ext cx="8298180" cy="635000"/>
          </a:xfrm>
          <a:prstGeom prst="rect">
            <a:avLst/>
          </a:prstGeom>
        </p:spPr>
        <p:txBody>
          <a:bodyPr vert="horz" wrap="square" lIns="0" tIns="12065" rIns="0" bIns="0" rtlCol="0">
            <a:spAutoFit/>
          </a:bodyPr>
          <a:lstStyle/>
          <a:p>
            <a:pPr marL="12700" marR="5080">
              <a:lnSpc>
                <a:spcPct val="100000"/>
              </a:lnSpc>
              <a:spcBef>
                <a:spcPts val="95"/>
              </a:spcBef>
            </a:pPr>
            <a:r>
              <a:rPr sz="2000" spc="160" dirty="0">
                <a:latin typeface="Times New Roman"/>
                <a:cs typeface="Times New Roman"/>
              </a:rPr>
              <a:t>With </a:t>
            </a:r>
            <a:r>
              <a:rPr sz="2000" spc="65" dirty="0">
                <a:latin typeface="Times New Roman"/>
                <a:cs typeface="Times New Roman"/>
              </a:rPr>
              <a:t>each </a:t>
            </a:r>
            <a:r>
              <a:rPr sz="2000" spc="90" dirty="0">
                <a:latin typeface="Times New Roman"/>
                <a:cs typeface="Times New Roman"/>
              </a:rPr>
              <a:t>subsequent </a:t>
            </a:r>
            <a:r>
              <a:rPr sz="2000" spc="55" dirty="0">
                <a:latin typeface="Times New Roman"/>
                <a:cs typeface="Times New Roman"/>
              </a:rPr>
              <a:t>version, </a:t>
            </a:r>
            <a:r>
              <a:rPr sz="2000" spc="95" dirty="0">
                <a:latin typeface="Times New Roman"/>
                <a:cs typeface="Times New Roman"/>
              </a:rPr>
              <a:t>enhancements </a:t>
            </a:r>
            <a:r>
              <a:rPr sz="2000" spc="55" dirty="0">
                <a:latin typeface="Times New Roman"/>
                <a:cs typeface="Times New Roman"/>
              </a:rPr>
              <a:t>are </a:t>
            </a:r>
            <a:r>
              <a:rPr sz="2000" spc="75" dirty="0">
                <a:latin typeface="Times New Roman"/>
                <a:cs typeface="Times New Roman"/>
              </a:rPr>
              <a:t>made </a:t>
            </a:r>
            <a:r>
              <a:rPr sz="2000" spc="114" dirty="0">
                <a:latin typeface="Times New Roman"/>
                <a:cs typeface="Times New Roman"/>
              </a:rPr>
              <a:t>and </a:t>
            </a:r>
            <a:r>
              <a:rPr sz="2000" spc="90" dirty="0">
                <a:latin typeface="Times New Roman"/>
                <a:cs typeface="Times New Roman"/>
              </a:rPr>
              <a:t>new </a:t>
            </a:r>
            <a:r>
              <a:rPr sz="2000" spc="60" dirty="0">
                <a:latin typeface="Times New Roman"/>
                <a:cs typeface="Times New Roman"/>
              </a:rPr>
              <a:t>features </a:t>
            </a:r>
            <a:r>
              <a:rPr sz="2000" spc="620" dirty="0">
                <a:latin typeface="Times New Roman"/>
                <a:cs typeface="Times New Roman"/>
              </a:rPr>
              <a:t> </a:t>
            </a:r>
            <a:r>
              <a:rPr sz="2000" spc="50" dirty="0">
                <a:latin typeface="Times New Roman"/>
                <a:cs typeface="Times New Roman"/>
              </a:rPr>
              <a:t>are</a:t>
            </a:r>
            <a:r>
              <a:rPr sz="2000" spc="-75" dirty="0">
                <a:latin typeface="Times New Roman"/>
                <a:cs typeface="Times New Roman"/>
              </a:rPr>
              <a:t> </a:t>
            </a:r>
            <a:r>
              <a:rPr sz="2000" spc="90" dirty="0">
                <a:latin typeface="Times New Roman"/>
                <a:cs typeface="Times New Roman"/>
              </a:rPr>
              <a:t>added</a:t>
            </a:r>
            <a:endParaRPr sz="2000">
              <a:latin typeface="Times New Roman"/>
              <a:cs typeface="Times New Roman"/>
            </a:endParaRPr>
          </a:p>
        </p:txBody>
      </p:sp>
      <p:sp>
        <p:nvSpPr>
          <p:cNvPr id="3" name="object 3"/>
          <p:cNvSpPr txBox="1"/>
          <p:nvPr/>
        </p:nvSpPr>
        <p:spPr>
          <a:xfrm>
            <a:off x="383540" y="15493"/>
            <a:ext cx="5850255" cy="635635"/>
          </a:xfrm>
          <a:prstGeom prst="rect">
            <a:avLst/>
          </a:prstGeom>
        </p:spPr>
        <p:txBody>
          <a:bodyPr vert="horz" wrap="square" lIns="0" tIns="12700" rIns="0" bIns="0" rtlCol="0">
            <a:spAutoFit/>
          </a:bodyPr>
          <a:lstStyle/>
          <a:p>
            <a:pPr marL="12700">
              <a:lnSpc>
                <a:spcPct val="100000"/>
              </a:lnSpc>
              <a:spcBef>
                <a:spcPts val="100"/>
              </a:spcBef>
            </a:pPr>
            <a:r>
              <a:rPr sz="4000" spc="135" dirty="0">
                <a:solidFill>
                  <a:srgbClr val="FFFFFF"/>
                </a:solidFill>
                <a:latin typeface="Times New Roman"/>
                <a:cs typeface="Times New Roman"/>
              </a:rPr>
              <a:t>Editions</a:t>
            </a:r>
            <a:r>
              <a:rPr sz="4000" spc="-155" dirty="0">
                <a:solidFill>
                  <a:srgbClr val="FFFFFF"/>
                </a:solidFill>
                <a:latin typeface="Times New Roman"/>
                <a:cs typeface="Times New Roman"/>
              </a:rPr>
              <a:t> </a:t>
            </a:r>
            <a:r>
              <a:rPr sz="4000" spc="114" dirty="0">
                <a:solidFill>
                  <a:srgbClr val="FFFFFF"/>
                </a:solidFill>
                <a:latin typeface="Times New Roman"/>
                <a:cs typeface="Times New Roman"/>
              </a:rPr>
              <a:t>of</a:t>
            </a:r>
            <a:r>
              <a:rPr sz="4000" spc="-175" dirty="0">
                <a:solidFill>
                  <a:srgbClr val="FFFFFF"/>
                </a:solidFill>
                <a:latin typeface="Times New Roman"/>
                <a:cs typeface="Times New Roman"/>
              </a:rPr>
              <a:t> </a:t>
            </a:r>
            <a:r>
              <a:rPr sz="4000" spc="195" dirty="0">
                <a:solidFill>
                  <a:srgbClr val="FFFFFF"/>
                </a:solidFill>
                <a:latin typeface="Times New Roman"/>
                <a:cs typeface="Times New Roman"/>
              </a:rPr>
              <a:t>SQL</a:t>
            </a:r>
            <a:r>
              <a:rPr sz="4000" spc="-155" dirty="0">
                <a:solidFill>
                  <a:srgbClr val="FFFFFF"/>
                </a:solidFill>
                <a:latin typeface="Times New Roman"/>
                <a:cs typeface="Times New Roman"/>
              </a:rPr>
              <a:t> </a:t>
            </a:r>
            <a:r>
              <a:rPr sz="4000" spc="125" dirty="0">
                <a:solidFill>
                  <a:srgbClr val="FFFFFF"/>
                </a:solidFill>
                <a:latin typeface="Times New Roman"/>
                <a:cs typeface="Times New Roman"/>
              </a:rPr>
              <a:t>Server</a:t>
            </a:r>
            <a:r>
              <a:rPr sz="4000" spc="-165" dirty="0">
                <a:solidFill>
                  <a:srgbClr val="FFFFFF"/>
                </a:solidFill>
                <a:latin typeface="Times New Roman"/>
                <a:cs typeface="Times New Roman"/>
              </a:rPr>
              <a:t> </a:t>
            </a:r>
            <a:r>
              <a:rPr sz="4000" spc="-80" dirty="0">
                <a:solidFill>
                  <a:srgbClr val="FFFFFF"/>
                </a:solidFill>
                <a:latin typeface="Times New Roman"/>
                <a:cs typeface="Times New Roman"/>
              </a:rPr>
              <a:t>2-2</a:t>
            </a:r>
            <a:endParaRPr sz="4000">
              <a:latin typeface="Times New Roman"/>
              <a:cs typeface="Times New Roman"/>
            </a:endParaRPr>
          </a:p>
        </p:txBody>
      </p:sp>
      <p:pic>
        <p:nvPicPr>
          <p:cNvPr id="4" name="object 4"/>
          <p:cNvPicPr/>
          <p:nvPr/>
        </p:nvPicPr>
        <p:blipFill>
          <a:blip r:embed="rId3" cstate="print"/>
          <a:stretch>
            <a:fillRect/>
          </a:stretch>
        </p:blipFill>
        <p:spPr>
          <a:xfrm>
            <a:off x="1575053" y="1797557"/>
            <a:ext cx="6583680" cy="4684776"/>
          </a:xfrm>
          <a:prstGeom prst="rect">
            <a:avLst/>
          </a:prstGeom>
        </p:spPr>
      </p:pic>
      <p:sp>
        <p:nvSpPr>
          <p:cNvPr id="6" name="object 6"/>
          <p:cNvSpPr txBox="1"/>
          <p:nvPr/>
        </p:nvSpPr>
        <p:spPr>
          <a:xfrm>
            <a:off x="7924800" y="6569709"/>
            <a:ext cx="872490" cy="256540"/>
          </a:xfrm>
          <a:prstGeom prst="rect">
            <a:avLst/>
          </a:prstGeom>
        </p:spPr>
        <p:txBody>
          <a:bodyPr vert="horz" wrap="square" lIns="0" tIns="18415" rIns="0" bIns="0" rtlCol="0">
            <a:spAutoFit/>
          </a:bodyPr>
          <a:lstStyle/>
          <a:p>
            <a:pPr marL="12700">
              <a:lnSpc>
                <a:spcPct val="100000"/>
              </a:lnSpc>
              <a:spcBef>
                <a:spcPts val="145"/>
              </a:spcBef>
            </a:pPr>
            <a:r>
              <a:rPr sz="1800" spc="52" baseline="4629" dirty="0">
                <a:latin typeface="Times New Roman"/>
                <a:cs typeface="Times New Roman"/>
              </a:rPr>
              <a:t>Session </a:t>
            </a:r>
            <a:r>
              <a:rPr sz="1800" spc="37" baseline="4629" dirty="0">
                <a:latin typeface="Times New Roman"/>
                <a:cs typeface="Times New Roman"/>
              </a:rPr>
              <a:t>3/</a:t>
            </a:r>
            <a:r>
              <a:rPr sz="1800" spc="-277" baseline="4629" dirty="0">
                <a:latin typeface="Times New Roman"/>
                <a:cs typeface="Times New Roman"/>
              </a:rPr>
              <a:t> </a:t>
            </a:r>
            <a:fld id="{81D60167-4931-47E6-BA6A-407CBD079E47}" type="slidenum">
              <a:rPr sz="1200" spc="-80" dirty="0">
                <a:latin typeface="Times New Roman"/>
                <a:cs typeface="Times New Roman"/>
              </a:rPr>
              <a:t>11</a:t>
            </a:fld>
            <a:endParaRPr sz="1200">
              <a:latin typeface="Times New Roman"/>
              <a:cs typeface="Times New Roman"/>
            </a:endParaRPr>
          </a:p>
        </p:txBody>
      </p:sp>
      <p:sp>
        <p:nvSpPr>
          <p:cNvPr id="7" name="object 7"/>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56641"/>
            <a:ext cx="7847330" cy="574040"/>
          </a:xfrm>
          <a:prstGeom prst="rect">
            <a:avLst/>
          </a:prstGeom>
        </p:spPr>
        <p:txBody>
          <a:bodyPr vert="horz" wrap="square" lIns="0" tIns="12700" rIns="0" bIns="0" rtlCol="0">
            <a:spAutoFit/>
          </a:bodyPr>
          <a:lstStyle/>
          <a:p>
            <a:pPr marL="12700">
              <a:lnSpc>
                <a:spcPct val="100000"/>
              </a:lnSpc>
              <a:spcBef>
                <a:spcPts val="100"/>
              </a:spcBef>
            </a:pPr>
            <a:r>
              <a:rPr b="0" spc="195" dirty="0">
                <a:latin typeface="Times New Roman"/>
                <a:cs typeface="Times New Roman"/>
              </a:rPr>
              <a:t>Connecting</a:t>
            </a:r>
            <a:r>
              <a:rPr b="0" spc="-150" dirty="0">
                <a:latin typeface="Times New Roman"/>
                <a:cs typeface="Times New Roman"/>
              </a:rPr>
              <a:t> </a:t>
            </a:r>
            <a:r>
              <a:rPr b="0" spc="200" dirty="0">
                <a:latin typeface="Times New Roman"/>
                <a:cs typeface="Times New Roman"/>
              </a:rPr>
              <a:t>to</a:t>
            </a:r>
            <a:r>
              <a:rPr b="0" spc="-135" dirty="0">
                <a:latin typeface="Times New Roman"/>
                <a:cs typeface="Times New Roman"/>
              </a:rPr>
              <a:t> </a:t>
            </a:r>
            <a:r>
              <a:rPr b="0" spc="175" dirty="0">
                <a:latin typeface="Times New Roman"/>
                <a:cs typeface="Times New Roman"/>
              </a:rPr>
              <a:t>SQL</a:t>
            </a:r>
            <a:r>
              <a:rPr b="0" spc="-130" dirty="0">
                <a:latin typeface="Times New Roman"/>
                <a:cs typeface="Times New Roman"/>
              </a:rPr>
              <a:t> </a:t>
            </a:r>
            <a:r>
              <a:rPr b="0" spc="110" dirty="0">
                <a:latin typeface="Times New Roman"/>
                <a:cs typeface="Times New Roman"/>
              </a:rPr>
              <a:t>Server</a:t>
            </a:r>
            <a:r>
              <a:rPr b="0" spc="-135" dirty="0">
                <a:latin typeface="Times New Roman"/>
                <a:cs typeface="Times New Roman"/>
              </a:rPr>
              <a:t> </a:t>
            </a:r>
            <a:r>
              <a:rPr b="0" spc="114" dirty="0">
                <a:latin typeface="Times New Roman"/>
                <a:cs typeface="Times New Roman"/>
              </a:rPr>
              <a:t>Instances</a:t>
            </a:r>
            <a:r>
              <a:rPr b="0" spc="-160" dirty="0">
                <a:latin typeface="Times New Roman"/>
                <a:cs typeface="Times New Roman"/>
              </a:rPr>
              <a:t> </a:t>
            </a:r>
            <a:r>
              <a:rPr b="0" spc="-225" dirty="0">
                <a:latin typeface="Times New Roman"/>
                <a:cs typeface="Times New Roman"/>
              </a:rPr>
              <a:t>1-2</a:t>
            </a:r>
          </a:p>
        </p:txBody>
      </p:sp>
      <p:sp>
        <p:nvSpPr>
          <p:cNvPr id="5" name="object 5"/>
          <p:cNvSpPr txBox="1"/>
          <p:nvPr/>
        </p:nvSpPr>
        <p:spPr>
          <a:xfrm>
            <a:off x="7924800" y="6569709"/>
            <a:ext cx="872490" cy="256540"/>
          </a:xfrm>
          <a:prstGeom prst="rect">
            <a:avLst/>
          </a:prstGeom>
        </p:spPr>
        <p:txBody>
          <a:bodyPr vert="horz" wrap="square" lIns="0" tIns="18415" rIns="0" bIns="0" rtlCol="0">
            <a:spAutoFit/>
          </a:bodyPr>
          <a:lstStyle/>
          <a:p>
            <a:pPr marL="12700">
              <a:lnSpc>
                <a:spcPct val="100000"/>
              </a:lnSpc>
              <a:spcBef>
                <a:spcPts val="145"/>
              </a:spcBef>
            </a:pPr>
            <a:r>
              <a:rPr sz="1800" spc="52" baseline="4629" dirty="0">
                <a:latin typeface="Times New Roman"/>
                <a:cs typeface="Times New Roman"/>
              </a:rPr>
              <a:t>Session </a:t>
            </a:r>
            <a:r>
              <a:rPr sz="1800" spc="37" baseline="4629" dirty="0">
                <a:latin typeface="Times New Roman"/>
                <a:cs typeface="Times New Roman"/>
              </a:rPr>
              <a:t>3/</a:t>
            </a:r>
            <a:r>
              <a:rPr sz="1800" spc="-277" baseline="4629" dirty="0">
                <a:latin typeface="Times New Roman"/>
                <a:cs typeface="Times New Roman"/>
              </a:rPr>
              <a:t> </a:t>
            </a:r>
            <a:fld id="{81D60167-4931-47E6-BA6A-407CBD079E47}" type="slidenum">
              <a:rPr sz="1200" spc="-80" dirty="0">
                <a:latin typeface="Times New Roman"/>
                <a:cs typeface="Times New Roman"/>
              </a:rPr>
              <a:t>12</a:t>
            </a:fld>
            <a:endParaRPr sz="1200">
              <a:latin typeface="Times New Roman"/>
              <a:cs typeface="Times New Roman"/>
            </a:endParaRPr>
          </a:p>
        </p:txBody>
      </p:sp>
      <p:sp>
        <p:nvSpPr>
          <p:cNvPr id="6" name="object 6"/>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3" name="object 3"/>
          <p:cNvSpPr txBox="1"/>
          <p:nvPr/>
        </p:nvSpPr>
        <p:spPr>
          <a:xfrm>
            <a:off x="383540" y="882141"/>
            <a:ext cx="8225155" cy="4114800"/>
          </a:xfrm>
          <a:prstGeom prst="rect">
            <a:avLst/>
          </a:prstGeom>
        </p:spPr>
        <p:txBody>
          <a:bodyPr vert="horz" wrap="square" lIns="0" tIns="12065" rIns="0" bIns="0" rtlCol="0">
            <a:spAutoFit/>
          </a:bodyPr>
          <a:lstStyle/>
          <a:p>
            <a:pPr marL="355600" marR="5080" indent="-342900">
              <a:lnSpc>
                <a:spcPct val="100000"/>
              </a:lnSpc>
              <a:spcBef>
                <a:spcPts val="95"/>
              </a:spcBef>
              <a:buFont typeface="Arial"/>
              <a:buChar char="•"/>
              <a:tabLst>
                <a:tab pos="354965" algn="l"/>
                <a:tab pos="355600" algn="l"/>
              </a:tabLst>
            </a:pPr>
            <a:r>
              <a:rPr sz="2000" spc="90" dirty="0">
                <a:latin typeface="Times New Roman"/>
                <a:cs typeface="Times New Roman"/>
              </a:rPr>
              <a:t>SQL </a:t>
            </a:r>
            <a:r>
              <a:rPr sz="2000" spc="60" dirty="0">
                <a:latin typeface="Times New Roman"/>
                <a:cs typeface="Times New Roman"/>
              </a:rPr>
              <a:t>Server </a:t>
            </a:r>
            <a:r>
              <a:rPr sz="2000" spc="75" dirty="0">
                <a:latin typeface="Times New Roman"/>
                <a:cs typeface="Times New Roman"/>
              </a:rPr>
              <a:t>Management </a:t>
            </a:r>
            <a:r>
              <a:rPr sz="2000" spc="95" dirty="0">
                <a:latin typeface="Times New Roman"/>
                <a:cs typeface="Times New Roman"/>
              </a:rPr>
              <a:t>Studio </a:t>
            </a:r>
            <a:r>
              <a:rPr sz="2000" spc="40" dirty="0">
                <a:latin typeface="Times New Roman"/>
                <a:cs typeface="Times New Roman"/>
              </a:rPr>
              <a:t>(SSMS) </a:t>
            </a:r>
            <a:r>
              <a:rPr sz="2000" spc="5" dirty="0">
                <a:latin typeface="Times New Roman"/>
                <a:cs typeface="Times New Roman"/>
              </a:rPr>
              <a:t>is </a:t>
            </a:r>
            <a:r>
              <a:rPr sz="2000" spc="80" dirty="0">
                <a:latin typeface="Times New Roman"/>
                <a:cs typeface="Times New Roman"/>
              </a:rPr>
              <a:t>used </a:t>
            </a:r>
            <a:r>
              <a:rPr sz="2000" spc="110" dirty="0">
                <a:latin typeface="Times New Roman"/>
                <a:cs typeface="Times New Roman"/>
              </a:rPr>
              <a:t>to </a:t>
            </a:r>
            <a:r>
              <a:rPr sz="2000" spc="95" dirty="0">
                <a:latin typeface="Times New Roman"/>
                <a:cs typeface="Times New Roman"/>
              </a:rPr>
              <a:t>connect </a:t>
            </a:r>
            <a:r>
              <a:rPr sz="2000" spc="110" dirty="0">
                <a:latin typeface="Times New Roman"/>
                <a:cs typeface="Times New Roman"/>
              </a:rPr>
              <a:t>to </a:t>
            </a:r>
            <a:r>
              <a:rPr sz="2000" spc="95" dirty="0">
                <a:latin typeface="Times New Roman"/>
                <a:cs typeface="Times New Roman"/>
              </a:rPr>
              <a:t>SQL  </a:t>
            </a:r>
            <a:r>
              <a:rPr sz="2000" spc="60" dirty="0">
                <a:latin typeface="Times New Roman"/>
                <a:cs typeface="Times New Roman"/>
              </a:rPr>
              <a:t>Server</a:t>
            </a:r>
            <a:r>
              <a:rPr sz="2000" spc="-70" dirty="0">
                <a:latin typeface="Times New Roman"/>
                <a:cs typeface="Times New Roman"/>
              </a:rPr>
              <a:t> </a:t>
            </a:r>
            <a:r>
              <a:rPr sz="2000" spc="60" dirty="0">
                <a:latin typeface="Times New Roman"/>
                <a:cs typeface="Times New Roman"/>
              </a:rPr>
              <a:t>instances.</a:t>
            </a:r>
            <a:endParaRPr sz="2000">
              <a:latin typeface="Times New Roman"/>
              <a:cs typeface="Times New Roman"/>
            </a:endParaRPr>
          </a:p>
          <a:p>
            <a:pPr marL="355600" indent="-342900">
              <a:lnSpc>
                <a:spcPct val="100000"/>
              </a:lnSpc>
              <a:buFont typeface="Arial"/>
              <a:buChar char="•"/>
              <a:tabLst>
                <a:tab pos="354965" algn="l"/>
                <a:tab pos="355600" algn="l"/>
              </a:tabLst>
            </a:pPr>
            <a:r>
              <a:rPr sz="2000" spc="70" dirty="0">
                <a:latin typeface="Times New Roman"/>
                <a:cs typeface="Times New Roman"/>
              </a:rPr>
              <a:t>SSMS</a:t>
            </a:r>
            <a:r>
              <a:rPr sz="2000" spc="-90" dirty="0">
                <a:latin typeface="Times New Roman"/>
                <a:cs typeface="Times New Roman"/>
              </a:rPr>
              <a:t> </a:t>
            </a:r>
            <a:r>
              <a:rPr sz="2000" spc="5" dirty="0">
                <a:latin typeface="Times New Roman"/>
                <a:cs typeface="Times New Roman"/>
              </a:rPr>
              <a:t>is</a:t>
            </a:r>
            <a:r>
              <a:rPr sz="2000" spc="-80" dirty="0">
                <a:latin typeface="Times New Roman"/>
                <a:cs typeface="Times New Roman"/>
              </a:rPr>
              <a:t> </a:t>
            </a:r>
            <a:r>
              <a:rPr sz="2000" spc="30" dirty="0">
                <a:latin typeface="Times New Roman"/>
                <a:cs typeface="Times New Roman"/>
              </a:rPr>
              <a:t>a</a:t>
            </a:r>
            <a:r>
              <a:rPr sz="2000" spc="-70" dirty="0">
                <a:latin typeface="Times New Roman"/>
                <a:cs typeface="Times New Roman"/>
              </a:rPr>
              <a:t> </a:t>
            </a:r>
            <a:r>
              <a:rPr sz="2000" spc="75" dirty="0">
                <a:latin typeface="Times New Roman"/>
                <a:cs typeface="Times New Roman"/>
              </a:rPr>
              <a:t>tool</a:t>
            </a:r>
            <a:r>
              <a:rPr sz="2000" spc="-55" dirty="0">
                <a:latin typeface="Times New Roman"/>
                <a:cs typeface="Times New Roman"/>
              </a:rPr>
              <a:t> </a:t>
            </a:r>
            <a:r>
              <a:rPr sz="2000" spc="80" dirty="0">
                <a:latin typeface="Times New Roman"/>
                <a:cs typeface="Times New Roman"/>
              </a:rPr>
              <a:t>used</a:t>
            </a:r>
            <a:r>
              <a:rPr sz="2000" spc="-75" dirty="0">
                <a:latin typeface="Times New Roman"/>
                <a:cs typeface="Times New Roman"/>
              </a:rPr>
              <a:t> </a:t>
            </a:r>
            <a:r>
              <a:rPr sz="2000" spc="65" dirty="0">
                <a:latin typeface="Times New Roman"/>
                <a:cs typeface="Times New Roman"/>
              </a:rPr>
              <a:t>for</a:t>
            </a:r>
            <a:endParaRPr sz="2000">
              <a:latin typeface="Times New Roman"/>
              <a:cs typeface="Times New Roman"/>
            </a:endParaRPr>
          </a:p>
          <a:p>
            <a:pPr marL="799465" lvl="1" indent="-139700">
              <a:lnSpc>
                <a:spcPct val="100000"/>
              </a:lnSpc>
              <a:buChar char="-"/>
              <a:tabLst>
                <a:tab pos="800100" algn="l"/>
              </a:tabLst>
            </a:pPr>
            <a:r>
              <a:rPr sz="2000" spc="55" dirty="0">
                <a:latin typeface="Times New Roman"/>
                <a:cs typeface="Times New Roman"/>
              </a:rPr>
              <a:t>creating</a:t>
            </a:r>
            <a:endParaRPr sz="2000">
              <a:latin typeface="Times New Roman"/>
              <a:cs typeface="Times New Roman"/>
            </a:endParaRPr>
          </a:p>
          <a:p>
            <a:pPr marL="799465" lvl="1" indent="-139700">
              <a:lnSpc>
                <a:spcPct val="100000"/>
              </a:lnSpc>
              <a:buChar char="-"/>
              <a:tabLst>
                <a:tab pos="800100" algn="l"/>
              </a:tabLst>
            </a:pPr>
            <a:r>
              <a:rPr sz="2000" spc="65" dirty="0">
                <a:latin typeface="Times New Roman"/>
                <a:cs typeface="Times New Roman"/>
              </a:rPr>
              <a:t>querying</a:t>
            </a:r>
            <a:endParaRPr sz="2000">
              <a:latin typeface="Times New Roman"/>
              <a:cs typeface="Times New Roman"/>
            </a:endParaRPr>
          </a:p>
          <a:p>
            <a:pPr marL="799465" lvl="1" indent="-139700">
              <a:lnSpc>
                <a:spcPct val="100000"/>
              </a:lnSpc>
              <a:buChar char="-"/>
              <a:tabLst>
                <a:tab pos="800100" algn="l"/>
              </a:tabLst>
            </a:pPr>
            <a:r>
              <a:rPr sz="2000" spc="60" dirty="0">
                <a:latin typeface="Times New Roman"/>
                <a:cs typeface="Times New Roman"/>
              </a:rPr>
              <a:t>managing </a:t>
            </a:r>
            <a:r>
              <a:rPr sz="2000" spc="110" dirty="0">
                <a:latin typeface="Times New Roman"/>
                <a:cs typeface="Times New Roman"/>
              </a:rPr>
              <a:t>the</a:t>
            </a:r>
            <a:r>
              <a:rPr sz="2000" spc="-190" dirty="0">
                <a:latin typeface="Times New Roman"/>
                <a:cs typeface="Times New Roman"/>
              </a:rPr>
              <a:t> </a:t>
            </a:r>
            <a:r>
              <a:rPr sz="2000" spc="55" dirty="0">
                <a:latin typeface="Times New Roman"/>
                <a:cs typeface="Times New Roman"/>
              </a:rPr>
              <a:t>databases</a:t>
            </a:r>
            <a:endParaRPr sz="2000">
              <a:latin typeface="Times New Roman"/>
              <a:cs typeface="Times New Roman"/>
            </a:endParaRPr>
          </a:p>
          <a:p>
            <a:pPr marL="12700">
              <a:lnSpc>
                <a:spcPct val="100000"/>
              </a:lnSpc>
              <a:spcBef>
                <a:spcPts val="2400"/>
              </a:spcBef>
            </a:pPr>
            <a:r>
              <a:rPr sz="2000" spc="130" dirty="0">
                <a:latin typeface="Times New Roman"/>
                <a:cs typeface="Times New Roman"/>
              </a:rPr>
              <a:t>The</a:t>
            </a:r>
            <a:r>
              <a:rPr sz="2000" spc="-70" dirty="0">
                <a:latin typeface="Times New Roman"/>
                <a:cs typeface="Times New Roman"/>
              </a:rPr>
              <a:t> </a:t>
            </a:r>
            <a:r>
              <a:rPr sz="2000" spc="55" dirty="0">
                <a:latin typeface="Times New Roman"/>
                <a:cs typeface="Times New Roman"/>
              </a:rPr>
              <a:t>steps</a:t>
            </a:r>
            <a:r>
              <a:rPr sz="2000" spc="-60" dirty="0">
                <a:latin typeface="Times New Roman"/>
                <a:cs typeface="Times New Roman"/>
              </a:rPr>
              <a:t> </a:t>
            </a:r>
            <a:r>
              <a:rPr sz="2000" spc="65" dirty="0">
                <a:latin typeface="Times New Roman"/>
                <a:cs typeface="Times New Roman"/>
              </a:rPr>
              <a:t>for</a:t>
            </a:r>
            <a:r>
              <a:rPr sz="2000" spc="-70" dirty="0">
                <a:latin typeface="Times New Roman"/>
                <a:cs typeface="Times New Roman"/>
              </a:rPr>
              <a:t> </a:t>
            </a:r>
            <a:r>
              <a:rPr sz="2000" spc="80" dirty="0">
                <a:latin typeface="Times New Roman"/>
                <a:cs typeface="Times New Roman"/>
              </a:rPr>
              <a:t>connecting</a:t>
            </a:r>
            <a:r>
              <a:rPr sz="2000" spc="-60" dirty="0">
                <a:latin typeface="Times New Roman"/>
                <a:cs typeface="Times New Roman"/>
              </a:rPr>
              <a:t> </a:t>
            </a:r>
            <a:r>
              <a:rPr sz="2000" spc="110" dirty="0">
                <a:latin typeface="Times New Roman"/>
                <a:cs typeface="Times New Roman"/>
              </a:rPr>
              <a:t>to</a:t>
            </a:r>
            <a:r>
              <a:rPr sz="2000" spc="-70" dirty="0">
                <a:latin typeface="Times New Roman"/>
                <a:cs typeface="Times New Roman"/>
              </a:rPr>
              <a:t> </a:t>
            </a:r>
            <a:r>
              <a:rPr sz="2000" spc="65" dirty="0">
                <a:latin typeface="Times New Roman"/>
                <a:cs typeface="Times New Roman"/>
              </a:rPr>
              <a:t>MYSQL</a:t>
            </a:r>
            <a:r>
              <a:rPr sz="2000" spc="-80" dirty="0">
                <a:latin typeface="Times New Roman"/>
                <a:cs typeface="Times New Roman"/>
              </a:rPr>
              <a:t> </a:t>
            </a:r>
            <a:r>
              <a:rPr sz="2000" spc="60" dirty="0">
                <a:latin typeface="Times New Roman"/>
                <a:cs typeface="Times New Roman"/>
              </a:rPr>
              <a:t>Server</a:t>
            </a:r>
            <a:r>
              <a:rPr sz="2000" spc="-60" dirty="0">
                <a:latin typeface="Times New Roman"/>
                <a:cs typeface="Times New Roman"/>
              </a:rPr>
              <a:t> </a:t>
            </a:r>
            <a:r>
              <a:rPr sz="2000" spc="50" dirty="0">
                <a:latin typeface="Times New Roman"/>
                <a:cs typeface="Times New Roman"/>
              </a:rPr>
              <a:t>are</a:t>
            </a:r>
            <a:r>
              <a:rPr sz="2000" spc="-55" dirty="0">
                <a:latin typeface="Times New Roman"/>
                <a:cs typeface="Times New Roman"/>
              </a:rPr>
              <a:t> </a:t>
            </a:r>
            <a:r>
              <a:rPr sz="2000" spc="20" dirty="0">
                <a:latin typeface="Times New Roman"/>
                <a:cs typeface="Times New Roman"/>
              </a:rPr>
              <a:t>as</a:t>
            </a:r>
            <a:r>
              <a:rPr sz="2000" spc="-75" dirty="0">
                <a:latin typeface="Times New Roman"/>
                <a:cs typeface="Times New Roman"/>
              </a:rPr>
              <a:t> </a:t>
            </a:r>
            <a:r>
              <a:rPr sz="2000" spc="25" dirty="0">
                <a:latin typeface="Times New Roman"/>
                <a:cs typeface="Times New Roman"/>
              </a:rPr>
              <a:t>follows:</a:t>
            </a:r>
            <a:endParaRPr sz="2000">
              <a:latin typeface="Times New Roman"/>
              <a:cs typeface="Times New Roman"/>
            </a:endParaRPr>
          </a:p>
          <a:p>
            <a:pPr marL="355600" marR="6350" indent="-342900">
              <a:lnSpc>
                <a:spcPct val="100000"/>
              </a:lnSpc>
              <a:spcBef>
                <a:spcPts val="40"/>
              </a:spcBef>
              <a:buFont typeface="Arial"/>
              <a:buChar char="•"/>
              <a:tabLst>
                <a:tab pos="354965" algn="l"/>
                <a:tab pos="355600" algn="l"/>
                <a:tab pos="2672080" algn="l"/>
                <a:tab pos="6749415" algn="l"/>
                <a:tab pos="7582534" algn="l"/>
              </a:tabLst>
            </a:pPr>
            <a:r>
              <a:rPr sz="1800" spc="45" dirty="0">
                <a:latin typeface="Times New Roman"/>
                <a:cs typeface="Times New Roman"/>
              </a:rPr>
              <a:t>Locate </a:t>
            </a:r>
            <a:r>
              <a:rPr sz="1800" spc="50" dirty="0">
                <a:latin typeface="Times New Roman"/>
                <a:cs typeface="Times New Roman"/>
              </a:rPr>
              <a:t> </a:t>
            </a:r>
            <a:r>
              <a:rPr sz="1800" spc="100" dirty="0">
                <a:latin typeface="Times New Roman"/>
                <a:cs typeface="Times New Roman"/>
              </a:rPr>
              <a:t>the</a:t>
            </a:r>
            <a:r>
              <a:rPr sz="1800" spc="555" dirty="0">
                <a:latin typeface="Times New Roman"/>
                <a:cs typeface="Times New Roman"/>
              </a:rPr>
              <a:t> </a:t>
            </a:r>
            <a:r>
              <a:rPr sz="1800" spc="50" dirty="0">
                <a:latin typeface="Times New Roman"/>
                <a:cs typeface="Times New Roman"/>
              </a:rPr>
              <a:t>Microsoft	</a:t>
            </a:r>
            <a:r>
              <a:rPr sz="1800" spc="85" dirty="0">
                <a:latin typeface="Times New Roman"/>
                <a:cs typeface="Times New Roman"/>
              </a:rPr>
              <a:t>SQL  </a:t>
            </a:r>
            <a:r>
              <a:rPr sz="1800" spc="55" dirty="0">
                <a:latin typeface="Times New Roman"/>
                <a:cs typeface="Times New Roman"/>
              </a:rPr>
              <a:t>Server  </a:t>
            </a:r>
            <a:r>
              <a:rPr sz="1800" spc="65" dirty="0">
                <a:latin typeface="Times New Roman"/>
                <a:cs typeface="Times New Roman"/>
              </a:rPr>
              <a:t>Management</a:t>
            </a:r>
            <a:r>
              <a:rPr sz="1800" spc="500" dirty="0">
                <a:latin typeface="Times New Roman"/>
                <a:cs typeface="Times New Roman"/>
              </a:rPr>
              <a:t> </a:t>
            </a:r>
            <a:r>
              <a:rPr sz="1800" spc="85" dirty="0">
                <a:latin typeface="Times New Roman"/>
                <a:cs typeface="Times New Roman"/>
              </a:rPr>
              <a:t>Studio</a:t>
            </a:r>
            <a:r>
              <a:rPr sz="1800" spc="560" dirty="0">
                <a:latin typeface="Times New Roman"/>
                <a:cs typeface="Times New Roman"/>
              </a:rPr>
              <a:t> </a:t>
            </a:r>
            <a:r>
              <a:rPr sz="1800" spc="70" dirty="0">
                <a:latin typeface="Times New Roman"/>
                <a:cs typeface="Times New Roman"/>
              </a:rPr>
              <a:t>tool	</a:t>
            </a:r>
            <a:r>
              <a:rPr sz="1800" spc="120" dirty="0">
                <a:latin typeface="Times New Roman"/>
                <a:cs typeface="Times New Roman"/>
              </a:rPr>
              <a:t>on</a:t>
            </a:r>
            <a:r>
              <a:rPr sz="1800" spc="550" dirty="0">
                <a:latin typeface="Times New Roman"/>
                <a:cs typeface="Times New Roman"/>
              </a:rPr>
              <a:t> </a:t>
            </a:r>
            <a:r>
              <a:rPr sz="1800" spc="100" dirty="0">
                <a:latin typeface="Times New Roman"/>
                <a:cs typeface="Times New Roman"/>
              </a:rPr>
              <a:t>the	</a:t>
            </a:r>
            <a:r>
              <a:rPr sz="1800" spc="30" dirty="0">
                <a:latin typeface="Times New Roman"/>
                <a:cs typeface="Times New Roman"/>
              </a:rPr>
              <a:t>list </a:t>
            </a:r>
            <a:r>
              <a:rPr sz="1800" spc="45" dirty="0">
                <a:latin typeface="Times New Roman"/>
                <a:cs typeface="Times New Roman"/>
              </a:rPr>
              <a:t>of  </a:t>
            </a:r>
            <a:r>
              <a:rPr sz="1800" spc="50" dirty="0">
                <a:latin typeface="Times New Roman"/>
                <a:cs typeface="Times New Roman"/>
              </a:rPr>
              <a:t>programs</a:t>
            </a:r>
            <a:r>
              <a:rPr sz="1800" spc="-70" dirty="0">
                <a:latin typeface="Times New Roman"/>
                <a:cs typeface="Times New Roman"/>
              </a:rPr>
              <a:t> </a:t>
            </a:r>
            <a:r>
              <a:rPr sz="1800" spc="120" dirty="0">
                <a:latin typeface="Times New Roman"/>
                <a:cs typeface="Times New Roman"/>
              </a:rPr>
              <a:t>on</a:t>
            </a:r>
            <a:r>
              <a:rPr sz="1800" spc="-65" dirty="0">
                <a:latin typeface="Times New Roman"/>
                <a:cs typeface="Times New Roman"/>
              </a:rPr>
              <a:t> </a:t>
            </a:r>
            <a:r>
              <a:rPr sz="1800" spc="80" dirty="0">
                <a:latin typeface="Times New Roman"/>
                <a:cs typeface="Times New Roman"/>
              </a:rPr>
              <a:t>Start</a:t>
            </a:r>
            <a:r>
              <a:rPr sz="1800" spc="-75" dirty="0">
                <a:latin typeface="Times New Roman"/>
                <a:cs typeface="Times New Roman"/>
              </a:rPr>
              <a:t> </a:t>
            </a:r>
            <a:r>
              <a:rPr sz="1800" spc="105" dirty="0">
                <a:latin typeface="Times New Roman"/>
                <a:cs typeface="Times New Roman"/>
              </a:rPr>
              <a:t>menu</a:t>
            </a:r>
            <a:r>
              <a:rPr sz="1800" spc="-70" dirty="0">
                <a:latin typeface="Times New Roman"/>
                <a:cs typeface="Times New Roman"/>
              </a:rPr>
              <a:t> </a:t>
            </a:r>
            <a:r>
              <a:rPr sz="1800" spc="100" dirty="0">
                <a:latin typeface="Times New Roman"/>
                <a:cs typeface="Times New Roman"/>
              </a:rPr>
              <a:t>and</a:t>
            </a:r>
            <a:r>
              <a:rPr sz="1800" spc="-70" dirty="0">
                <a:latin typeface="Times New Roman"/>
                <a:cs typeface="Times New Roman"/>
              </a:rPr>
              <a:t> </a:t>
            </a:r>
            <a:r>
              <a:rPr sz="1800" spc="65" dirty="0">
                <a:latin typeface="Times New Roman"/>
                <a:cs typeface="Times New Roman"/>
              </a:rPr>
              <a:t>start</a:t>
            </a:r>
            <a:r>
              <a:rPr sz="1800" spc="-70" dirty="0">
                <a:latin typeface="Times New Roman"/>
                <a:cs typeface="Times New Roman"/>
              </a:rPr>
              <a:t> </a:t>
            </a:r>
            <a:r>
              <a:rPr sz="1800" spc="100" dirty="0">
                <a:latin typeface="Times New Roman"/>
                <a:cs typeface="Times New Roman"/>
              </a:rPr>
              <a:t>the</a:t>
            </a:r>
            <a:r>
              <a:rPr sz="1800" spc="-65" dirty="0">
                <a:latin typeface="Times New Roman"/>
                <a:cs typeface="Times New Roman"/>
              </a:rPr>
              <a:t> </a:t>
            </a:r>
            <a:r>
              <a:rPr sz="1800" spc="55" dirty="0">
                <a:latin typeface="Times New Roman"/>
                <a:cs typeface="Times New Roman"/>
              </a:rPr>
              <a:t>tool.</a:t>
            </a:r>
            <a:endParaRPr sz="1800">
              <a:latin typeface="Times New Roman"/>
              <a:cs typeface="Times New Roman"/>
            </a:endParaRPr>
          </a:p>
          <a:p>
            <a:pPr marL="355600" indent="-342900">
              <a:lnSpc>
                <a:spcPct val="100000"/>
              </a:lnSpc>
              <a:buFont typeface="Arial"/>
              <a:buChar char="•"/>
              <a:tabLst>
                <a:tab pos="354965" algn="l"/>
                <a:tab pos="355600" algn="l"/>
              </a:tabLst>
            </a:pPr>
            <a:r>
              <a:rPr sz="1800" spc="70" dirty="0">
                <a:latin typeface="Times New Roman"/>
                <a:cs typeface="Times New Roman"/>
              </a:rPr>
              <a:t>In</a:t>
            </a:r>
            <a:r>
              <a:rPr sz="1800" spc="-65" dirty="0">
                <a:latin typeface="Times New Roman"/>
                <a:cs typeface="Times New Roman"/>
              </a:rPr>
              <a:t> </a:t>
            </a:r>
            <a:r>
              <a:rPr sz="1800" spc="100" dirty="0">
                <a:latin typeface="Times New Roman"/>
                <a:cs typeface="Times New Roman"/>
              </a:rPr>
              <a:t>the</a:t>
            </a:r>
            <a:r>
              <a:rPr sz="1800" spc="-60" dirty="0">
                <a:latin typeface="Times New Roman"/>
                <a:cs typeface="Times New Roman"/>
              </a:rPr>
              <a:t> </a:t>
            </a:r>
            <a:r>
              <a:rPr sz="1800" b="1" spc="45" dirty="0">
                <a:latin typeface="Times New Roman"/>
                <a:cs typeface="Times New Roman"/>
              </a:rPr>
              <a:t>Connect</a:t>
            </a:r>
            <a:r>
              <a:rPr sz="1800" b="1" spc="-95" dirty="0">
                <a:latin typeface="Times New Roman"/>
                <a:cs typeface="Times New Roman"/>
              </a:rPr>
              <a:t> </a:t>
            </a:r>
            <a:r>
              <a:rPr sz="1800" b="1" spc="45" dirty="0">
                <a:latin typeface="Times New Roman"/>
                <a:cs typeface="Times New Roman"/>
              </a:rPr>
              <a:t>to</a:t>
            </a:r>
            <a:r>
              <a:rPr sz="1800" b="1" spc="-100" dirty="0">
                <a:latin typeface="Times New Roman"/>
                <a:cs typeface="Times New Roman"/>
              </a:rPr>
              <a:t> </a:t>
            </a:r>
            <a:r>
              <a:rPr sz="1800" b="1" spc="-25" dirty="0">
                <a:latin typeface="Times New Roman"/>
                <a:cs typeface="Times New Roman"/>
              </a:rPr>
              <a:t>Server</a:t>
            </a:r>
            <a:r>
              <a:rPr sz="1800" b="1" spc="-95" dirty="0">
                <a:latin typeface="Times New Roman"/>
                <a:cs typeface="Times New Roman"/>
              </a:rPr>
              <a:t> </a:t>
            </a:r>
            <a:r>
              <a:rPr sz="1800" spc="35" dirty="0">
                <a:latin typeface="Times New Roman"/>
                <a:cs typeface="Times New Roman"/>
              </a:rPr>
              <a:t>dialog</a:t>
            </a:r>
            <a:r>
              <a:rPr sz="1800" spc="-70" dirty="0">
                <a:latin typeface="Times New Roman"/>
                <a:cs typeface="Times New Roman"/>
              </a:rPr>
              <a:t> </a:t>
            </a:r>
            <a:r>
              <a:rPr sz="1800" spc="60" dirty="0">
                <a:latin typeface="Times New Roman"/>
                <a:cs typeface="Times New Roman"/>
              </a:rPr>
              <a:t>box,</a:t>
            </a:r>
            <a:r>
              <a:rPr sz="1800" spc="-60" dirty="0">
                <a:latin typeface="Times New Roman"/>
                <a:cs typeface="Times New Roman"/>
              </a:rPr>
              <a:t> </a:t>
            </a:r>
            <a:r>
              <a:rPr sz="1800" spc="35" dirty="0">
                <a:latin typeface="Times New Roman"/>
                <a:cs typeface="Times New Roman"/>
              </a:rPr>
              <a:t>select</a:t>
            </a:r>
            <a:r>
              <a:rPr sz="1800" spc="-70" dirty="0">
                <a:latin typeface="Times New Roman"/>
                <a:cs typeface="Times New Roman"/>
              </a:rPr>
              <a:t> </a:t>
            </a:r>
            <a:r>
              <a:rPr sz="1800" spc="100" dirty="0">
                <a:latin typeface="Times New Roman"/>
                <a:cs typeface="Times New Roman"/>
              </a:rPr>
              <a:t>the</a:t>
            </a:r>
            <a:r>
              <a:rPr sz="1800" spc="-55" dirty="0">
                <a:latin typeface="Times New Roman"/>
                <a:cs typeface="Times New Roman"/>
              </a:rPr>
              <a:t> </a:t>
            </a:r>
            <a:r>
              <a:rPr sz="1800" b="1" spc="-25" dirty="0">
                <a:latin typeface="Times New Roman"/>
                <a:cs typeface="Times New Roman"/>
              </a:rPr>
              <a:t>Server</a:t>
            </a:r>
            <a:r>
              <a:rPr sz="1800" b="1" spc="-105" dirty="0">
                <a:latin typeface="Times New Roman"/>
                <a:cs typeface="Times New Roman"/>
              </a:rPr>
              <a:t> </a:t>
            </a:r>
            <a:r>
              <a:rPr sz="1800" b="1" spc="5" dirty="0">
                <a:latin typeface="Times New Roman"/>
                <a:cs typeface="Times New Roman"/>
              </a:rPr>
              <a:t>type</a:t>
            </a:r>
            <a:r>
              <a:rPr sz="1800" b="1" spc="-105" dirty="0">
                <a:latin typeface="Times New Roman"/>
                <a:cs typeface="Times New Roman"/>
              </a:rPr>
              <a:t> </a:t>
            </a:r>
            <a:r>
              <a:rPr sz="1800" spc="15" dirty="0">
                <a:latin typeface="Times New Roman"/>
                <a:cs typeface="Times New Roman"/>
              </a:rPr>
              <a:t>as</a:t>
            </a:r>
            <a:r>
              <a:rPr sz="1800" spc="-55" dirty="0">
                <a:latin typeface="Times New Roman"/>
                <a:cs typeface="Times New Roman"/>
              </a:rPr>
              <a:t> </a:t>
            </a:r>
            <a:r>
              <a:rPr sz="1800" b="1" spc="-20" dirty="0">
                <a:latin typeface="Times New Roman"/>
                <a:cs typeface="Times New Roman"/>
              </a:rPr>
              <a:t>Database</a:t>
            </a:r>
            <a:r>
              <a:rPr sz="1800" b="1" spc="-100" dirty="0">
                <a:latin typeface="Times New Roman"/>
                <a:cs typeface="Times New Roman"/>
              </a:rPr>
              <a:t> </a:t>
            </a:r>
            <a:r>
              <a:rPr sz="1800" b="1" spc="-5" dirty="0">
                <a:latin typeface="Times New Roman"/>
                <a:cs typeface="Times New Roman"/>
              </a:rPr>
              <a:t>Engine</a:t>
            </a:r>
            <a:r>
              <a:rPr sz="1800" spc="-5" dirty="0">
                <a:latin typeface="Times New Roman"/>
                <a:cs typeface="Times New Roman"/>
              </a:rPr>
              <a:t>.</a:t>
            </a:r>
            <a:endParaRPr sz="1800">
              <a:latin typeface="Times New Roman"/>
              <a:cs typeface="Times New Roman"/>
            </a:endParaRPr>
          </a:p>
          <a:p>
            <a:pPr marL="355600" indent="-342900">
              <a:lnSpc>
                <a:spcPct val="100000"/>
              </a:lnSpc>
              <a:buFont typeface="Arial"/>
              <a:buChar char="•"/>
              <a:tabLst>
                <a:tab pos="354965" algn="l"/>
                <a:tab pos="355600" algn="l"/>
              </a:tabLst>
            </a:pPr>
            <a:r>
              <a:rPr sz="1800" spc="75">
                <a:latin typeface="Times New Roman"/>
                <a:cs typeface="Times New Roman"/>
              </a:rPr>
              <a:t>Type </a:t>
            </a:r>
            <a:r>
              <a:rPr sz="1800" spc="100">
                <a:latin typeface="Times New Roman"/>
                <a:cs typeface="Times New Roman"/>
              </a:rPr>
              <a:t>the</a:t>
            </a:r>
            <a:r>
              <a:rPr lang="en-US" sz="1800" spc="100">
                <a:latin typeface="Times New Roman"/>
                <a:cs typeface="Times New Roman"/>
              </a:rPr>
              <a:t> </a:t>
            </a:r>
            <a:r>
              <a:rPr sz="1800" spc="-290">
                <a:latin typeface="Times New Roman"/>
                <a:cs typeface="Times New Roman"/>
              </a:rPr>
              <a:t> </a:t>
            </a:r>
            <a:r>
              <a:rPr sz="1800" b="1" spc="-25" dirty="0">
                <a:latin typeface="Times New Roman"/>
                <a:cs typeface="Times New Roman"/>
              </a:rPr>
              <a:t>Server </a:t>
            </a:r>
            <a:r>
              <a:rPr sz="1800" b="1" spc="-10" dirty="0">
                <a:latin typeface="Times New Roman"/>
                <a:cs typeface="Times New Roman"/>
              </a:rPr>
              <a:t>name</a:t>
            </a:r>
            <a:r>
              <a:rPr sz="1800" spc="-10" dirty="0">
                <a:latin typeface="Times New Roman"/>
                <a:cs typeface="Times New Roman"/>
              </a:rPr>
              <a:t>.</a:t>
            </a:r>
            <a:endParaRPr sz="1800">
              <a:latin typeface="Times New Roman"/>
              <a:cs typeface="Times New Roman"/>
            </a:endParaRPr>
          </a:p>
          <a:p>
            <a:pPr marL="355600" marR="5080" indent="-342900">
              <a:lnSpc>
                <a:spcPct val="100000"/>
              </a:lnSpc>
              <a:buFont typeface="Arial"/>
              <a:buChar char="•"/>
              <a:tabLst>
                <a:tab pos="354965" algn="l"/>
                <a:tab pos="355600" algn="l"/>
              </a:tabLst>
            </a:pPr>
            <a:r>
              <a:rPr sz="1800" spc="45" dirty="0">
                <a:latin typeface="Times New Roman"/>
                <a:cs typeface="Times New Roman"/>
              </a:rPr>
              <a:t>Select </a:t>
            </a:r>
            <a:r>
              <a:rPr sz="1800" spc="70" dirty="0">
                <a:latin typeface="Times New Roman"/>
                <a:cs typeface="Times New Roman"/>
              </a:rPr>
              <a:t>either </a:t>
            </a:r>
            <a:r>
              <a:rPr sz="1800" b="1" spc="40" dirty="0">
                <a:latin typeface="Times New Roman"/>
                <a:cs typeface="Times New Roman"/>
              </a:rPr>
              <a:t>Windows </a:t>
            </a:r>
            <a:r>
              <a:rPr sz="1800" b="1" spc="20" dirty="0">
                <a:latin typeface="Times New Roman"/>
                <a:cs typeface="Times New Roman"/>
              </a:rPr>
              <a:t>Authentication </a:t>
            </a:r>
            <a:r>
              <a:rPr sz="1800" spc="75" dirty="0">
                <a:latin typeface="Times New Roman"/>
                <a:cs typeface="Times New Roman"/>
              </a:rPr>
              <a:t>or </a:t>
            </a:r>
            <a:r>
              <a:rPr sz="1800" b="1" spc="5" dirty="0">
                <a:latin typeface="Times New Roman"/>
                <a:cs typeface="Times New Roman"/>
              </a:rPr>
              <a:t>SQL </a:t>
            </a:r>
            <a:r>
              <a:rPr sz="1800" b="1" spc="-25" dirty="0">
                <a:latin typeface="Times New Roman"/>
                <a:cs typeface="Times New Roman"/>
              </a:rPr>
              <a:t>Server </a:t>
            </a:r>
            <a:r>
              <a:rPr sz="1800" b="1" spc="20" dirty="0">
                <a:latin typeface="Times New Roman"/>
                <a:cs typeface="Times New Roman"/>
              </a:rPr>
              <a:t>Authentication</a:t>
            </a:r>
            <a:r>
              <a:rPr sz="1800" spc="20" dirty="0">
                <a:latin typeface="Times New Roman"/>
                <a:cs typeface="Times New Roman"/>
              </a:rPr>
              <a:t>, </a:t>
            </a:r>
            <a:r>
              <a:rPr sz="1800" spc="65" dirty="0">
                <a:latin typeface="Times New Roman"/>
                <a:cs typeface="Times New Roman"/>
              </a:rPr>
              <a:t>provide  </a:t>
            </a:r>
            <a:r>
              <a:rPr sz="1800" spc="100" dirty="0">
                <a:latin typeface="Times New Roman"/>
                <a:cs typeface="Times New Roman"/>
              </a:rPr>
              <a:t>the</a:t>
            </a:r>
            <a:r>
              <a:rPr sz="1800" spc="-65" dirty="0">
                <a:latin typeface="Times New Roman"/>
                <a:cs typeface="Times New Roman"/>
              </a:rPr>
              <a:t> </a:t>
            </a:r>
            <a:r>
              <a:rPr sz="1800" spc="75" dirty="0">
                <a:latin typeface="Times New Roman"/>
                <a:cs typeface="Times New Roman"/>
              </a:rPr>
              <a:t>required</a:t>
            </a:r>
            <a:r>
              <a:rPr sz="1800" spc="-65" dirty="0">
                <a:latin typeface="Times New Roman"/>
                <a:cs typeface="Times New Roman"/>
              </a:rPr>
              <a:t> </a:t>
            </a:r>
            <a:r>
              <a:rPr sz="1800" b="1" spc="-15" dirty="0">
                <a:latin typeface="Times New Roman"/>
                <a:cs typeface="Times New Roman"/>
              </a:rPr>
              <a:t>Login</a:t>
            </a:r>
            <a:r>
              <a:rPr sz="1800" b="1" spc="-105" dirty="0">
                <a:latin typeface="Times New Roman"/>
                <a:cs typeface="Times New Roman"/>
              </a:rPr>
              <a:t> </a:t>
            </a:r>
            <a:r>
              <a:rPr sz="1800" spc="100" dirty="0">
                <a:latin typeface="Times New Roman"/>
                <a:cs typeface="Times New Roman"/>
              </a:rPr>
              <a:t>and</a:t>
            </a:r>
            <a:r>
              <a:rPr sz="1800" spc="-70" dirty="0">
                <a:latin typeface="Times New Roman"/>
                <a:cs typeface="Times New Roman"/>
              </a:rPr>
              <a:t> </a:t>
            </a:r>
            <a:r>
              <a:rPr sz="1800" b="1" spc="-30" dirty="0">
                <a:latin typeface="Times New Roman"/>
                <a:cs typeface="Times New Roman"/>
              </a:rPr>
              <a:t>Password</a:t>
            </a:r>
            <a:r>
              <a:rPr sz="1800" spc="-30" dirty="0">
                <a:latin typeface="Times New Roman"/>
                <a:cs typeface="Times New Roman"/>
              </a:rPr>
              <a:t>,</a:t>
            </a:r>
            <a:r>
              <a:rPr sz="1800" spc="-85" dirty="0">
                <a:latin typeface="Times New Roman"/>
                <a:cs typeface="Times New Roman"/>
              </a:rPr>
              <a:t> </a:t>
            </a:r>
            <a:r>
              <a:rPr sz="1800" spc="100" dirty="0">
                <a:latin typeface="Times New Roman"/>
                <a:cs typeface="Times New Roman"/>
              </a:rPr>
              <a:t>and</a:t>
            </a:r>
            <a:r>
              <a:rPr sz="1800" spc="-70" dirty="0">
                <a:latin typeface="Times New Roman"/>
                <a:cs typeface="Times New Roman"/>
              </a:rPr>
              <a:t> </a:t>
            </a:r>
            <a:r>
              <a:rPr sz="1800" spc="20" dirty="0">
                <a:latin typeface="Times New Roman"/>
                <a:cs typeface="Times New Roman"/>
              </a:rPr>
              <a:t>click</a:t>
            </a:r>
            <a:r>
              <a:rPr sz="1800" spc="-75" dirty="0">
                <a:latin typeface="Times New Roman"/>
                <a:cs typeface="Times New Roman"/>
              </a:rPr>
              <a:t> </a:t>
            </a:r>
            <a:r>
              <a:rPr sz="1800" b="1" spc="40" dirty="0">
                <a:latin typeface="Times New Roman"/>
                <a:cs typeface="Times New Roman"/>
              </a:rPr>
              <a:t>Connect</a:t>
            </a:r>
            <a:r>
              <a:rPr sz="1800" spc="40" dirty="0">
                <a:latin typeface="Times New Roman"/>
                <a:cs typeface="Times New Roman"/>
              </a:rPr>
              <a:t>.</a:t>
            </a:r>
            <a:endParaRPr sz="1800">
              <a:latin typeface="Times New Roman"/>
              <a:cs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3118866" y="3605784"/>
            <a:ext cx="5715761" cy="2830829"/>
          </a:xfrm>
          <a:prstGeom prst="rect">
            <a:avLst/>
          </a:prstGeom>
        </p:spPr>
      </p:pic>
      <p:pic>
        <p:nvPicPr>
          <p:cNvPr id="3" name="object 3"/>
          <p:cNvPicPr/>
          <p:nvPr/>
        </p:nvPicPr>
        <p:blipFill>
          <a:blip r:embed="rId4" cstate="print"/>
          <a:stretch>
            <a:fillRect/>
          </a:stretch>
        </p:blipFill>
        <p:spPr>
          <a:xfrm>
            <a:off x="486155" y="931163"/>
            <a:ext cx="4085844" cy="2497836"/>
          </a:xfrm>
          <a:prstGeom prst="rect">
            <a:avLst/>
          </a:prstGeom>
        </p:spPr>
      </p:pic>
      <p:sp>
        <p:nvSpPr>
          <p:cNvPr id="4" name="object 4"/>
          <p:cNvSpPr txBox="1"/>
          <p:nvPr/>
        </p:nvSpPr>
        <p:spPr>
          <a:xfrm>
            <a:off x="971296" y="3398011"/>
            <a:ext cx="2288540" cy="238760"/>
          </a:xfrm>
          <a:prstGeom prst="rect">
            <a:avLst/>
          </a:prstGeom>
        </p:spPr>
        <p:txBody>
          <a:bodyPr vert="horz" wrap="square" lIns="0" tIns="12065" rIns="0" bIns="0" rtlCol="0">
            <a:spAutoFit/>
          </a:bodyPr>
          <a:lstStyle/>
          <a:p>
            <a:pPr marL="12700">
              <a:lnSpc>
                <a:spcPct val="100000"/>
              </a:lnSpc>
              <a:spcBef>
                <a:spcPts val="95"/>
              </a:spcBef>
            </a:pPr>
            <a:r>
              <a:rPr sz="1400" b="1" spc="35" dirty="0">
                <a:latin typeface="Times New Roman"/>
                <a:cs typeface="Times New Roman"/>
              </a:rPr>
              <a:t>Connect</a:t>
            </a:r>
            <a:r>
              <a:rPr sz="1400" b="1" spc="-85" dirty="0">
                <a:latin typeface="Times New Roman"/>
                <a:cs typeface="Times New Roman"/>
              </a:rPr>
              <a:t> </a:t>
            </a:r>
            <a:r>
              <a:rPr sz="1400" b="1" spc="35" dirty="0">
                <a:latin typeface="Times New Roman"/>
                <a:cs typeface="Times New Roman"/>
              </a:rPr>
              <a:t>to</a:t>
            </a:r>
            <a:r>
              <a:rPr sz="1400" b="1" spc="-70" dirty="0">
                <a:latin typeface="Times New Roman"/>
                <a:cs typeface="Times New Roman"/>
              </a:rPr>
              <a:t> </a:t>
            </a:r>
            <a:r>
              <a:rPr sz="1400" b="1" spc="-20" dirty="0">
                <a:latin typeface="Times New Roman"/>
                <a:cs typeface="Times New Roman"/>
              </a:rPr>
              <a:t>Server</a:t>
            </a:r>
            <a:r>
              <a:rPr sz="1400" b="1" spc="-90" dirty="0">
                <a:latin typeface="Times New Roman"/>
                <a:cs typeface="Times New Roman"/>
              </a:rPr>
              <a:t> </a:t>
            </a:r>
            <a:r>
              <a:rPr sz="1400" b="1" spc="5" dirty="0">
                <a:latin typeface="Times New Roman"/>
                <a:cs typeface="Times New Roman"/>
              </a:rPr>
              <a:t>Dialog</a:t>
            </a:r>
            <a:r>
              <a:rPr sz="1400" b="1" spc="-80" dirty="0">
                <a:latin typeface="Times New Roman"/>
                <a:cs typeface="Times New Roman"/>
              </a:rPr>
              <a:t> </a:t>
            </a:r>
            <a:r>
              <a:rPr sz="1400" b="1" spc="15" dirty="0">
                <a:latin typeface="Times New Roman"/>
                <a:cs typeface="Times New Roman"/>
              </a:rPr>
              <a:t>Box</a:t>
            </a:r>
            <a:endParaRPr sz="1400">
              <a:latin typeface="Times New Roman"/>
              <a:cs typeface="Times New Roman"/>
            </a:endParaRPr>
          </a:p>
        </p:txBody>
      </p:sp>
      <p:sp>
        <p:nvSpPr>
          <p:cNvPr id="7" name="object 7"/>
          <p:cNvSpPr txBox="1"/>
          <p:nvPr/>
        </p:nvSpPr>
        <p:spPr>
          <a:xfrm>
            <a:off x="5364988" y="6431015"/>
            <a:ext cx="1212850" cy="281305"/>
          </a:xfrm>
          <a:prstGeom prst="rect">
            <a:avLst/>
          </a:prstGeom>
        </p:spPr>
        <p:txBody>
          <a:bodyPr vert="horz" wrap="square" lIns="0" tIns="5080" rIns="0" bIns="0" rtlCol="0">
            <a:spAutoFit/>
          </a:bodyPr>
          <a:lstStyle/>
          <a:p>
            <a:pPr marL="12700">
              <a:lnSpc>
                <a:spcPct val="100000"/>
              </a:lnSpc>
              <a:spcBef>
                <a:spcPts val="40"/>
              </a:spcBef>
            </a:pPr>
            <a:r>
              <a:rPr sz="1400" b="1" spc="15" dirty="0">
                <a:latin typeface="Times New Roman"/>
                <a:cs typeface="Times New Roman"/>
              </a:rPr>
              <a:t>SSMS</a:t>
            </a:r>
            <a:r>
              <a:rPr sz="1400" b="1" spc="-100" dirty="0">
                <a:latin typeface="Times New Roman"/>
                <a:cs typeface="Times New Roman"/>
              </a:rPr>
              <a:t> </a:t>
            </a:r>
            <a:r>
              <a:rPr sz="1400" b="1" spc="35" dirty="0">
                <a:latin typeface="Times New Roman"/>
                <a:cs typeface="Times New Roman"/>
              </a:rPr>
              <a:t>Window</a:t>
            </a:r>
            <a:endParaRPr sz="1400">
              <a:latin typeface="Times New Roman"/>
              <a:cs typeface="Times New Roman"/>
            </a:endParaRPr>
          </a:p>
        </p:txBody>
      </p:sp>
      <p:sp>
        <p:nvSpPr>
          <p:cNvPr id="8" name="object 8"/>
          <p:cNvSpPr txBox="1"/>
          <p:nvPr/>
        </p:nvSpPr>
        <p:spPr>
          <a:xfrm>
            <a:off x="7924800" y="6569709"/>
            <a:ext cx="853440" cy="256540"/>
          </a:xfrm>
          <a:prstGeom prst="rect">
            <a:avLst/>
          </a:prstGeom>
        </p:spPr>
        <p:txBody>
          <a:bodyPr vert="horz" wrap="square" lIns="0" tIns="18415" rIns="0" bIns="0" rtlCol="0">
            <a:spAutoFit/>
          </a:bodyPr>
          <a:lstStyle/>
          <a:p>
            <a:pPr marL="12700">
              <a:lnSpc>
                <a:spcPct val="100000"/>
              </a:lnSpc>
              <a:spcBef>
                <a:spcPts val="145"/>
              </a:spcBef>
            </a:pPr>
            <a:r>
              <a:rPr sz="1800" spc="52" baseline="4629" dirty="0">
                <a:latin typeface="Times New Roman"/>
                <a:cs typeface="Times New Roman"/>
              </a:rPr>
              <a:t>Session </a:t>
            </a:r>
            <a:r>
              <a:rPr sz="1800" spc="37" baseline="4629" dirty="0">
                <a:latin typeface="Times New Roman"/>
                <a:cs typeface="Times New Roman"/>
              </a:rPr>
              <a:t>3/</a:t>
            </a:r>
            <a:r>
              <a:rPr sz="1800" spc="-277" baseline="4629" dirty="0">
                <a:latin typeface="Times New Roman"/>
                <a:cs typeface="Times New Roman"/>
              </a:rPr>
              <a:t> </a:t>
            </a:r>
            <a:fld id="{81D60167-4931-47E6-BA6A-407CBD079E47}" type="slidenum">
              <a:rPr sz="1200" spc="-155" dirty="0">
                <a:latin typeface="Times New Roman"/>
                <a:cs typeface="Times New Roman"/>
              </a:rPr>
              <a:t>13</a:t>
            </a:fld>
            <a:endParaRPr sz="1200">
              <a:latin typeface="Times New Roman"/>
              <a:cs typeface="Times New Roman"/>
            </a:endParaRPr>
          </a:p>
        </p:txBody>
      </p:sp>
      <p:sp>
        <p:nvSpPr>
          <p:cNvPr id="9" name="object 9"/>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5" name="object 5"/>
          <p:cNvSpPr txBox="1">
            <a:spLocks noGrp="1"/>
          </p:cNvSpPr>
          <p:nvPr>
            <p:ph type="title"/>
          </p:nvPr>
        </p:nvSpPr>
        <p:spPr>
          <a:xfrm>
            <a:off x="383540" y="97027"/>
            <a:ext cx="7040245" cy="513080"/>
          </a:xfrm>
          <a:prstGeom prst="rect">
            <a:avLst/>
          </a:prstGeom>
        </p:spPr>
        <p:txBody>
          <a:bodyPr vert="horz" wrap="square" lIns="0" tIns="12065" rIns="0" bIns="0" rtlCol="0">
            <a:spAutoFit/>
          </a:bodyPr>
          <a:lstStyle/>
          <a:p>
            <a:pPr marL="12700">
              <a:lnSpc>
                <a:spcPct val="100000"/>
              </a:lnSpc>
              <a:spcBef>
                <a:spcPts val="95"/>
              </a:spcBef>
            </a:pPr>
            <a:r>
              <a:rPr sz="3200" b="0" spc="170" dirty="0">
                <a:latin typeface="Times New Roman"/>
                <a:cs typeface="Times New Roman"/>
              </a:rPr>
              <a:t>Connecting</a:t>
            </a:r>
            <a:r>
              <a:rPr sz="3200" b="0" spc="-100" dirty="0">
                <a:latin typeface="Times New Roman"/>
                <a:cs typeface="Times New Roman"/>
              </a:rPr>
              <a:t> </a:t>
            </a:r>
            <a:r>
              <a:rPr sz="3200" b="0" spc="175" dirty="0">
                <a:latin typeface="Times New Roman"/>
                <a:cs typeface="Times New Roman"/>
              </a:rPr>
              <a:t>to</a:t>
            </a:r>
            <a:r>
              <a:rPr sz="3200" b="0" spc="-114" dirty="0">
                <a:latin typeface="Times New Roman"/>
                <a:cs typeface="Times New Roman"/>
              </a:rPr>
              <a:t> </a:t>
            </a:r>
            <a:r>
              <a:rPr sz="3200" b="0" spc="155" dirty="0">
                <a:latin typeface="Times New Roman"/>
                <a:cs typeface="Times New Roman"/>
              </a:rPr>
              <a:t>SQL</a:t>
            </a:r>
            <a:r>
              <a:rPr sz="3200" b="0" spc="-110" dirty="0">
                <a:latin typeface="Times New Roman"/>
                <a:cs typeface="Times New Roman"/>
              </a:rPr>
              <a:t> </a:t>
            </a:r>
            <a:r>
              <a:rPr sz="3200" b="0" spc="100" dirty="0">
                <a:latin typeface="Times New Roman"/>
                <a:cs typeface="Times New Roman"/>
              </a:rPr>
              <a:t>Server</a:t>
            </a:r>
            <a:r>
              <a:rPr sz="3200" b="0" spc="-105" dirty="0">
                <a:latin typeface="Times New Roman"/>
                <a:cs typeface="Times New Roman"/>
              </a:rPr>
              <a:t> </a:t>
            </a:r>
            <a:r>
              <a:rPr sz="3200" b="0" spc="100" dirty="0">
                <a:latin typeface="Times New Roman"/>
                <a:cs typeface="Times New Roman"/>
              </a:rPr>
              <a:t>Instances</a:t>
            </a:r>
            <a:r>
              <a:rPr sz="3200" b="0" spc="-105" dirty="0">
                <a:latin typeface="Times New Roman"/>
                <a:cs typeface="Times New Roman"/>
              </a:rPr>
              <a:t> </a:t>
            </a:r>
            <a:r>
              <a:rPr sz="3200" b="0" spc="-60" dirty="0">
                <a:latin typeface="Times New Roman"/>
                <a:cs typeface="Times New Roman"/>
              </a:rPr>
              <a:t>2-2</a:t>
            </a:r>
            <a:endParaRPr sz="3200">
              <a:latin typeface="Times New Roman"/>
              <a:cs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6391910" cy="635635"/>
          </a:xfrm>
          <a:prstGeom prst="rect">
            <a:avLst/>
          </a:prstGeom>
        </p:spPr>
        <p:txBody>
          <a:bodyPr vert="horz" wrap="square" lIns="0" tIns="12700" rIns="0" bIns="0" rtlCol="0">
            <a:spAutoFit/>
          </a:bodyPr>
          <a:lstStyle/>
          <a:p>
            <a:pPr marL="12700">
              <a:lnSpc>
                <a:spcPct val="100000"/>
              </a:lnSpc>
              <a:spcBef>
                <a:spcPts val="100"/>
              </a:spcBef>
            </a:pPr>
            <a:r>
              <a:rPr sz="4000" b="0" spc="195" dirty="0">
                <a:latin typeface="Times New Roman"/>
                <a:cs typeface="Times New Roman"/>
              </a:rPr>
              <a:t>Introduction</a:t>
            </a:r>
            <a:r>
              <a:rPr sz="4000" b="0" spc="-185" dirty="0">
                <a:latin typeface="Times New Roman"/>
                <a:cs typeface="Times New Roman"/>
              </a:rPr>
              <a:t> </a:t>
            </a:r>
            <a:r>
              <a:rPr sz="4000" b="0" spc="220" dirty="0">
                <a:latin typeface="Times New Roman"/>
                <a:cs typeface="Times New Roman"/>
              </a:rPr>
              <a:t>to</a:t>
            </a:r>
            <a:r>
              <a:rPr sz="4000" b="0" spc="-160" dirty="0">
                <a:latin typeface="Times New Roman"/>
                <a:cs typeface="Times New Roman"/>
              </a:rPr>
              <a:t> </a:t>
            </a:r>
            <a:r>
              <a:rPr sz="4000" b="0" spc="114" dirty="0">
                <a:latin typeface="Times New Roman"/>
                <a:cs typeface="Times New Roman"/>
              </a:rPr>
              <a:t>Databases</a:t>
            </a:r>
            <a:r>
              <a:rPr sz="4000" b="0" spc="-155" dirty="0">
                <a:latin typeface="Times New Roman"/>
                <a:cs typeface="Times New Roman"/>
              </a:rPr>
              <a:t> </a:t>
            </a:r>
            <a:r>
              <a:rPr sz="4000" b="0" spc="-245" dirty="0">
                <a:latin typeface="Times New Roman"/>
                <a:cs typeface="Times New Roman"/>
              </a:rPr>
              <a:t>1-2</a:t>
            </a:r>
            <a:endParaRPr sz="4000">
              <a:latin typeface="Times New Roman"/>
              <a:cs typeface="Times New Roman"/>
            </a:endParaRPr>
          </a:p>
        </p:txBody>
      </p:sp>
      <p:grpSp>
        <p:nvGrpSpPr>
          <p:cNvPr id="3" name="object 3"/>
          <p:cNvGrpSpPr/>
          <p:nvPr/>
        </p:nvGrpSpPr>
        <p:grpSpPr>
          <a:xfrm>
            <a:off x="457200" y="886218"/>
            <a:ext cx="8228965" cy="913765"/>
            <a:chOff x="457200" y="886218"/>
            <a:chExt cx="8228965" cy="913765"/>
          </a:xfrm>
        </p:grpSpPr>
        <p:pic>
          <p:nvPicPr>
            <p:cNvPr id="4" name="object 4"/>
            <p:cNvPicPr/>
            <p:nvPr/>
          </p:nvPicPr>
          <p:blipFill>
            <a:blip r:embed="rId3" cstate="print"/>
            <a:stretch>
              <a:fillRect/>
            </a:stretch>
          </p:blipFill>
          <p:spPr>
            <a:xfrm>
              <a:off x="457200" y="886218"/>
              <a:ext cx="8228838" cy="913625"/>
            </a:xfrm>
            <a:prstGeom prst="rect">
              <a:avLst/>
            </a:prstGeom>
          </p:spPr>
        </p:pic>
        <p:pic>
          <p:nvPicPr>
            <p:cNvPr id="5" name="object 5"/>
            <p:cNvPicPr/>
            <p:nvPr/>
          </p:nvPicPr>
          <p:blipFill>
            <a:blip r:embed="rId4" cstate="print"/>
            <a:stretch>
              <a:fillRect/>
            </a:stretch>
          </p:blipFill>
          <p:spPr>
            <a:xfrm>
              <a:off x="498348" y="904493"/>
              <a:ext cx="8153400" cy="838200"/>
            </a:xfrm>
            <a:prstGeom prst="rect">
              <a:avLst/>
            </a:prstGeom>
          </p:spPr>
        </p:pic>
      </p:grpSp>
      <p:grpSp>
        <p:nvGrpSpPr>
          <p:cNvPr id="6" name="object 6"/>
          <p:cNvGrpSpPr/>
          <p:nvPr/>
        </p:nvGrpSpPr>
        <p:grpSpPr>
          <a:xfrm>
            <a:off x="422909" y="2074176"/>
            <a:ext cx="8228965" cy="913765"/>
            <a:chOff x="422909" y="2074176"/>
            <a:chExt cx="8228965" cy="913765"/>
          </a:xfrm>
        </p:grpSpPr>
        <p:pic>
          <p:nvPicPr>
            <p:cNvPr id="7" name="object 7"/>
            <p:cNvPicPr/>
            <p:nvPr/>
          </p:nvPicPr>
          <p:blipFill>
            <a:blip r:embed="rId3" cstate="print"/>
            <a:stretch>
              <a:fillRect/>
            </a:stretch>
          </p:blipFill>
          <p:spPr>
            <a:xfrm>
              <a:off x="422909" y="2074176"/>
              <a:ext cx="8228838" cy="913625"/>
            </a:xfrm>
            <a:prstGeom prst="rect">
              <a:avLst/>
            </a:prstGeom>
          </p:spPr>
        </p:pic>
        <p:pic>
          <p:nvPicPr>
            <p:cNvPr id="8" name="object 8"/>
            <p:cNvPicPr/>
            <p:nvPr/>
          </p:nvPicPr>
          <p:blipFill>
            <a:blip r:embed="rId5" cstate="print"/>
            <a:stretch>
              <a:fillRect/>
            </a:stretch>
          </p:blipFill>
          <p:spPr>
            <a:xfrm>
              <a:off x="464057" y="2092451"/>
              <a:ext cx="8153400" cy="838200"/>
            </a:xfrm>
            <a:prstGeom prst="rect">
              <a:avLst/>
            </a:prstGeom>
          </p:spPr>
        </p:pic>
      </p:grpSp>
      <p:grpSp>
        <p:nvGrpSpPr>
          <p:cNvPr id="9" name="object 9"/>
          <p:cNvGrpSpPr/>
          <p:nvPr/>
        </p:nvGrpSpPr>
        <p:grpSpPr>
          <a:xfrm>
            <a:off x="485394" y="3242322"/>
            <a:ext cx="8228965" cy="913765"/>
            <a:chOff x="485394" y="3242322"/>
            <a:chExt cx="8228965" cy="913765"/>
          </a:xfrm>
        </p:grpSpPr>
        <p:pic>
          <p:nvPicPr>
            <p:cNvPr id="10" name="object 10"/>
            <p:cNvPicPr/>
            <p:nvPr/>
          </p:nvPicPr>
          <p:blipFill>
            <a:blip r:embed="rId3" cstate="print"/>
            <a:stretch>
              <a:fillRect/>
            </a:stretch>
          </p:blipFill>
          <p:spPr>
            <a:xfrm>
              <a:off x="485394" y="3242322"/>
              <a:ext cx="8228838" cy="913625"/>
            </a:xfrm>
            <a:prstGeom prst="rect">
              <a:avLst/>
            </a:prstGeom>
          </p:spPr>
        </p:pic>
        <p:pic>
          <p:nvPicPr>
            <p:cNvPr id="11" name="object 11"/>
            <p:cNvPicPr/>
            <p:nvPr/>
          </p:nvPicPr>
          <p:blipFill>
            <a:blip r:embed="rId6" cstate="print"/>
            <a:stretch>
              <a:fillRect/>
            </a:stretch>
          </p:blipFill>
          <p:spPr>
            <a:xfrm>
              <a:off x="526542" y="3260597"/>
              <a:ext cx="8153400" cy="838200"/>
            </a:xfrm>
            <a:prstGeom prst="rect">
              <a:avLst/>
            </a:prstGeom>
          </p:spPr>
        </p:pic>
      </p:grpSp>
      <p:sp>
        <p:nvSpPr>
          <p:cNvPr id="12" name="object 12"/>
          <p:cNvSpPr txBox="1"/>
          <p:nvPr/>
        </p:nvSpPr>
        <p:spPr>
          <a:xfrm>
            <a:off x="542544" y="965708"/>
            <a:ext cx="7959090" cy="2936240"/>
          </a:xfrm>
          <a:prstGeom prst="rect">
            <a:avLst/>
          </a:prstGeom>
        </p:spPr>
        <p:txBody>
          <a:bodyPr vert="horz" wrap="square" lIns="0" tIns="12700" rIns="0" bIns="0" rtlCol="0">
            <a:spAutoFit/>
          </a:bodyPr>
          <a:lstStyle/>
          <a:p>
            <a:pPr marL="110489" marR="441959">
              <a:lnSpc>
                <a:spcPct val="100000"/>
              </a:lnSpc>
              <a:spcBef>
                <a:spcPts val="100"/>
              </a:spcBef>
            </a:pPr>
            <a:r>
              <a:rPr sz="1800" spc="160" dirty="0">
                <a:solidFill>
                  <a:srgbClr val="FFFFFF"/>
                </a:solidFill>
                <a:latin typeface="Times New Roman"/>
                <a:cs typeface="Times New Roman"/>
              </a:rPr>
              <a:t>A </a:t>
            </a:r>
            <a:r>
              <a:rPr sz="1800" spc="50" dirty="0">
                <a:solidFill>
                  <a:srgbClr val="FFFFFF"/>
                </a:solidFill>
                <a:latin typeface="Times New Roman"/>
                <a:cs typeface="Times New Roman"/>
              </a:rPr>
              <a:t>database </a:t>
            </a:r>
            <a:r>
              <a:rPr sz="1800" spc="5" dirty="0">
                <a:solidFill>
                  <a:srgbClr val="FFFFFF"/>
                </a:solidFill>
                <a:latin typeface="Times New Roman"/>
                <a:cs typeface="Times New Roman"/>
              </a:rPr>
              <a:t>is </a:t>
            </a:r>
            <a:r>
              <a:rPr sz="1800" spc="30" dirty="0">
                <a:solidFill>
                  <a:srgbClr val="FFFFFF"/>
                </a:solidFill>
                <a:latin typeface="Times New Roman"/>
                <a:cs typeface="Times New Roman"/>
              </a:rPr>
              <a:t>a </a:t>
            </a:r>
            <a:r>
              <a:rPr sz="1800" spc="50" dirty="0">
                <a:solidFill>
                  <a:srgbClr val="FFFFFF"/>
                </a:solidFill>
                <a:latin typeface="Times New Roman"/>
                <a:cs typeface="Times New Roman"/>
              </a:rPr>
              <a:t>collection of </a:t>
            </a:r>
            <a:r>
              <a:rPr sz="1800" spc="70" dirty="0">
                <a:solidFill>
                  <a:srgbClr val="FFFFFF"/>
                </a:solidFill>
                <a:latin typeface="Times New Roman"/>
                <a:cs typeface="Times New Roman"/>
              </a:rPr>
              <a:t>data stored </a:t>
            </a:r>
            <a:r>
              <a:rPr sz="1800" spc="85" dirty="0">
                <a:solidFill>
                  <a:srgbClr val="FFFFFF"/>
                </a:solidFill>
                <a:latin typeface="Times New Roman"/>
                <a:cs typeface="Times New Roman"/>
              </a:rPr>
              <a:t>in </a:t>
            </a:r>
            <a:r>
              <a:rPr sz="1800" spc="70" dirty="0">
                <a:solidFill>
                  <a:srgbClr val="FFFFFF"/>
                </a:solidFill>
                <a:latin typeface="Times New Roman"/>
                <a:cs typeface="Times New Roman"/>
              </a:rPr>
              <a:t>data </a:t>
            </a:r>
            <a:r>
              <a:rPr sz="1800" spc="15" dirty="0">
                <a:solidFill>
                  <a:srgbClr val="FFFFFF"/>
                </a:solidFill>
                <a:latin typeface="Times New Roman"/>
                <a:cs typeface="Times New Roman"/>
              </a:rPr>
              <a:t>files </a:t>
            </a:r>
            <a:r>
              <a:rPr sz="1800" spc="120" dirty="0">
                <a:solidFill>
                  <a:srgbClr val="FFFFFF"/>
                </a:solidFill>
                <a:latin typeface="Times New Roman"/>
                <a:cs typeface="Times New Roman"/>
              </a:rPr>
              <a:t>on </a:t>
            </a:r>
            <a:r>
              <a:rPr sz="1800" spc="30" dirty="0">
                <a:solidFill>
                  <a:srgbClr val="FFFFFF"/>
                </a:solidFill>
                <a:latin typeface="Times New Roman"/>
                <a:cs typeface="Times New Roman"/>
              </a:rPr>
              <a:t>a </a:t>
            </a:r>
            <a:r>
              <a:rPr sz="1800" spc="50" dirty="0">
                <a:solidFill>
                  <a:srgbClr val="FFFFFF"/>
                </a:solidFill>
                <a:latin typeface="Times New Roman"/>
                <a:cs typeface="Times New Roman"/>
              </a:rPr>
              <a:t>disk </a:t>
            </a:r>
            <a:r>
              <a:rPr sz="1800" spc="75" dirty="0">
                <a:solidFill>
                  <a:srgbClr val="FFFFFF"/>
                </a:solidFill>
                <a:latin typeface="Times New Roman"/>
                <a:cs typeface="Times New Roman"/>
              </a:rPr>
              <a:t>or </a:t>
            </a:r>
            <a:r>
              <a:rPr sz="1800" spc="55" dirty="0">
                <a:solidFill>
                  <a:srgbClr val="FFFFFF"/>
                </a:solidFill>
                <a:latin typeface="Times New Roman"/>
                <a:cs typeface="Times New Roman"/>
              </a:rPr>
              <a:t>some  </a:t>
            </a:r>
            <a:r>
              <a:rPr sz="1800" spc="50" dirty="0">
                <a:solidFill>
                  <a:srgbClr val="FFFFFF"/>
                </a:solidFill>
                <a:latin typeface="Times New Roman"/>
                <a:cs typeface="Times New Roman"/>
              </a:rPr>
              <a:t>removable</a:t>
            </a:r>
            <a:r>
              <a:rPr sz="1800" spc="-75" dirty="0">
                <a:solidFill>
                  <a:srgbClr val="FFFFFF"/>
                </a:solidFill>
                <a:latin typeface="Times New Roman"/>
                <a:cs typeface="Times New Roman"/>
              </a:rPr>
              <a:t> </a:t>
            </a:r>
            <a:r>
              <a:rPr sz="1800" spc="65" dirty="0">
                <a:solidFill>
                  <a:srgbClr val="FFFFFF"/>
                </a:solidFill>
                <a:latin typeface="Times New Roman"/>
                <a:cs typeface="Times New Roman"/>
              </a:rPr>
              <a:t>medium,</a:t>
            </a:r>
            <a:r>
              <a:rPr sz="1800" spc="-65" dirty="0">
                <a:solidFill>
                  <a:srgbClr val="FFFFFF"/>
                </a:solidFill>
                <a:latin typeface="Times New Roman"/>
                <a:cs typeface="Times New Roman"/>
              </a:rPr>
              <a:t> </a:t>
            </a:r>
            <a:r>
              <a:rPr sz="1800" spc="75" dirty="0">
                <a:solidFill>
                  <a:srgbClr val="FFFFFF"/>
                </a:solidFill>
                <a:latin typeface="Times New Roman"/>
                <a:cs typeface="Times New Roman"/>
              </a:rPr>
              <a:t>which</a:t>
            </a:r>
            <a:r>
              <a:rPr sz="1800" spc="-50" dirty="0">
                <a:solidFill>
                  <a:srgbClr val="FFFFFF"/>
                </a:solidFill>
                <a:latin typeface="Times New Roman"/>
                <a:cs typeface="Times New Roman"/>
              </a:rPr>
              <a:t> </a:t>
            </a:r>
            <a:r>
              <a:rPr sz="1800" spc="50" dirty="0">
                <a:solidFill>
                  <a:srgbClr val="FFFFFF"/>
                </a:solidFill>
                <a:latin typeface="Times New Roman"/>
                <a:cs typeface="Times New Roman"/>
              </a:rPr>
              <a:t>consists</a:t>
            </a:r>
            <a:r>
              <a:rPr sz="1800" spc="-45" dirty="0">
                <a:solidFill>
                  <a:srgbClr val="FFFFFF"/>
                </a:solidFill>
                <a:latin typeface="Times New Roman"/>
                <a:cs typeface="Times New Roman"/>
              </a:rPr>
              <a:t> </a:t>
            </a:r>
            <a:r>
              <a:rPr sz="1800" spc="50" dirty="0">
                <a:solidFill>
                  <a:srgbClr val="FFFFFF"/>
                </a:solidFill>
                <a:latin typeface="Times New Roman"/>
                <a:cs typeface="Times New Roman"/>
              </a:rPr>
              <a:t>of</a:t>
            </a:r>
            <a:r>
              <a:rPr sz="1800" spc="-60" dirty="0">
                <a:solidFill>
                  <a:srgbClr val="FFFFFF"/>
                </a:solidFill>
                <a:latin typeface="Times New Roman"/>
                <a:cs typeface="Times New Roman"/>
              </a:rPr>
              <a:t> </a:t>
            </a:r>
            <a:r>
              <a:rPr sz="1800" spc="70" dirty="0">
                <a:solidFill>
                  <a:srgbClr val="FFFFFF"/>
                </a:solidFill>
                <a:latin typeface="Times New Roman"/>
                <a:cs typeface="Times New Roman"/>
              </a:rPr>
              <a:t>data</a:t>
            </a:r>
            <a:r>
              <a:rPr sz="1800" spc="-85" dirty="0">
                <a:solidFill>
                  <a:srgbClr val="FFFFFF"/>
                </a:solidFill>
                <a:latin typeface="Times New Roman"/>
                <a:cs typeface="Times New Roman"/>
              </a:rPr>
              <a:t> </a:t>
            </a:r>
            <a:r>
              <a:rPr sz="1800" spc="15" dirty="0">
                <a:solidFill>
                  <a:srgbClr val="FFFFFF"/>
                </a:solidFill>
                <a:latin typeface="Times New Roman"/>
                <a:cs typeface="Times New Roman"/>
              </a:rPr>
              <a:t>files</a:t>
            </a:r>
            <a:r>
              <a:rPr sz="1800" spc="-55" dirty="0">
                <a:solidFill>
                  <a:srgbClr val="FFFFFF"/>
                </a:solidFill>
                <a:latin typeface="Times New Roman"/>
                <a:cs typeface="Times New Roman"/>
              </a:rPr>
              <a:t> </a:t>
            </a:r>
            <a:r>
              <a:rPr sz="1800" spc="100" dirty="0">
                <a:solidFill>
                  <a:srgbClr val="FFFFFF"/>
                </a:solidFill>
                <a:latin typeface="Times New Roman"/>
                <a:cs typeface="Times New Roman"/>
              </a:rPr>
              <a:t>to</a:t>
            </a:r>
            <a:r>
              <a:rPr sz="1800" spc="-70" dirty="0">
                <a:solidFill>
                  <a:srgbClr val="FFFFFF"/>
                </a:solidFill>
                <a:latin typeface="Times New Roman"/>
                <a:cs typeface="Times New Roman"/>
              </a:rPr>
              <a:t> </a:t>
            </a:r>
            <a:r>
              <a:rPr sz="1800" spc="90" dirty="0">
                <a:solidFill>
                  <a:srgbClr val="FFFFFF"/>
                </a:solidFill>
                <a:latin typeface="Times New Roman"/>
                <a:cs typeface="Times New Roman"/>
              </a:rPr>
              <a:t>hold</a:t>
            </a:r>
            <a:r>
              <a:rPr sz="1800" spc="-60" dirty="0">
                <a:solidFill>
                  <a:srgbClr val="FFFFFF"/>
                </a:solidFill>
                <a:latin typeface="Times New Roman"/>
                <a:cs typeface="Times New Roman"/>
              </a:rPr>
              <a:t> </a:t>
            </a:r>
            <a:r>
              <a:rPr sz="1800" spc="55" dirty="0">
                <a:solidFill>
                  <a:srgbClr val="FFFFFF"/>
                </a:solidFill>
                <a:latin typeface="Times New Roman"/>
                <a:cs typeface="Times New Roman"/>
              </a:rPr>
              <a:t>actual</a:t>
            </a:r>
            <a:r>
              <a:rPr sz="1800" spc="-70" dirty="0">
                <a:solidFill>
                  <a:srgbClr val="FFFFFF"/>
                </a:solidFill>
                <a:latin typeface="Times New Roman"/>
                <a:cs typeface="Times New Roman"/>
              </a:rPr>
              <a:t> </a:t>
            </a:r>
            <a:r>
              <a:rPr sz="1800" spc="70" dirty="0">
                <a:solidFill>
                  <a:srgbClr val="FFFFFF"/>
                </a:solidFill>
                <a:latin typeface="Times New Roman"/>
                <a:cs typeface="Times New Roman"/>
              </a:rPr>
              <a:t>data</a:t>
            </a:r>
            <a:endParaRPr sz="1800">
              <a:latin typeface="Times New Roman"/>
              <a:cs typeface="Times New Roman"/>
            </a:endParaRPr>
          </a:p>
          <a:p>
            <a:pPr>
              <a:lnSpc>
                <a:spcPct val="100000"/>
              </a:lnSpc>
            </a:pPr>
            <a:endParaRPr sz="2600">
              <a:latin typeface="Times New Roman"/>
              <a:cs typeface="Times New Roman"/>
            </a:endParaRPr>
          </a:p>
          <a:p>
            <a:pPr marL="12700" marR="540385">
              <a:lnSpc>
                <a:spcPct val="100000"/>
              </a:lnSpc>
              <a:spcBef>
                <a:spcPts val="2290"/>
              </a:spcBef>
            </a:pPr>
            <a:r>
              <a:rPr sz="1800" spc="160" dirty="0">
                <a:solidFill>
                  <a:srgbClr val="FFFFFF"/>
                </a:solidFill>
                <a:latin typeface="Times New Roman"/>
                <a:cs typeface="Times New Roman"/>
              </a:rPr>
              <a:t>An </a:t>
            </a:r>
            <a:r>
              <a:rPr sz="1800" spc="85" dirty="0">
                <a:solidFill>
                  <a:srgbClr val="FFFFFF"/>
                </a:solidFill>
                <a:latin typeface="Times New Roman"/>
                <a:cs typeface="Times New Roman"/>
              </a:rPr>
              <a:t>SQL </a:t>
            </a:r>
            <a:r>
              <a:rPr sz="1800" spc="55" dirty="0">
                <a:solidFill>
                  <a:srgbClr val="FFFFFF"/>
                </a:solidFill>
                <a:latin typeface="Times New Roman"/>
                <a:cs typeface="Times New Roman"/>
              </a:rPr>
              <a:t>Server </a:t>
            </a:r>
            <a:r>
              <a:rPr sz="1800" spc="5" dirty="0">
                <a:solidFill>
                  <a:srgbClr val="FFFFFF"/>
                </a:solidFill>
                <a:latin typeface="Times New Roman"/>
                <a:cs typeface="Times New Roman"/>
              </a:rPr>
              <a:t>is </a:t>
            </a:r>
            <a:r>
              <a:rPr sz="1800" spc="65" dirty="0">
                <a:solidFill>
                  <a:srgbClr val="FFFFFF"/>
                </a:solidFill>
                <a:latin typeface="Times New Roman"/>
                <a:cs typeface="Times New Roman"/>
              </a:rPr>
              <a:t>made </a:t>
            </a:r>
            <a:r>
              <a:rPr sz="1800" spc="114" dirty="0">
                <a:solidFill>
                  <a:srgbClr val="FFFFFF"/>
                </a:solidFill>
                <a:latin typeface="Times New Roman"/>
                <a:cs typeface="Times New Roman"/>
              </a:rPr>
              <a:t>up </a:t>
            </a:r>
            <a:r>
              <a:rPr sz="1800" spc="50" dirty="0">
                <a:solidFill>
                  <a:srgbClr val="FFFFFF"/>
                </a:solidFill>
                <a:latin typeface="Times New Roman"/>
                <a:cs typeface="Times New Roman"/>
              </a:rPr>
              <a:t>of </a:t>
            </a:r>
            <a:r>
              <a:rPr sz="1800" spc="45" dirty="0">
                <a:solidFill>
                  <a:srgbClr val="FFFFFF"/>
                </a:solidFill>
                <a:latin typeface="Times New Roman"/>
                <a:cs typeface="Times New Roman"/>
              </a:rPr>
              <a:t>tables </a:t>
            </a:r>
            <a:r>
              <a:rPr sz="1800" spc="100" dirty="0">
                <a:solidFill>
                  <a:srgbClr val="FFFFFF"/>
                </a:solidFill>
                <a:latin typeface="Times New Roman"/>
                <a:cs typeface="Times New Roman"/>
              </a:rPr>
              <a:t>that </a:t>
            </a:r>
            <a:r>
              <a:rPr sz="1800" spc="50" dirty="0">
                <a:solidFill>
                  <a:srgbClr val="FFFFFF"/>
                </a:solidFill>
                <a:latin typeface="Times New Roman"/>
                <a:cs typeface="Times New Roman"/>
              </a:rPr>
              <a:t>stores </a:t>
            </a:r>
            <a:r>
              <a:rPr sz="1800" spc="40" dirty="0">
                <a:solidFill>
                  <a:srgbClr val="FFFFFF"/>
                </a:solidFill>
                <a:latin typeface="Times New Roman"/>
                <a:cs typeface="Times New Roman"/>
              </a:rPr>
              <a:t>sets </a:t>
            </a:r>
            <a:r>
              <a:rPr sz="1800" spc="50" dirty="0">
                <a:solidFill>
                  <a:srgbClr val="FFFFFF"/>
                </a:solidFill>
                <a:latin typeface="Times New Roman"/>
                <a:cs typeface="Times New Roman"/>
              </a:rPr>
              <a:t>of </a:t>
            </a:r>
            <a:r>
              <a:rPr sz="1800" spc="25" dirty="0">
                <a:solidFill>
                  <a:srgbClr val="FFFFFF"/>
                </a:solidFill>
                <a:latin typeface="Times New Roman"/>
                <a:cs typeface="Times New Roman"/>
              </a:rPr>
              <a:t>specific </a:t>
            </a:r>
            <a:r>
              <a:rPr sz="1800" spc="80" dirty="0">
                <a:solidFill>
                  <a:srgbClr val="FFFFFF"/>
                </a:solidFill>
                <a:latin typeface="Times New Roman"/>
                <a:cs typeface="Times New Roman"/>
              </a:rPr>
              <a:t>structured  </a:t>
            </a:r>
            <a:r>
              <a:rPr sz="1800" spc="70" dirty="0">
                <a:solidFill>
                  <a:srgbClr val="FFFFFF"/>
                </a:solidFill>
                <a:latin typeface="Times New Roman"/>
                <a:cs typeface="Times New Roman"/>
              </a:rPr>
              <a:t>data</a:t>
            </a:r>
            <a:endParaRPr sz="1800">
              <a:latin typeface="Times New Roman"/>
              <a:cs typeface="Times New Roman"/>
            </a:endParaRPr>
          </a:p>
          <a:p>
            <a:pPr>
              <a:lnSpc>
                <a:spcPct val="100000"/>
              </a:lnSpc>
            </a:pPr>
            <a:endParaRPr sz="2600">
              <a:latin typeface="Times New Roman"/>
              <a:cs typeface="Times New Roman"/>
            </a:endParaRPr>
          </a:p>
          <a:p>
            <a:pPr marL="113664" marR="5080">
              <a:lnSpc>
                <a:spcPct val="100000"/>
              </a:lnSpc>
              <a:spcBef>
                <a:spcPts val="1685"/>
              </a:spcBef>
            </a:pPr>
            <a:r>
              <a:rPr sz="1800" spc="160" dirty="0">
                <a:solidFill>
                  <a:srgbClr val="FFFFFF"/>
                </a:solidFill>
                <a:latin typeface="Times New Roman"/>
                <a:cs typeface="Times New Roman"/>
              </a:rPr>
              <a:t>A</a:t>
            </a:r>
            <a:r>
              <a:rPr sz="1800" spc="-40" dirty="0">
                <a:solidFill>
                  <a:srgbClr val="FFFFFF"/>
                </a:solidFill>
                <a:latin typeface="Times New Roman"/>
                <a:cs typeface="Times New Roman"/>
              </a:rPr>
              <a:t> </a:t>
            </a:r>
            <a:r>
              <a:rPr sz="1800" spc="50" dirty="0">
                <a:solidFill>
                  <a:srgbClr val="FFFFFF"/>
                </a:solidFill>
                <a:latin typeface="Times New Roman"/>
                <a:cs typeface="Times New Roman"/>
              </a:rPr>
              <a:t>table</a:t>
            </a:r>
            <a:r>
              <a:rPr sz="1800" spc="-35" dirty="0">
                <a:solidFill>
                  <a:srgbClr val="FFFFFF"/>
                </a:solidFill>
                <a:latin typeface="Times New Roman"/>
                <a:cs typeface="Times New Roman"/>
              </a:rPr>
              <a:t> </a:t>
            </a:r>
            <a:r>
              <a:rPr sz="1800" spc="60" dirty="0">
                <a:solidFill>
                  <a:srgbClr val="FFFFFF"/>
                </a:solidFill>
                <a:latin typeface="Times New Roman"/>
                <a:cs typeface="Times New Roman"/>
              </a:rPr>
              <a:t>includes</a:t>
            </a:r>
            <a:r>
              <a:rPr sz="1800" spc="-35" dirty="0">
                <a:solidFill>
                  <a:srgbClr val="FFFFFF"/>
                </a:solidFill>
                <a:latin typeface="Times New Roman"/>
                <a:cs typeface="Times New Roman"/>
              </a:rPr>
              <a:t> </a:t>
            </a:r>
            <a:r>
              <a:rPr sz="1800" spc="30" dirty="0">
                <a:solidFill>
                  <a:srgbClr val="FFFFFF"/>
                </a:solidFill>
                <a:latin typeface="Times New Roman"/>
                <a:cs typeface="Times New Roman"/>
              </a:rPr>
              <a:t>a</a:t>
            </a:r>
            <a:r>
              <a:rPr sz="1800" spc="-35" dirty="0">
                <a:solidFill>
                  <a:srgbClr val="FFFFFF"/>
                </a:solidFill>
                <a:latin typeface="Times New Roman"/>
                <a:cs typeface="Times New Roman"/>
              </a:rPr>
              <a:t> </a:t>
            </a:r>
            <a:r>
              <a:rPr sz="1800" spc="50" dirty="0">
                <a:solidFill>
                  <a:srgbClr val="FFFFFF"/>
                </a:solidFill>
                <a:latin typeface="Times New Roman"/>
                <a:cs typeface="Times New Roman"/>
              </a:rPr>
              <a:t>set</a:t>
            </a:r>
            <a:r>
              <a:rPr sz="1800" spc="-40" dirty="0">
                <a:solidFill>
                  <a:srgbClr val="FFFFFF"/>
                </a:solidFill>
                <a:latin typeface="Times New Roman"/>
                <a:cs typeface="Times New Roman"/>
              </a:rPr>
              <a:t> </a:t>
            </a:r>
            <a:r>
              <a:rPr sz="1800" spc="55" dirty="0">
                <a:solidFill>
                  <a:srgbClr val="FFFFFF"/>
                </a:solidFill>
                <a:latin typeface="Times New Roman"/>
                <a:cs typeface="Times New Roman"/>
              </a:rPr>
              <a:t>of</a:t>
            </a:r>
            <a:r>
              <a:rPr sz="1800" spc="-35" dirty="0">
                <a:solidFill>
                  <a:srgbClr val="FFFFFF"/>
                </a:solidFill>
                <a:latin typeface="Times New Roman"/>
                <a:cs typeface="Times New Roman"/>
              </a:rPr>
              <a:t> </a:t>
            </a:r>
            <a:r>
              <a:rPr sz="1800" spc="50" dirty="0">
                <a:solidFill>
                  <a:srgbClr val="FFFFFF"/>
                </a:solidFill>
                <a:latin typeface="Times New Roman"/>
                <a:cs typeface="Times New Roman"/>
              </a:rPr>
              <a:t>rows</a:t>
            </a:r>
            <a:r>
              <a:rPr sz="1800" spc="-30" dirty="0">
                <a:solidFill>
                  <a:srgbClr val="FFFFFF"/>
                </a:solidFill>
                <a:latin typeface="Times New Roman"/>
                <a:cs typeface="Times New Roman"/>
              </a:rPr>
              <a:t> </a:t>
            </a:r>
            <a:r>
              <a:rPr sz="1800" spc="20" dirty="0">
                <a:solidFill>
                  <a:srgbClr val="FFFFFF"/>
                </a:solidFill>
                <a:latin typeface="Times New Roman"/>
                <a:cs typeface="Times New Roman"/>
              </a:rPr>
              <a:t>(also</a:t>
            </a:r>
            <a:r>
              <a:rPr sz="1800" spc="-40" dirty="0">
                <a:solidFill>
                  <a:srgbClr val="FFFFFF"/>
                </a:solidFill>
                <a:latin typeface="Times New Roman"/>
                <a:cs typeface="Times New Roman"/>
              </a:rPr>
              <a:t> </a:t>
            </a:r>
            <a:r>
              <a:rPr sz="1800" spc="30" dirty="0">
                <a:solidFill>
                  <a:srgbClr val="FFFFFF"/>
                </a:solidFill>
                <a:latin typeface="Times New Roman"/>
                <a:cs typeface="Times New Roman"/>
              </a:rPr>
              <a:t>called</a:t>
            </a:r>
            <a:r>
              <a:rPr sz="1800" spc="-40" dirty="0">
                <a:solidFill>
                  <a:srgbClr val="FFFFFF"/>
                </a:solidFill>
                <a:latin typeface="Times New Roman"/>
                <a:cs typeface="Times New Roman"/>
              </a:rPr>
              <a:t> </a:t>
            </a:r>
            <a:r>
              <a:rPr sz="1800" spc="15" dirty="0">
                <a:solidFill>
                  <a:srgbClr val="FFFFFF"/>
                </a:solidFill>
                <a:latin typeface="Times New Roman"/>
                <a:cs typeface="Times New Roman"/>
              </a:rPr>
              <a:t>as</a:t>
            </a:r>
            <a:r>
              <a:rPr sz="1800" spc="-35" dirty="0">
                <a:solidFill>
                  <a:srgbClr val="FFFFFF"/>
                </a:solidFill>
                <a:latin typeface="Times New Roman"/>
                <a:cs typeface="Times New Roman"/>
              </a:rPr>
              <a:t> </a:t>
            </a:r>
            <a:r>
              <a:rPr sz="1800" spc="55" dirty="0">
                <a:solidFill>
                  <a:srgbClr val="FFFFFF"/>
                </a:solidFill>
                <a:latin typeface="Times New Roman"/>
                <a:cs typeface="Times New Roman"/>
              </a:rPr>
              <a:t>records</a:t>
            </a:r>
            <a:r>
              <a:rPr sz="1800" spc="-30" dirty="0">
                <a:solidFill>
                  <a:srgbClr val="FFFFFF"/>
                </a:solidFill>
                <a:latin typeface="Times New Roman"/>
                <a:cs typeface="Times New Roman"/>
              </a:rPr>
              <a:t> </a:t>
            </a:r>
            <a:r>
              <a:rPr sz="1800" spc="80" dirty="0">
                <a:solidFill>
                  <a:srgbClr val="FFFFFF"/>
                </a:solidFill>
                <a:latin typeface="Times New Roman"/>
                <a:cs typeface="Times New Roman"/>
              </a:rPr>
              <a:t>or</a:t>
            </a:r>
            <a:r>
              <a:rPr sz="1800" spc="-30" dirty="0">
                <a:solidFill>
                  <a:srgbClr val="FFFFFF"/>
                </a:solidFill>
                <a:latin typeface="Times New Roman"/>
                <a:cs typeface="Times New Roman"/>
              </a:rPr>
              <a:t> </a:t>
            </a:r>
            <a:r>
              <a:rPr sz="1800" spc="55" dirty="0">
                <a:solidFill>
                  <a:srgbClr val="FFFFFF"/>
                </a:solidFill>
                <a:latin typeface="Times New Roman"/>
                <a:cs typeface="Times New Roman"/>
              </a:rPr>
              <a:t>tuples)</a:t>
            </a:r>
            <a:r>
              <a:rPr sz="1800" spc="-35" dirty="0">
                <a:solidFill>
                  <a:srgbClr val="FFFFFF"/>
                </a:solidFill>
                <a:latin typeface="Times New Roman"/>
                <a:cs typeface="Times New Roman"/>
              </a:rPr>
              <a:t> </a:t>
            </a:r>
            <a:r>
              <a:rPr sz="1800" spc="100" dirty="0">
                <a:solidFill>
                  <a:srgbClr val="FFFFFF"/>
                </a:solidFill>
                <a:latin typeface="Times New Roman"/>
                <a:cs typeface="Times New Roman"/>
              </a:rPr>
              <a:t>and</a:t>
            </a:r>
            <a:r>
              <a:rPr sz="1800" spc="-35" dirty="0">
                <a:solidFill>
                  <a:srgbClr val="FFFFFF"/>
                </a:solidFill>
                <a:latin typeface="Times New Roman"/>
                <a:cs typeface="Times New Roman"/>
              </a:rPr>
              <a:t> </a:t>
            </a:r>
            <a:r>
              <a:rPr sz="1800" spc="70" dirty="0">
                <a:solidFill>
                  <a:srgbClr val="FFFFFF"/>
                </a:solidFill>
                <a:latin typeface="Times New Roman"/>
                <a:cs typeface="Times New Roman"/>
              </a:rPr>
              <a:t>columns</a:t>
            </a:r>
            <a:r>
              <a:rPr sz="1800" spc="-35" dirty="0">
                <a:solidFill>
                  <a:srgbClr val="FFFFFF"/>
                </a:solidFill>
                <a:latin typeface="Times New Roman"/>
                <a:cs typeface="Times New Roman"/>
              </a:rPr>
              <a:t> </a:t>
            </a:r>
            <a:r>
              <a:rPr sz="1800" spc="20" dirty="0">
                <a:solidFill>
                  <a:srgbClr val="FFFFFF"/>
                </a:solidFill>
                <a:latin typeface="Times New Roman"/>
                <a:cs typeface="Times New Roman"/>
              </a:rPr>
              <a:t>(also  </a:t>
            </a:r>
            <a:r>
              <a:rPr sz="1800" spc="30" dirty="0">
                <a:solidFill>
                  <a:srgbClr val="FFFFFF"/>
                </a:solidFill>
                <a:latin typeface="Times New Roman"/>
                <a:cs typeface="Times New Roman"/>
              </a:rPr>
              <a:t>called </a:t>
            </a:r>
            <a:r>
              <a:rPr sz="1800" spc="15" dirty="0">
                <a:solidFill>
                  <a:srgbClr val="FFFFFF"/>
                </a:solidFill>
                <a:latin typeface="Times New Roman"/>
                <a:cs typeface="Times New Roman"/>
              </a:rPr>
              <a:t>as</a:t>
            </a:r>
            <a:r>
              <a:rPr sz="1800" spc="-180" dirty="0">
                <a:solidFill>
                  <a:srgbClr val="FFFFFF"/>
                </a:solidFill>
                <a:latin typeface="Times New Roman"/>
                <a:cs typeface="Times New Roman"/>
              </a:rPr>
              <a:t> </a:t>
            </a:r>
            <a:r>
              <a:rPr sz="1800" spc="65" dirty="0">
                <a:solidFill>
                  <a:srgbClr val="FFFFFF"/>
                </a:solidFill>
                <a:latin typeface="Times New Roman"/>
                <a:cs typeface="Times New Roman"/>
              </a:rPr>
              <a:t>attributes)</a:t>
            </a:r>
            <a:endParaRPr sz="1800">
              <a:latin typeface="Times New Roman"/>
              <a:cs typeface="Times New Roman"/>
            </a:endParaRPr>
          </a:p>
        </p:txBody>
      </p:sp>
      <p:grpSp>
        <p:nvGrpSpPr>
          <p:cNvPr id="13" name="object 13"/>
          <p:cNvGrpSpPr/>
          <p:nvPr/>
        </p:nvGrpSpPr>
        <p:grpSpPr>
          <a:xfrm>
            <a:off x="492251" y="4511814"/>
            <a:ext cx="8228965" cy="913765"/>
            <a:chOff x="492251" y="4511814"/>
            <a:chExt cx="8228965" cy="913765"/>
          </a:xfrm>
        </p:grpSpPr>
        <p:pic>
          <p:nvPicPr>
            <p:cNvPr id="14" name="object 14"/>
            <p:cNvPicPr/>
            <p:nvPr/>
          </p:nvPicPr>
          <p:blipFill>
            <a:blip r:embed="rId3" cstate="print"/>
            <a:stretch>
              <a:fillRect/>
            </a:stretch>
          </p:blipFill>
          <p:spPr>
            <a:xfrm>
              <a:off x="492251" y="4511814"/>
              <a:ext cx="8228838" cy="913625"/>
            </a:xfrm>
            <a:prstGeom prst="rect">
              <a:avLst/>
            </a:prstGeom>
          </p:spPr>
        </p:pic>
        <p:pic>
          <p:nvPicPr>
            <p:cNvPr id="15" name="object 15"/>
            <p:cNvPicPr/>
            <p:nvPr/>
          </p:nvPicPr>
          <p:blipFill>
            <a:blip r:embed="rId6" cstate="print"/>
            <a:stretch>
              <a:fillRect/>
            </a:stretch>
          </p:blipFill>
          <p:spPr>
            <a:xfrm>
              <a:off x="533399" y="4530089"/>
              <a:ext cx="8153400" cy="838200"/>
            </a:xfrm>
            <a:prstGeom prst="rect">
              <a:avLst/>
            </a:prstGeom>
          </p:spPr>
        </p:pic>
      </p:grpSp>
      <p:sp>
        <p:nvSpPr>
          <p:cNvPr id="16" name="object 16"/>
          <p:cNvSpPr txBox="1"/>
          <p:nvPr/>
        </p:nvSpPr>
        <p:spPr>
          <a:xfrm>
            <a:off x="605536" y="4614164"/>
            <a:ext cx="7857490" cy="574040"/>
          </a:xfrm>
          <a:prstGeom prst="rect">
            <a:avLst/>
          </a:prstGeom>
        </p:spPr>
        <p:txBody>
          <a:bodyPr vert="horz" wrap="square" lIns="0" tIns="12700" rIns="0" bIns="0" rtlCol="0">
            <a:spAutoFit/>
          </a:bodyPr>
          <a:lstStyle/>
          <a:p>
            <a:pPr marL="12700" marR="5080" indent="48895">
              <a:lnSpc>
                <a:spcPct val="100000"/>
              </a:lnSpc>
              <a:spcBef>
                <a:spcPts val="100"/>
              </a:spcBef>
            </a:pPr>
            <a:r>
              <a:rPr sz="1800" spc="45" dirty="0">
                <a:solidFill>
                  <a:srgbClr val="FFFFFF"/>
                </a:solidFill>
                <a:latin typeface="Times New Roman"/>
                <a:cs typeface="Times New Roman"/>
              </a:rPr>
              <a:t>Each</a:t>
            </a:r>
            <a:r>
              <a:rPr sz="1800" spc="10" dirty="0">
                <a:solidFill>
                  <a:srgbClr val="FFFFFF"/>
                </a:solidFill>
                <a:latin typeface="Times New Roman"/>
                <a:cs typeface="Times New Roman"/>
              </a:rPr>
              <a:t> </a:t>
            </a:r>
            <a:r>
              <a:rPr sz="1800" spc="80" dirty="0">
                <a:solidFill>
                  <a:srgbClr val="FFFFFF"/>
                </a:solidFill>
                <a:latin typeface="Times New Roman"/>
                <a:cs typeface="Times New Roman"/>
              </a:rPr>
              <a:t>column</a:t>
            </a:r>
            <a:r>
              <a:rPr sz="1800" spc="10" dirty="0">
                <a:solidFill>
                  <a:srgbClr val="FFFFFF"/>
                </a:solidFill>
                <a:latin typeface="Times New Roman"/>
                <a:cs typeface="Times New Roman"/>
              </a:rPr>
              <a:t> </a:t>
            </a:r>
            <a:r>
              <a:rPr sz="1800" spc="85" dirty="0">
                <a:solidFill>
                  <a:srgbClr val="FFFFFF"/>
                </a:solidFill>
                <a:latin typeface="Times New Roman"/>
                <a:cs typeface="Times New Roman"/>
              </a:rPr>
              <a:t>in</a:t>
            </a:r>
            <a:r>
              <a:rPr sz="1800" spc="5" dirty="0">
                <a:solidFill>
                  <a:srgbClr val="FFFFFF"/>
                </a:solidFill>
                <a:latin typeface="Times New Roman"/>
                <a:cs typeface="Times New Roman"/>
              </a:rPr>
              <a:t> </a:t>
            </a:r>
            <a:r>
              <a:rPr sz="1800" spc="100" dirty="0">
                <a:solidFill>
                  <a:srgbClr val="FFFFFF"/>
                </a:solidFill>
                <a:latin typeface="Times New Roman"/>
                <a:cs typeface="Times New Roman"/>
              </a:rPr>
              <a:t>the</a:t>
            </a:r>
            <a:r>
              <a:rPr sz="1800" spc="10" dirty="0">
                <a:solidFill>
                  <a:srgbClr val="FFFFFF"/>
                </a:solidFill>
                <a:latin typeface="Times New Roman"/>
                <a:cs typeface="Times New Roman"/>
              </a:rPr>
              <a:t> </a:t>
            </a:r>
            <a:r>
              <a:rPr sz="1800" spc="50" dirty="0">
                <a:solidFill>
                  <a:srgbClr val="FFFFFF"/>
                </a:solidFill>
                <a:latin typeface="Times New Roman"/>
                <a:cs typeface="Times New Roman"/>
              </a:rPr>
              <a:t>table</a:t>
            </a:r>
            <a:r>
              <a:rPr sz="1800" spc="10" dirty="0">
                <a:solidFill>
                  <a:srgbClr val="FFFFFF"/>
                </a:solidFill>
                <a:latin typeface="Times New Roman"/>
                <a:cs typeface="Times New Roman"/>
              </a:rPr>
              <a:t> </a:t>
            </a:r>
            <a:r>
              <a:rPr sz="1800" spc="5" dirty="0">
                <a:solidFill>
                  <a:srgbClr val="FFFFFF"/>
                </a:solidFill>
                <a:latin typeface="Times New Roman"/>
                <a:cs typeface="Times New Roman"/>
              </a:rPr>
              <a:t>is</a:t>
            </a:r>
            <a:r>
              <a:rPr sz="1800" spc="15" dirty="0">
                <a:solidFill>
                  <a:srgbClr val="FFFFFF"/>
                </a:solidFill>
                <a:latin typeface="Times New Roman"/>
                <a:cs typeface="Times New Roman"/>
              </a:rPr>
              <a:t> </a:t>
            </a:r>
            <a:r>
              <a:rPr sz="1800" spc="90" dirty="0">
                <a:solidFill>
                  <a:srgbClr val="FFFFFF"/>
                </a:solidFill>
                <a:latin typeface="Times New Roman"/>
                <a:cs typeface="Times New Roman"/>
              </a:rPr>
              <a:t>intended</a:t>
            </a:r>
            <a:r>
              <a:rPr sz="1800" spc="15" dirty="0">
                <a:solidFill>
                  <a:srgbClr val="FFFFFF"/>
                </a:solidFill>
                <a:latin typeface="Times New Roman"/>
                <a:cs typeface="Times New Roman"/>
              </a:rPr>
              <a:t> </a:t>
            </a:r>
            <a:r>
              <a:rPr sz="1800" spc="100" dirty="0">
                <a:solidFill>
                  <a:srgbClr val="FFFFFF"/>
                </a:solidFill>
                <a:latin typeface="Times New Roman"/>
                <a:cs typeface="Times New Roman"/>
              </a:rPr>
              <a:t>to</a:t>
            </a:r>
            <a:r>
              <a:rPr sz="1800" spc="10" dirty="0">
                <a:solidFill>
                  <a:srgbClr val="FFFFFF"/>
                </a:solidFill>
                <a:latin typeface="Times New Roman"/>
                <a:cs typeface="Times New Roman"/>
              </a:rPr>
              <a:t> </a:t>
            </a:r>
            <a:r>
              <a:rPr sz="1800" spc="60" dirty="0">
                <a:solidFill>
                  <a:srgbClr val="FFFFFF"/>
                </a:solidFill>
                <a:latin typeface="Times New Roman"/>
                <a:cs typeface="Times New Roman"/>
              </a:rPr>
              <a:t>store</a:t>
            </a:r>
            <a:r>
              <a:rPr sz="1800" spc="15" dirty="0">
                <a:solidFill>
                  <a:srgbClr val="FFFFFF"/>
                </a:solidFill>
                <a:latin typeface="Times New Roman"/>
                <a:cs typeface="Times New Roman"/>
              </a:rPr>
              <a:t> </a:t>
            </a:r>
            <a:r>
              <a:rPr sz="1800" spc="30" dirty="0">
                <a:solidFill>
                  <a:srgbClr val="FFFFFF"/>
                </a:solidFill>
                <a:latin typeface="Times New Roman"/>
                <a:cs typeface="Times New Roman"/>
              </a:rPr>
              <a:t>a</a:t>
            </a:r>
            <a:r>
              <a:rPr sz="1800" spc="15" dirty="0">
                <a:solidFill>
                  <a:srgbClr val="FFFFFF"/>
                </a:solidFill>
                <a:latin typeface="Times New Roman"/>
                <a:cs typeface="Times New Roman"/>
              </a:rPr>
              <a:t> </a:t>
            </a:r>
            <a:r>
              <a:rPr sz="1800" spc="25" dirty="0">
                <a:solidFill>
                  <a:srgbClr val="FFFFFF"/>
                </a:solidFill>
                <a:latin typeface="Times New Roman"/>
                <a:cs typeface="Times New Roman"/>
              </a:rPr>
              <a:t>specific</a:t>
            </a:r>
            <a:r>
              <a:rPr sz="1800" spc="15" dirty="0">
                <a:solidFill>
                  <a:srgbClr val="FFFFFF"/>
                </a:solidFill>
                <a:latin typeface="Times New Roman"/>
                <a:cs typeface="Times New Roman"/>
              </a:rPr>
              <a:t> </a:t>
            </a:r>
            <a:r>
              <a:rPr sz="1800" spc="60" dirty="0">
                <a:solidFill>
                  <a:srgbClr val="FFFFFF"/>
                </a:solidFill>
                <a:latin typeface="Times New Roman"/>
                <a:cs typeface="Times New Roman"/>
              </a:rPr>
              <a:t>type</a:t>
            </a:r>
            <a:r>
              <a:rPr sz="1800" spc="10" dirty="0">
                <a:solidFill>
                  <a:srgbClr val="FFFFFF"/>
                </a:solidFill>
                <a:latin typeface="Times New Roman"/>
                <a:cs typeface="Times New Roman"/>
              </a:rPr>
              <a:t> </a:t>
            </a:r>
            <a:r>
              <a:rPr sz="1800" spc="55" dirty="0">
                <a:solidFill>
                  <a:srgbClr val="FFFFFF"/>
                </a:solidFill>
                <a:latin typeface="Times New Roman"/>
                <a:cs typeface="Times New Roman"/>
              </a:rPr>
              <a:t>of</a:t>
            </a:r>
            <a:r>
              <a:rPr sz="1800" spc="20" dirty="0">
                <a:solidFill>
                  <a:srgbClr val="FFFFFF"/>
                </a:solidFill>
                <a:latin typeface="Times New Roman"/>
                <a:cs typeface="Times New Roman"/>
              </a:rPr>
              <a:t> </a:t>
            </a:r>
            <a:r>
              <a:rPr sz="1800" spc="70" dirty="0">
                <a:solidFill>
                  <a:srgbClr val="FFFFFF"/>
                </a:solidFill>
                <a:latin typeface="Times New Roman"/>
                <a:cs typeface="Times New Roman"/>
              </a:rPr>
              <a:t>information,</a:t>
            </a:r>
            <a:r>
              <a:rPr sz="1800" spc="15" dirty="0">
                <a:solidFill>
                  <a:srgbClr val="FFFFFF"/>
                </a:solidFill>
                <a:latin typeface="Times New Roman"/>
                <a:cs typeface="Times New Roman"/>
              </a:rPr>
              <a:t> </a:t>
            </a:r>
            <a:r>
              <a:rPr sz="1800" spc="60" dirty="0">
                <a:solidFill>
                  <a:srgbClr val="FFFFFF"/>
                </a:solidFill>
                <a:latin typeface="Times New Roman"/>
                <a:cs typeface="Times New Roman"/>
              </a:rPr>
              <a:t>for  </a:t>
            </a:r>
            <a:r>
              <a:rPr sz="1800" spc="45" dirty="0">
                <a:solidFill>
                  <a:srgbClr val="FFFFFF"/>
                </a:solidFill>
                <a:latin typeface="Times New Roman"/>
                <a:cs typeface="Times New Roman"/>
              </a:rPr>
              <a:t>example,</a:t>
            </a:r>
            <a:r>
              <a:rPr sz="1800" spc="-80" dirty="0">
                <a:solidFill>
                  <a:srgbClr val="FFFFFF"/>
                </a:solidFill>
                <a:latin typeface="Times New Roman"/>
                <a:cs typeface="Times New Roman"/>
              </a:rPr>
              <a:t> </a:t>
            </a:r>
            <a:r>
              <a:rPr sz="1800" spc="50" dirty="0">
                <a:solidFill>
                  <a:srgbClr val="FFFFFF"/>
                </a:solidFill>
                <a:latin typeface="Times New Roman"/>
                <a:cs typeface="Times New Roman"/>
              </a:rPr>
              <a:t>dates,</a:t>
            </a:r>
            <a:r>
              <a:rPr sz="1800" spc="-80" dirty="0">
                <a:solidFill>
                  <a:srgbClr val="FFFFFF"/>
                </a:solidFill>
                <a:latin typeface="Times New Roman"/>
                <a:cs typeface="Times New Roman"/>
              </a:rPr>
              <a:t> </a:t>
            </a:r>
            <a:r>
              <a:rPr sz="1800" spc="55" dirty="0">
                <a:solidFill>
                  <a:srgbClr val="FFFFFF"/>
                </a:solidFill>
                <a:latin typeface="Times New Roman"/>
                <a:cs typeface="Times New Roman"/>
              </a:rPr>
              <a:t>names,</a:t>
            </a:r>
            <a:r>
              <a:rPr sz="1800" spc="-70" dirty="0">
                <a:solidFill>
                  <a:srgbClr val="FFFFFF"/>
                </a:solidFill>
                <a:latin typeface="Times New Roman"/>
                <a:cs typeface="Times New Roman"/>
              </a:rPr>
              <a:t> </a:t>
            </a:r>
            <a:r>
              <a:rPr sz="1800" spc="65" dirty="0">
                <a:solidFill>
                  <a:srgbClr val="FFFFFF"/>
                </a:solidFill>
                <a:latin typeface="Times New Roman"/>
                <a:cs typeface="Times New Roman"/>
              </a:rPr>
              <a:t>currency</a:t>
            </a:r>
            <a:r>
              <a:rPr sz="1800" spc="-70" dirty="0">
                <a:solidFill>
                  <a:srgbClr val="FFFFFF"/>
                </a:solidFill>
                <a:latin typeface="Times New Roman"/>
                <a:cs typeface="Times New Roman"/>
              </a:rPr>
              <a:t> </a:t>
            </a:r>
            <a:r>
              <a:rPr sz="1800" spc="75" dirty="0">
                <a:solidFill>
                  <a:srgbClr val="FFFFFF"/>
                </a:solidFill>
                <a:latin typeface="Times New Roman"/>
                <a:cs typeface="Times New Roman"/>
              </a:rPr>
              <a:t>amounts,</a:t>
            </a:r>
            <a:r>
              <a:rPr sz="1800" spc="-60" dirty="0">
                <a:solidFill>
                  <a:srgbClr val="FFFFFF"/>
                </a:solidFill>
                <a:latin typeface="Times New Roman"/>
                <a:cs typeface="Times New Roman"/>
              </a:rPr>
              <a:t> </a:t>
            </a:r>
            <a:r>
              <a:rPr sz="1800" spc="100" dirty="0">
                <a:solidFill>
                  <a:srgbClr val="FFFFFF"/>
                </a:solidFill>
                <a:latin typeface="Times New Roman"/>
                <a:cs typeface="Times New Roman"/>
              </a:rPr>
              <a:t>and</a:t>
            </a:r>
            <a:r>
              <a:rPr sz="1800" spc="-70" dirty="0">
                <a:solidFill>
                  <a:srgbClr val="FFFFFF"/>
                </a:solidFill>
                <a:latin typeface="Times New Roman"/>
                <a:cs typeface="Times New Roman"/>
              </a:rPr>
              <a:t> </a:t>
            </a:r>
            <a:r>
              <a:rPr sz="1800" spc="75" dirty="0">
                <a:solidFill>
                  <a:srgbClr val="FFFFFF"/>
                </a:solidFill>
                <a:latin typeface="Times New Roman"/>
                <a:cs typeface="Times New Roman"/>
              </a:rPr>
              <a:t>numbers.</a:t>
            </a:r>
            <a:endParaRPr sz="1800">
              <a:latin typeface="Times New Roman"/>
              <a:cs typeface="Times New Roman"/>
            </a:endParaRPr>
          </a:p>
        </p:txBody>
      </p:sp>
      <p:sp>
        <p:nvSpPr>
          <p:cNvPr id="18" name="object 18"/>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37" baseline="4629" dirty="0"/>
              <a:t>3/</a:t>
            </a:r>
            <a:r>
              <a:rPr sz="1800" spc="-270" baseline="4629" dirty="0"/>
              <a:t> </a:t>
            </a:r>
            <a:fld id="{81D60167-4931-47E6-BA6A-407CBD079E47}" type="slidenum">
              <a:rPr sz="1200" spc="-5" dirty="0"/>
              <a:t>14</a:t>
            </a:fld>
            <a:endParaRPr sz="1200"/>
          </a:p>
        </p:txBody>
      </p:sp>
      <p:sp>
        <p:nvSpPr>
          <p:cNvPr id="19" name="object 19"/>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5493"/>
            <a:ext cx="6456680" cy="635635"/>
          </a:xfrm>
          <a:prstGeom prst="rect">
            <a:avLst/>
          </a:prstGeom>
        </p:spPr>
        <p:txBody>
          <a:bodyPr vert="horz" wrap="square" lIns="0" tIns="12700" rIns="0" bIns="0" rtlCol="0">
            <a:spAutoFit/>
          </a:bodyPr>
          <a:lstStyle/>
          <a:p>
            <a:pPr marL="12700">
              <a:lnSpc>
                <a:spcPct val="100000"/>
              </a:lnSpc>
              <a:spcBef>
                <a:spcPts val="100"/>
              </a:spcBef>
            </a:pPr>
            <a:r>
              <a:rPr sz="4000" spc="195" dirty="0">
                <a:solidFill>
                  <a:srgbClr val="FFFFFF"/>
                </a:solidFill>
                <a:latin typeface="Times New Roman"/>
                <a:cs typeface="Times New Roman"/>
              </a:rPr>
              <a:t>Introduction</a:t>
            </a:r>
            <a:r>
              <a:rPr sz="4000" spc="-185" dirty="0">
                <a:solidFill>
                  <a:srgbClr val="FFFFFF"/>
                </a:solidFill>
                <a:latin typeface="Times New Roman"/>
                <a:cs typeface="Times New Roman"/>
              </a:rPr>
              <a:t> </a:t>
            </a:r>
            <a:r>
              <a:rPr sz="4000" spc="220" dirty="0">
                <a:solidFill>
                  <a:srgbClr val="FFFFFF"/>
                </a:solidFill>
                <a:latin typeface="Times New Roman"/>
                <a:cs typeface="Times New Roman"/>
              </a:rPr>
              <a:t>to</a:t>
            </a:r>
            <a:r>
              <a:rPr sz="4000" spc="-155" dirty="0">
                <a:solidFill>
                  <a:srgbClr val="FFFFFF"/>
                </a:solidFill>
                <a:latin typeface="Times New Roman"/>
                <a:cs typeface="Times New Roman"/>
              </a:rPr>
              <a:t> </a:t>
            </a:r>
            <a:r>
              <a:rPr sz="4000" spc="114" dirty="0">
                <a:solidFill>
                  <a:srgbClr val="FFFFFF"/>
                </a:solidFill>
                <a:latin typeface="Times New Roman"/>
                <a:cs typeface="Times New Roman"/>
              </a:rPr>
              <a:t>Databases</a:t>
            </a:r>
            <a:r>
              <a:rPr sz="4000" spc="-160" dirty="0">
                <a:solidFill>
                  <a:srgbClr val="FFFFFF"/>
                </a:solidFill>
                <a:latin typeface="Times New Roman"/>
                <a:cs typeface="Times New Roman"/>
              </a:rPr>
              <a:t> </a:t>
            </a:r>
            <a:r>
              <a:rPr sz="4000" spc="-75" dirty="0">
                <a:solidFill>
                  <a:srgbClr val="FFFFFF"/>
                </a:solidFill>
                <a:latin typeface="Times New Roman"/>
                <a:cs typeface="Times New Roman"/>
              </a:rPr>
              <a:t>2-2</a:t>
            </a:r>
            <a:endParaRPr sz="4000">
              <a:latin typeface="Times New Roman"/>
              <a:cs typeface="Times New Roman"/>
            </a:endParaRPr>
          </a:p>
        </p:txBody>
      </p:sp>
      <p:sp>
        <p:nvSpPr>
          <p:cNvPr id="3" name="object 3"/>
          <p:cNvSpPr txBox="1"/>
          <p:nvPr/>
        </p:nvSpPr>
        <p:spPr>
          <a:xfrm>
            <a:off x="459740" y="1011936"/>
            <a:ext cx="7837805" cy="330200"/>
          </a:xfrm>
          <a:prstGeom prst="rect">
            <a:avLst/>
          </a:prstGeom>
        </p:spPr>
        <p:txBody>
          <a:bodyPr vert="horz" wrap="square" lIns="0" tIns="12065" rIns="0" bIns="0" rtlCol="0">
            <a:spAutoFit/>
          </a:bodyPr>
          <a:lstStyle/>
          <a:p>
            <a:pPr marL="12700">
              <a:lnSpc>
                <a:spcPct val="100000"/>
              </a:lnSpc>
              <a:spcBef>
                <a:spcPts val="95"/>
              </a:spcBef>
            </a:pPr>
            <a:r>
              <a:rPr sz="2000" spc="95" dirty="0">
                <a:latin typeface="Times New Roman"/>
                <a:cs typeface="Times New Roman"/>
              </a:rPr>
              <a:t>SQL</a:t>
            </a:r>
            <a:r>
              <a:rPr sz="2000" spc="-85" dirty="0">
                <a:latin typeface="Times New Roman"/>
                <a:cs typeface="Times New Roman"/>
              </a:rPr>
              <a:t> </a:t>
            </a:r>
            <a:r>
              <a:rPr sz="2000" spc="60" dirty="0">
                <a:latin typeface="Times New Roman"/>
                <a:cs typeface="Times New Roman"/>
              </a:rPr>
              <a:t>Server</a:t>
            </a:r>
            <a:r>
              <a:rPr sz="2000" spc="-60" dirty="0">
                <a:latin typeface="Times New Roman"/>
                <a:cs typeface="Times New Roman"/>
              </a:rPr>
              <a:t> </a:t>
            </a:r>
            <a:r>
              <a:rPr sz="2000" spc="-90" dirty="0">
                <a:latin typeface="Times New Roman"/>
                <a:cs typeface="Times New Roman"/>
              </a:rPr>
              <a:t>2019</a:t>
            </a:r>
            <a:r>
              <a:rPr sz="2000" spc="-75" dirty="0">
                <a:latin typeface="Times New Roman"/>
                <a:cs typeface="Times New Roman"/>
              </a:rPr>
              <a:t> </a:t>
            </a:r>
            <a:r>
              <a:rPr sz="2000" spc="85" dirty="0">
                <a:latin typeface="Times New Roman"/>
                <a:cs typeface="Times New Roman"/>
              </a:rPr>
              <a:t>supports</a:t>
            </a:r>
            <a:r>
              <a:rPr sz="2000" spc="-50" dirty="0">
                <a:latin typeface="Times New Roman"/>
                <a:cs typeface="Times New Roman"/>
              </a:rPr>
              <a:t> </a:t>
            </a:r>
            <a:r>
              <a:rPr sz="2000" spc="90" dirty="0">
                <a:latin typeface="Times New Roman"/>
                <a:cs typeface="Times New Roman"/>
              </a:rPr>
              <a:t>three</a:t>
            </a:r>
            <a:r>
              <a:rPr sz="2000" spc="-60" dirty="0">
                <a:latin typeface="Times New Roman"/>
                <a:cs typeface="Times New Roman"/>
              </a:rPr>
              <a:t> </a:t>
            </a:r>
            <a:r>
              <a:rPr sz="2000" spc="80" dirty="0">
                <a:latin typeface="Times New Roman"/>
                <a:cs typeface="Times New Roman"/>
              </a:rPr>
              <a:t>kinds</a:t>
            </a:r>
            <a:r>
              <a:rPr sz="2000" spc="-70" dirty="0">
                <a:latin typeface="Times New Roman"/>
                <a:cs typeface="Times New Roman"/>
              </a:rPr>
              <a:t> </a:t>
            </a:r>
            <a:r>
              <a:rPr sz="2000" spc="55" dirty="0">
                <a:latin typeface="Times New Roman"/>
                <a:cs typeface="Times New Roman"/>
              </a:rPr>
              <a:t>of</a:t>
            </a:r>
            <a:r>
              <a:rPr sz="2000" spc="-75" dirty="0">
                <a:latin typeface="Times New Roman"/>
                <a:cs typeface="Times New Roman"/>
              </a:rPr>
              <a:t> </a:t>
            </a:r>
            <a:r>
              <a:rPr sz="2000" spc="50" dirty="0">
                <a:latin typeface="Times New Roman"/>
                <a:cs typeface="Times New Roman"/>
              </a:rPr>
              <a:t>databases,</a:t>
            </a:r>
            <a:r>
              <a:rPr sz="2000" spc="-50" dirty="0">
                <a:latin typeface="Times New Roman"/>
                <a:cs typeface="Times New Roman"/>
              </a:rPr>
              <a:t> </a:t>
            </a:r>
            <a:r>
              <a:rPr sz="2000" spc="80" dirty="0">
                <a:latin typeface="Times New Roman"/>
                <a:cs typeface="Times New Roman"/>
              </a:rPr>
              <a:t>which</a:t>
            </a:r>
            <a:r>
              <a:rPr sz="2000" spc="-70" dirty="0">
                <a:latin typeface="Times New Roman"/>
                <a:cs typeface="Times New Roman"/>
              </a:rPr>
              <a:t> </a:t>
            </a:r>
            <a:r>
              <a:rPr sz="2000" spc="50" dirty="0">
                <a:latin typeface="Times New Roman"/>
                <a:cs typeface="Times New Roman"/>
              </a:rPr>
              <a:t>are</a:t>
            </a:r>
            <a:r>
              <a:rPr sz="2000" spc="-70" dirty="0">
                <a:latin typeface="Times New Roman"/>
                <a:cs typeface="Times New Roman"/>
              </a:rPr>
              <a:t> </a:t>
            </a:r>
            <a:r>
              <a:rPr sz="2000" spc="20" dirty="0">
                <a:latin typeface="Times New Roman"/>
                <a:cs typeface="Times New Roman"/>
              </a:rPr>
              <a:t>as</a:t>
            </a:r>
            <a:r>
              <a:rPr sz="2000" spc="-65" dirty="0">
                <a:latin typeface="Times New Roman"/>
                <a:cs typeface="Times New Roman"/>
              </a:rPr>
              <a:t> </a:t>
            </a:r>
            <a:r>
              <a:rPr sz="2000" spc="35" dirty="0">
                <a:latin typeface="Times New Roman"/>
                <a:cs typeface="Times New Roman"/>
              </a:rPr>
              <a:t>follows</a:t>
            </a:r>
            <a:r>
              <a:rPr sz="1400" spc="35" dirty="0">
                <a:latin typeface="Arial"/>
                <a:cs typeface="Arial"/>
              </a:rPr>
              <a:t>:</a:t>
            </a:r>
            <a:endParaRPr sz="1400">
              <a:latin typeface="Arial"/>
              <a:cs typeface="Arial"/>
            </a:endParaRPr>
          </a:p>
        </p:txBody>
      </p:sp>
      <p:pic>
        <p:nvPicPr>
          <p:cNvPr id="4" name="object 4"/>
          <p:cNvPicPr/>
          <p:nvPr/>
        </p:nvPicPr>
        <p:blipFill>
          <a:blip r:embed="rId3" cstate="print"/>
          <a:stretch>
            <a:fillRect/>
          </a:stretch>
        </p:blipFill>
        <p:spPr>
          <a:xfrm>
            <a:off x="995172" y="2022348"/>
            <a:ext cx="7691628" cy="2099310"/>
          </a:xfrm>
          <a:prstGeom prst="rect">
            <a:avLst/>
          </a:prstGeom>
        </p:spPr>
      </p:pic>
      <p:sp>
        <p:nvSpPr>
          <p:cNvPr id="6" name="object 6"/>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37" baseline="4629" dirty="0"/>
              <a:t>3/</a:t>
            </a:r>
            <a:r>
              <a:rPr sz="1800" spc="-270" baseline="4629" dirty="0"/>
              <a:t> </a:t>
            </a:r>
            <a:fld id="{81D60167-4931-47E6-BA6A-407CBD079E47}" type="slidenum">
              <a:rPr sz="1200" spc="-5" dirty="0"/>
              <a:t>15</a:t>
            </a:fld>
            <a:endParaRPr sz="1200"/>
          </a:p>
        </p:txBody>
      </p:sp>
      <p:sp>
        <p:nvSpPr>
          <p:cNvPr id="7" name="object 7"/>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2938" y="37337"/>
            <a:ext cx="4605655" cy="635635"/>
          </a:xfrm>
          <a:prstGeom prst="rect">
            <a:avLst/>
          </a:prstGeom>
        </p:spPr>
        <p:txBody>
          <a:bodyPr vert="horz" wrap="square" lIns="0" tIns="12700" rIns="0" bIns="0" rtlCol="0">
            <a:spAutoFit/>
          </a:bodyPr>
          <a:lstStyle/>
          <a:p>
            <a:pPr marL="12700">
              <a:lnSpc>
                <a:spcPct val="100000"/>
              </a:lnSpc>
              <a:spcBef>
                <a:spcPts val="100"/>
              </a:spcBef>
            </a:pPr>
            <a:r>
              <a:rPr sz="4000" b="0" spc="114" dirty="0">
                <a:latin typeface="Times New Roman"/>
                <a:cs typeface="Times New Roman"/>
              </a:rPr>
              <a:t>System Databases</a:t>
            </a:r>
            <a:r>
              <a:rPr sz="4000" b="0" spc="-480" dirty="0">
                <a:latin typeface="Times New Roman"/>
                <a:cs typeface="Times New Roman"/>
              </a:rPr>
              <a:t> </a:t>
            </a:r>
            <a:r>
              <a:rPr sz="4000" b="0" spc="-245" dirty="0">
                <a:latin typeface="Times New Roman"/>
                <a:cs typeface="Times New Roman"/>
              </a:rPr>
              <a:t>1-2</a:t>
            </a:r>
            <a:endParaRPr sz="4000">
              <a:latin typeface="Times New Roman"/>
              <a:cs typeface="Times New Roman"/>
            </a:endParaRPr>
          </a:p>
        </p:txBody>
      </p:sp>
      <p:grpSp>
        <p:nvGrpSpPr>
          <p:cNvPr id="3" name="object 3"/>
          <p:cNvGrpSpPr/>
          <p:nvPr/>
        </p:nvGrpSpPr>
        <p:grpSpPr>
          <a:xfrm>
            <a:off x="486155" y="1305318"/>
            <a:ext cx="8164830" cy="831850"/>
            <a:chOff x="486155" y="1305318"/>
            <a:chExt cx="8164830" cy="831850"/>
          </a:xfrm>
        </p:grpSpPr>
        <p:pic>
          <p:nvPicPr>
            <p:cNvPr id="4" name="object 4"/>
            <p:cNvPicPr/>
            <p:nvPr/>
          </p:nvPicPr>
          <p:blipFill>
            <a:blip r:embed="rId3" cstate="print"/>
            <a:stretch>
              <a:fillRect/>
            </a:stretch>
          </p:blipFill>
          <p:spPr>
            <a:xfrm>
              <a:off x="486155" y="1305318"/>
              <a:ext cx="8164830" cy="831329"/>
            </a:xfrm>
            <a:prstGeom prst="rect">
              <a:avLst/>
            </a:prstGeom>
          </p:spPr>
        </p:pic>
        <p:pic>
          <p:nvPicPr>
            <p:cNvPr id="5" name="object 5"/>
            <p:cNvPicPr/>
            <p:nvPr/>
          </p:nvPicPr>
          <p:blipFill>
            <a:blip r:embed="rId4" cstate="print"/>
            <a:stretch>
              <a:fillRect/>
            </a:stretch>
          </p:blipFill>
          <p:spPr>
            <a:xfrm>
              <a:off x="527303" y="1323593"/>
              <a:ext cx="8089392" cy="755904"/>
            </a:xfrm>
            <a:prstGeom prst="rect">
              <a:avLst/>
            </a:prstGeom>
          </p:spPr>
        </p:pic>
      </p:grpSp>
      <p:grpSp>
        <p:nvGrpSpPr>
          <p:cNvPr id="6" name="object 6"/>
          <p:cNvGrpSpPr/>
          <p:nvPr/>
        </p:nvGrpSpPr>
        <p:grpSpPr>
          <a:xfrm>
            <a:off x="486155" y="2414777"/>
            <a:ext cx="8244205" cy="2818130"/>
            <a:chOff x="486155" y="2414777"/>
            <a:chExt cx="8244205" cy="2818130"/>
          </a:xfrm>
        </p:grpSpPr>
        <p:pic>
          <p:nvPicPr>
            <p:cNvPr id="7" name="object 7"/>
            <p:cNvPicPr/>
            <p:nvPr/>
          </p:nvPicPr>
          <p:blipFill>
            <a:blip r:embed="rId5" cstate="print"/>
            <a:stretch>
              <a:fillRect/>
            </a:stretch>
          </p:blipFill>
          <p:spPr>
            <a:xfrm>
              <a:off x="486155" y="2414777"/>
              <a:ext cx="8244078" cy="2817876"/>
            </a:xfrm>
            <a:prstGeom prst="rect">
              <a:avLst/>
            </a:prstGeom>
          </p:spPr>
        </p:pic>
        <p:pic>
          <p:nvPicPr>
            <p:cNvPr id="8" name="object 8"/>
            <p:cNvPicPr/>
            <p:nvPr/>
          </p:nvPicPr>
          <p:blipFill>
            <a:blip r:embed="rId6" cstate="print"/>
            <a:stretch>
              <a:fillRect/>
            </a:stretch>
          </p:blipFill>
          <p:spPr>
            <a:xfrm>
              <a:off x="527303" y="2433065"/>
              <a:ext cx="8168640" cy="2742438"/>
            </a:xfrm>
            <a:prstGeom prst="rect">
              <a:avLst/>
            </a:prstGeom>
          </p:spPr>
        </p:pic>
      </p:grpSp>
      <p:sp>
        <p:nvSpPr>
          <p:cNvPr id="9" name="object 9"/>
          <p:cNvSpPr txBox="1"/>
          <p:nvPr/>
        </p:nvSpPr>
        <p:spPr>
          <a:xfrm>
            <a:off x="742441" y="1342644"/>
            <a:ext cx="7658100" cy="3520836"/>
          </a:xfrm>
          <a:prstGeom prst="rect">
            <a:avLst/>
          </a:prstGeom>
        </p:spPr>
        <p:txBody>
          <a:bodyPr vert="horz" wrap="square" lIns="0" tIns="12065" rIns="0" bIns="0" rtlCol="0">
            <a:spAutoFit/>
          </a:bodyPr>
          <a:lstStyle/>
          <a:p>
            <a:pPr marL="12700" marR="5080">
              <a:lnSpc>
                <a:spcPct val="100000"/>
              </a:lnSpc>
              <a:spcBef>
                <a:spcPts val="95"/>
              </a:spcBef>
            </a:pPr>
            <a:r>
              <a:rPr sz="2000" spc="90" dirty="0">
                <a:solidFill>
                  <a:srgbClr val="FFFFFF"/>
                </a:solidFill>
                <a:latin typeface="Times New Roman"/>
                <a:cs typeface="Times New Roman"/>
              </a:rPr>
              <a:t>SQL </a:t>
            </a:r>
            <a:r>
              <a:rPr sz="2000" spc="60" dirty="0">
                <a:solidFill>
                  <a:srgbClr val="FFFFFF"/>
                </a:solidFill>
                <a:latin typeface="Times New Roman"/>
                <a:cs typeface="Times New Roman"/>
              </a:rPr>
              <a:t>Server </a:t>
            </a:r>
            <a:r>
              <a:rPr sz="2000" spc="50" dirty="0">
                <a:solidFill>
                  <a:srgbClr val="FFFFFF"/>
                </a:solidFill>
                <a:latin typeface="Times New Roman"/>
                <a:cs typeface="Times New Roman"/>
              </a:rPr>
              <a:t>uses </a:t>
            </a:r>
            <a:r>
              <a:rPr sz="2000" spc="45" dirty="0">
                <a:solidFill>
                  <a:srgbClr val="FFFFFF"/>
                </a:solidFill>
                <a:latin typeface="Times New Roman"/>
                <a:cs typeface="Times New Roman"/>
              </a:rPr>
              <a:t>system </a:t>
            </a:r>
            <a:r>
              <a:rPr sz="2000" spc="55" dirty="0">
                <a:solidFill>
                  <a:srgbClr val="FFFFFF"/>
                </a:solidFill>
                <a:latin typeface="Times New Roman"/>
                <a:cs typeface="Times New Roman"/>
              </a:rPr>
              <a:t>databases </a:t>
            </a:r>
            <a:r>
              <a:rPr sz="2000" spc="110" dirty="0">
                <a:solidFill>
                  <a:srgbClr val="FFFFFF"/>
                </a:solidFill>
                <a:latin typeface="Times New Roman"/>
                <a:cs typeface="Times New Roman"/>
              </a:rPr>
              <a:t>to </a:t>
            </a:r>
            <a:r>
              <a:rPr sz="2000" spc="95" dirty="0">
                <a:solidFill>
                  <a:srgbClr val="FFFFFF"/>
                </a:solidFill>
                <a:latin typeface="Times New Roman"/>
                <a:cs typeface="Times New Roman"/>
              </a:rPr>
              <a:t>support </a:t>
            </a:r>
            <a:r>
              <a:rPr sz="2000" spc="75" dirty="0">
                <a:solidFill>
                  <a:srgbClr val="FFFFFF"/>
                </a:solidFill>
                <a:latin typeface="Times New Roman"/>
                <a:cs typeface="Times New Roman"/>
              </a:rPr>
              <a:t>different </a:t>
            </a:r>
            <a:r>
              <a:rPr sz="2000" spc="70" dirty="0">
                <a:solidFill>
                  <a:srgbClr val="FFFFFF"/>
                </a:solidFill>
                <a:latin typeface="Times New Roman"/>
                <a:cs typeface="Times New Roman"/>
              </a:rPr>
              <a:t>parts </a:t>
            </a:r>
            <a:r>
              <a:rPr sz="2000" spc="55" dirty="0">
                <a:solidFill>
                  <a:srgbClr val="FFFFFF"/>
                </a:solidFill>
                <a:latin typeface="Times New Roman"/>
                <a:cs typeface="Times New Roman"/>
              </a:rPr>
              <a:t>of </a:t>
            </a:r>
            <a:r>
              <a:rPr sz="2000" spc="110" dirty="0">
                <a:solidFill>
                  <a:srgbClr val="FFFFFF"/>
                </a:solidFill>
                <a:latin typeface="Times New Roman"/>
                <a:cs typeface="Times New Roman"/>
              </a:rPr>
              <a:t>the  </a:t>
            </a:r>
            <a:r>
              <a:rPr sz="2000" spc="35" dirty="0">
                <a:solidFill>
                  <a:srgbClr val="FFFFFF"/>
                </a:solidFill>
                <a:latin typeface="Times New Roman"/>
                <a:cs typeface="Times New Roman"/>
              </a:rPr>
              <a:t>DBMS.</a:t>
            </a:r>
            <a:endParaRPr sz="2000">
              <a:latin typeface="Times New Roman"/>
              <a:cs typeface="Times New Roman"/>
            </a:endParaRPr>
          </a:p>
          <a:p>
            <a:pPr>
              <a:lnSpc>
                <a:spcPct val="100000"/>
              </a:lnSpc>
            </a:pPr>
            <a:endParaRPr sz="2800">
              <a:latin typeface="Times New Roman"/>
              <a:cs typeface="Times New Roman"/>
            </a:endParaRPr>
          </a:p>
          <a:p>
            <a:pPr marL="169545">
              <a:lnSpc>
                <a:spcPct val="100000"/>
              </a:lnSpc>
              <a:spcBef>
                <a:spcPts val="2385"/>
              </a:spcBef>
            </a:pPr>
            <a:r>
              <a:rPr sz="2000" spc="50" dirty="0">
                <a:solidFill>
                  <a:srgbClr val="FFFFFF"/>
                </a:solidFill>
                <a:latin typeface="Times New Roman"/>
                <a:cs typeface="Times New Roman"/>
              </a:rPr>
              <a:t>Each</a:t>
            </a:r>
            <a:r>
              <a:rPr sz="2000" spc="-70" dirty="0">
                <a:solidFill>
                  <a:srgbClr val="FFFFFF"/>
                </a:solidFill>
                <a:latin typeface="Times New Roman"/>
                <a:cs typeface="Times New Roman"/>
              </a:rPr>
              <a:t> </a:t>
            </a:r>
            <a:r>
              <a:rPr sz="2000" spc="60" dirty="0">
                <a:solidFill>
                  <a:srgbClr val="FFFFFF"/>
                </a:solidFill>
                <a:latin typeface="Times New Roman"/>
                <a:cs typeface="Times New Roman"/>
              </a:rPr>
              <a:t>database</a:t>
            </a:r>
            <a:r>
              <a:rPr sz="2000" spc="-55" dirty="0">
                <a:solidFill>
                  <a:srgbClr val="FFFFFF"/>
                </a:solidFill>
                <a:latin typeface="Times New Roman"/>
                <a:cs typeface="Times New Roman"/>
              </a:rPr>
              <a:t> </a:t>
            </a:r>
            <a:r>
              <a:rPr sz="2000" spc="85" dirty="0">
                <a:solidFill>
                  <a:srgbClr val="FFFFFF"/>
                </a:solidFill>
                <a:latin typeface="Times New Roman"/>
                <a:cs typeface="Times New Roman"/>
              </a:rPr>
              <a:t>supports</a:t>
            </a:r>
            <a:r>
              <a:rPr sz="2000" spc="-55" dirty="0">
                <a:solidFill>
                  <a:srgbClr val="FFFFFF"/>
                </a:solidFill>
                <a:latin typeface="Times New Roman"/>
                <a:cs typeface="Times New Roman"/>
              </a:rPr>
              <a:t> </a:t>
            </a:r>
            <a:r>
              <a:rPr sz="2000" spc="110" dirty="0">
                <a:solidFill>
                  <a:srgbClr val="FFFFFF"/>
                </a:solidFill>
                <a:latin typeface="Times New Roman"/>
                <a:cs typeface="Times New Roman"/>
              </a:rPr>
              <a:t>the</a:t>
            </a:r>
            <a:r>
              <a:rPr sz="2000" spc="-70" dirty="0">
                <a:solidFill>
                  <a:srgbClr val="FFFFFF"/>
                </a:solidFill>
                <a:latin typeface="Times New Roman"/>
                <a:cs typeface="Times New Roman"/>
              </a:rPr>
              <a:t> </a:t>
            </a:r>
            <a:r>
              <a:rPr sz="2000" spc="35" dirty="0">
                <a:solidFill>
                  <a:srgbClr val="FFFFFF"/>
                </a:solidFill>
                <a:latin typeface="Times New Roman"/>
                <a:cs typeface="Times New Roman"/>
              </a:rPr>
              <a:t>following:</a:t>
            </a:r>
            <a:endParaRPr sz="2000">
              <a:latin typeface="Times New Roman"/>
              <a:cs typeface="Times New Roman"/>
            </a:endParaRPr>
          </a:p>
          <a:p>
            <a:pPr marL="512445" marR="80645" indent="-342900">
              <a:lnSpc>
                <a:spcPct val="100000"/>
              </a:lnSpc>
              <a:buFont typeface="Arial"/>
              <a:buChar char="•"/>
              <a:tabLst>
                <a:tab pos="512445" algn="l"/>
                <a:tab pos="513080" algn="l"/>
              </a:tabLst>
            </a:pPr>
            <a:r>
              <a:rPr sz="2000" spc="55" dirty="0">
                <a:solidFill>
                  <a:srgbClr val="FFFFFF"/>
                </a:solidFill>
                <a:latin typeface="Times New Roman"/>
                <a:cs typeface="Times New Roman"/>
              </a:rPr>
              <a:t>Has </a:t>
            </a:r>
            <a:r>
              <a:rPr sz="2000" spc="30" dirty="0">
                <a:solidFill>
                  <a:srgbClr val="FFFFFF"/>
                </a:solidFill>
                <a:latin typeface="Times New Roman"/>
                <a:cs typeface="Times New Roman"/>
              </a:rPr>
              <a:t>a </a:t>
            </a:r>
            <a:r>
              <a:rPr sz="2000" spc="25" dirty="0">
                <a:solidFill>
                  <a:srgbClr val="FFFFFF"/>
                </a:solidFill>
                <a:latin typeface="Times New Roman"/>
                <a:cs typeface="Times New Roman"/>
              </a:rPr>
              <a:t>specific </a:t>
            </a:r>
            <a:r>
              <a:rPr sz="2000" spc="55" dirty="0">
                <a:solidFill>
                  <a:srgbClr val="FFFFFF"/>
                </a:solidFill>
                <a:latin typeface="Times New Roman"/>
                <a:cs typeface="Times New Roman"/>
              </a:rPr>
              <a:t>role </a:t>
            </a:r>
            <a:r>
              <a:rPr sz="2000" spc="114" dirty="0">
                <a:solidFill>
                  <a:srgbClr val="FFFFFF"/>
                </a:solidFill>
                <a:latin typeface="Times New Roman"/>
                <a:cs typeface="Times New Roman"/>
              </a:rPr>
              <a:t>and </a:t>
            </a:r>
            <a:r>
              <a:rPr sz="2000" spc="60" dirty="0">
                <a:solidFill>
                  <a:srgbClr val="FFFFFF"/>
                </a:solidFill>
                <a:latin typeface="Times New Roman"/>
                <a:cs typeface="Times New Roman"/>
              </a:rPr>
              <a:t>stores </a:t>
            </a:r>
            <a:r>
              <a:rPr sz="2000" spc="65" dirty="0">
                <a:solidFill>
                  <a:srgbClr val="FFFFFF"/>
                </a:solidFill>
                <a:latin typeface="Times New Roman"/>
                <a:cs typeface="Times New Roman"/>
              </a:rPr>
              <a:t>job </a:t>
            </a:r>
            <a:r>
              <a:rPr sz="2000" spc="85" dirty="0">
                <a:solidFill>
                  <a:srgbClr val="FFFFFF"/>
                </a:solidFill>
                <a:latin typeface="Times New Roman"/>
                <a:cs typeface="Times New Roman"/>
              </a:rPr>
              <a:t>information </a:t>
            </a:r>
            <a:r>
              <a:rPr sz="2000" spc="114" dirty="0">
                <a:solidFill>
                  <a:srgbClr val="FFFFFF"/>
                </a:solidFill>
                <a:latin typeface="Times New Roman"/>
                <a:cs typeface="Times New Roman"/>
              </a:rPr>
              <a:t>that </a:t>
            </a:r>
            <a:r>
              <a:rPr sz="2000" spc="65" dirty="0">
                <a:solidFill>
                  <a:srgbClr val="FFFFFF"/>
                </a:solidFill>
                <a:latin typeface="Times New Roman"/>
                <a:cs typeface="Times New Roman"/>
              </a:rPr>
              <a:t>requires </a:t>
            </a:r>
            <a:r>
              <a:rPr sz="2000" spc="110" dirty="0">
                <a:solidFill>
                  <a:srgbClr val="FFFFFF"/>
                </a:solidFill>
                <a:latin typeface="Times New Roman"/>
                <a:cs typeface="Times New Roman"/>
              </a:rPr>
              <a:t>to</a:t>
            </a:r>
            <a:r>
              <a:rPr sz="2000" spc="-330" dirty="0">
                <a:solidFill>
                  <a:srgbClr val="FFFFFF"/>
                </a:solidFill>
                <a:latin typeface="Times New Roman"/>
                <a:cs typeface="Times New Roman"/>
              </a:rPr>
              <a:t> </a:t>
            </a:r>
            <a:r>
              <a:rPr sz="2000" spc="70" dirty="0">
                <a:solidFill>
                  <a:srgbClr val="FFFFFF"/>
                </a:solidFill>
                <a:latin typeface="Times New Roman"/>
                <a:cs typeface="Times New Roman"/>
              </a:rPr>
              <a:t>be  </a:t>
            </a:r>
            <a:r>
              <a:rPr sz="2000" spc="55" dirty="0">
                <a:solidFill>
                  <a:srgbClr val="FFFFFF"/>
                </a:solidFill>
                <a:latin typeface="Times New Roman"/>
                <a:cs typeface="Times New Roman"/>
              </a:rPr>
              <a:t>carried</a:t>
            </a:r>
            <a:r>
              <a:rPr sz="2000" spc="-85" dirty="0">
                <a:solidFill>
                  <a:srgbClr val="FFFFFF"/>
                </a:solidFill>
                <a:latin typeface="Times New Roman"/>
                <a:cs typeface="Times New Roman"/>
              </a:rPr>
              <a:t> </a:t>
            </a:r>
            <a:r>
              <a:rPr sz="2000" spc="120" dirty="0">
                <a:solidFill>
                  <a:srgbClr val="FFFFFF"/>
                </a:solidFill>
                <a:latin typeface="Times New Roman"/>
                <a:cs typeface="Times New Roman"/>
              </a:rPr>
              <a:t>out</a:t>
            </a:r>
            <a:r>
              <a:rPr sz="2000" spc="-70" dirty="0">
                <a:solidFill>
                  <a:srgbClr val="FFFFFF"/>
                </a:solidFill>
                <a:latin typeface="Times New Roman"/>
                <a:cs typeface="Times New Roman"/>
              </a:rPr>
              <a:t> </a:t>
            </a:r>
            <a:r>
              <a:rPr sz="2000" spc="40" dirty="0">
                <a:solidFill>
                  <a:srgbClr val="FFFFFF"/>
                </a:solidFill>
                <a:latin typeface="Times New Roman"/>
                <a:cs typeface="Times New Roman"/>
              </a:rPr>
              <a:t>by</a:t>
            </a:r>
            <a:r>
              <a:rPr sz="2000" spc="-65" dirty="0">
                <a:solidFill>
                  <a:srgbClr val="FFFFFF"/>
                </a:solidFill>
                <a:latin typeface="Times New Roman"/>
                <a:cs typeface="Times New Roman"/>
              </a:rPr>
              <a:t> </a:t>
            </a:r>
            <a:r>
              <a:rPr sz="2000" spc="95" dirty="0">
                <a:solidFill>
                  <a:srgbClr val="FFFFFF"/>
                </a:solidFill>
                <a:latin typeface="Times New Roman"/>
                <a:cs typeface="Times New Roman"/>
              </a:rPr>
              <a:t>SQL</a:t>
            </a:r>
            <a:r>
              <a:rPr sz="2000" spc="-80" dirty="0">
                <a:solidFill>
                  <a:srgbClr val="FFFFFF"/>
                </a:solidFill>
                <a:latin typeface="Times New Roman"/>
                <a:cs typeface="Times New Roman"/>
              </a:rPr>
              <a:t> </a:t>
            </a:r>
            <a:r>
              <a:rPr sz="2000" spc="60" dirty="0">
                <a:solidFill>
                  <a:srgbClr val="FFFFFF"/>
                </a:solidFill>
                <a:latin typeface="Times New Roman"/>
                <a:cs typeface="Times New Roman"/>
              </a:rPr>
              <a:t>Server</a:t>
            </a:r>
            <a:endParaRPr sz="2000">
              <a:latin typeface="Times New Roman"/>
              <a:cs typeface="Times New Roman"/>
            </a:endParaRPr>
          </a:p>
          <a:p>
            <a:pPr marL="512445" marR="81915" indent="-342900">
              <a:lnSpc>
                <a:spcPct val="100000"/>
              </a:lnSpc>
              <a:buFont typeface="Arial"/>
              <a:buChar char="•"/>
              <a:tabLst>
                <a:tab pos="512445" algn="l"/>
                <a:tab pos="513080" algn="l"/>
              </a:tabLst>
            </a:pPr>
            <a:r>
              <a:rPr sz="2000" spc="85" dirty="0">
                <a:solidFill>
                  <a:srgbClr val="FFFFFF"/>
                </a:solidFill>
                <a:latin typeface="Times New Roman"/>
                <a:cs typeface="Times New Roman"/>
              </a:rPr>
              <a:t>Store</a:t>
            </a:r>
            <a:r>
              <a:rPr sz="2000" spc="10" dirty="0">
                <a:solidFill>
                  <a:srgbClr val="FFFFFF"/>
                </a:solidFill>
                <a:latin typeface="Times New Roman"/>
                <a:cs typeface="Times New Roman"/>
              </a:rPr>
              <a:t> </a:t>
            </a:r>
            <a:r>
              <a:rPr sz="2000" spc="80" dirty="0">
                <a:solidFill>
                  <a:srgbClr val="FFFFFF"/>
                </a:solidFill>
                <a:latin typeface="Times New Roman"/>
                <a:cs typeface="Times New Roman"/>
              </a:rPr>
              <a:t>data</a:t>
            </a:r>
            <a:r>
              <a:rPr sz="2000" spc="10" dirty="0">
                <a:solidFill>
                  <a:srgbClr val="FFFFFF"/>
                </a:solidFill>
                <a:latin typeface="Times New Roman"/>
                <a:cs typeface="Times New Roman"/>
              </a:rPr>
              <a:t> </a:t>
            </a:r>
            <a:r>
              <a:rPr sz="2000" spc="95" dirty="0">
                <a:solidFill>
                  <a:srgbClr val="FFFFFF"/>
                </a:solidFill>
                <a:latin typeface="Times New Roman"/>
                <a:cs typeface="Times New Roman"/>
              </a:rPr>
              <a:t>in</a:t>
            </a:r>
            <a:r>
              <a:rPr sz="2000" spc="5" dirty="0">
                <a:solidFill>
                  <a:srgbClr val="FFFFFF"/>
                </a:solidFill>
                <a:latin typeface="Times New Roman"/>
                <a:cs typeface="Times New Roman"/>
              </a:rPr>
              <a:t> </a:t>
            </a:r>
            <a:r>
              <a:rPr sz="2000" spc="45" dirty="0">
                <a:solidFill>
                  <a:srgbClr val="FFFFFF"/>
                </a:solidFill>
                <a:latin typeface="Times New Roman"/>
                <a:cs typeface="Times New Roman"/>
              </a:rPr>
              <a:t>tables,</a:t>
            </a:r>
            <a:r>
              <a:rPr sz="2000" spc="20" dirty="0">
                <a:solidFill>
                  <a:srgbClr val="FFFFFF"/>
                </a:solidFill>
                <a:latin typeface="Times New Roman"/>
                <a:cs typeface="Times New Roman"/>
              </a:rPr>
              <a:t> </a:t>
            </a:r>
            <a:r>
              <a:rPr sz="2000" spc="85" dirty="0">
                <a:solidFill>
                  <a:srgbClr val="FFFFFF"/>
                </a:solidFill>
                <a:latin typeface="Times New Roman"/>
                <a:cs typeface="Times New Roman"/>
              </a:rPr>
              <a:t>which</a:t>
            </a:r>
            <a:r>
              <a:rPr sz="2000" spc="-5" dirty="0">
                <a:solidFill>
                  <a:srgbClr val="FFFFFF"/>
                </a:solidFill>
                <a:latin typeface="Times New Roman"/>
                <a:cs typeface="Times New Roman"/>
              </a:rPr>
              <a:t> </a:t>
            </a:r>
            <a:r>
              <a:rPr sz="2000" spc="90" dirty="0">
                <a:solidFill>
                  <a:srgbClr val="FFFFFF"/>
                </a:solidFill>
                <a:latin typeface="Times New Roman"/>
                <a:cs typeface="Times New Roman"/>
              </a:rPr>
              <a:t>contain</a:t>
            </a:r>
            <a:r>
              <a:rPr sz="2000" spc="10" dirty="0">
                <a:solidFill>
                  <a:srgbClr val="FFFFFF"/>
                </a:solidFill>
                <a:latin typeface="Times New Roman"/>
                <a:cs typeface="Times New Roman"/>
              </a:rPr>
              <a:t> </a:t>
            </a:r>
            <a:r>
              <a:rPr sz="2000" spc="110" dirty="0">
                <a:solidFill>
                  <a:srgbClr val="FFFFFF"/>
                </a:solidFill>
                <a:latin typeface="Times New Roman"/>
                <a:cs typeface="Times New Roman"/>
              </a:rPr>
              <a:t>the</a:t>
            </a:r>
            <a:r>
              <a:rPr sz="2000" spc="20" dirty="0">
                <a:solidFill>
                  <a:srgbClr val="FFFFFF"/>
                </a:solidFill>
                <a:latin typeface="Times New Roman"/>
                <a:cs typeface="Times New Roman"/>
              </a:rPr>
              <a:t> </a:t>
            </a:r>
            <a:r>
              <a:rPr sz="2000" spc="25" dirty="0">
                <a:solidFill>
                  <a:srgbClr val="FFFFFF"/>
                </a:solidFill>
                <a:latin typeface="Times New Roman"/>
                <a:cs typeface="Times New Roman"/>
              </a:rPr>
              <a:t>views,</a:t>
            </a:r>
            <a:r>
              <a:rPr sz="2000" spc="5" dirty="0">
                <a:solidFill>
                  <a:srgbClr val="FFFFFF"/>
                </a:solidFill>
                <a:latin typeface="Times New Roman"/>
                <a:cs typeface="Times New Roman"/>
              </a:rPr>
              <a:t> </a:t>
            </a:r>
            <a:r>
              <a:rPr sz="2000" spc="80" dirty="0">
                <a:solidFill>
                  <a:srgbClr val="FFFFFF"/>
                </a:solidFill>
                <a:latin typeface="Times New Roman"/>
                <a:cs typeface="Times New Roman"/>
              </a:rPr>
              <a:t>stored</a:t>
            </a:r>
            <a:r>
              <a:rPr sz="2000" spc="20" dirty="0">
                <a:solidFill>
                  <a:srgbClr val="FFFFFF"/>
                </a:solidFill>
                <a:latin typeface="Times New Roman"/>
                <a:cs typeface="Times New Roman"/>
              </a:rPr>
              <a:t> </a:t>
            </a:r>
            <a:r>
              <a:rPr sz="2000" spc="65" dirty="0">
                <a:solidFill>
                  <a:srgbClr val="FFFFFF"/>
                </a:solidFill>
                <a:latin typeface="Times New Roman"/>
                <a:cs typeface="Times New Roman"/>
              </a:rPr>
              <a:t>procedures,  </a:t>
            </a:r>
            <a:r>
              <a:rPr sz="2000" spc="110" dirty="0">
                <a:solidFill>
                  <a:srgbClr val="FFFFFF"/>
                </a:solidFill>
                <a:latin typeface="Times New Roman"/>
                <a:cs typeface="Times New Roman"/>
              </a:rPr>
              <a:t>and </a:t>
            </a:r>
            <a:r>
              <a:rPr sz="2000" spc="100" dirty="0">
                <a:solidFill>
                  <a:srgbClr val="FFFFFF"/>
                </a:solidFill>
                <a:latin typeface="Times New Roman"/>
                <a:cs typeface="Times New Roman"/>
              </a:rPr>
              <a:t>other</a:t>
            </a:r>
            <a:r>
              <a:rPr sz="2000" spc="-355" dirty="0">
                <a:solidFill>
                  <a:srgbClr val="FFFFFF"/>
                </a:solidFill>
                <a:latin typeface="Times New Roman"/>
                <a:cs typeface="Times New Roman"/>
              </a:rPr>
              <a:t> </a:t>
            </a:r>
            <a:r>
              <a:rPr sz="2000" spc="60" dirty="0">
                <a:solidFill>
                  <a:srgbClr val="FFFFFF"/>
                </a:solidFill>
                <a:latin typeface="Times New Roman"/>
                <a:cs typeface="Times New Roman"/>
              </a:rPr>
              <a:t>database </a:t>
            </a:r>
            <a:r>
              <a:rPr sz="2000" spc="55" dirty="0">
                <a:solidFill>
                  <a:srgbClr val="FFFFFF"/>
                </a:solidFill>
                <a:latin typeface="Times New Roman"/>
                <a:cs typeface="Times New Roman"/>
              </a:rPr>
              <a:t>objects</a:t>
            </a:r>
            <a:endParaRPr sz="2000">
              <a:latin typeface="Times New Roman"/>
              <a:cs typeface="Times New Roman"/>
            </a:endParaRPr>
          </a:p>
          <a:p>
            <a:pPr marL="512445" marR="81280" indent="-342900">
              <a:lnSpc>
                <a:spcPct val="100000"/>
              </a:lnSpc>
              <a:buFont typeface="Arial"/>
              <a:buChar char="•"/>
              <a:tabLst>
                <a:tab pos="512445" algn="l"/>
                <a:tab pos="513080" algn="l"/>
              </a:tabLst>
            </a:pPr>
            <a:r>
              <a:rPr sz="2000" spc="60" dirty="0">
                <a:solidFill>
                  <a:srgbClr val="FFFFFF"/>
                </a:solidFill>
                <a:latin typeface="Times New Roman"/>
                <a:cs typeface="Times New Roman"/>
              </a:rPr>
              <a:t>Users </a:t>
            </a:r>
            <a:r>
              <a:rPr sz="2000" spc="75" dirty="0">
                <a:solidFill>
                  <a:srgbClr val="FFFFFF"/>
                </a:solidFill>
                <a:latin typeface="Times New Roman"/>
                <a:cs typeface="Times New Roman"/>
              </a:rPr>
              <a:t>can </a:t>
            </a:r>
            <a:r>
              <a:rPr sz="2000" spc="55" dirty="0">
                <a:solidFill>
                  <a:srgbClr val="FFFFFF"/>
                </a:solidFill>
                <a:latin typeface="Times New Roman"/>
                <a:cs typeface="Times New Roman"/>
              </a:rPr>
              <a:t>create </a:t>
            </a:r>
            <a:r>
              <a:rPr sz="2000" spc="85" dirty="0">
                <a:solidFill>
                  <a:srgbClr val="FFFFFF"/>
                </a:solidFill>
                <a:latin typeface="Times New Roman"/>
                <a:cs typeface="Times New Roman"/>
              </a:rPr>
              <a:t>their </a:t>
            </a:r>
            <a:r>
              <a:rPr sz="2000" spc="110" dirty="0">
                <a:solidFill>
                  <a:srgbClr val="FFFFFF"/>
                </a:solidFill>
                <a:latin typeface="Times New Roman"/>
                <a:cs typeface="Times New Roman"/>
              </a:rPr>
              <a:t>own </a:t>
            </a:r>
            <a:r>
              <a:rPr sz="2000" spc="50" dirty="0">
                <a:solidFill>
                  <a:srgbClr val="FFFFFF"/>
                </a:solidFill>
                <a:latin typeface="Times New Roman"/>
                <a:cs typeface="Times New Roman"/>
              </a:rPr>
              <a:t>databases, </a:t>
            </a:r>
            <a:r>
              <a:rPr sz="2000" spc="35" dirty="0">
                <a:solidFill>
                  <a:srgbClr val="FFFFFF"/>
                </a:solidFill>
                <a:latin typeface="Times New Roman"/>
                <a:cs typeface="Times New Roman"/>
              </a:rPr>
              <a:t>also called </a:t>
            </a:r>
            <a:r>
              <a:rPr sz="2000" spc="70" dirty="0">
                <a:solidFill>
                  <a:srgbClr val="FFFFFF"/>
                </a:solidFill>
                <a:latin typeface="Times New Roman"/>
                <a:cs typeface="Times New Roman"/>
              </a:rPr>
              <a:t>user-defined  </a:t>
            </a:r>
            <a:r>
              <a:rPr sz="2000" spc="50" dirty="0">
                <a:solidFill>
                  <a:srgbClr val="FFFFFF"/>
                </a:solidFill>
                <a:latin typeface="Times New Roman"/>
                <a:cs typeface="Times New Roman"/>
              </a:rPr>
              <a:t>databases,</a:t>
            </a:r>
            <a:r>
              <a:rPr sz="2000" spc="-55" dirty="0">
                <a:solidFill>
                  <a:srgbClr val="FFFFFF"/>
                </a:solidFill>
                <a:latin typeface="Times New Roman"/>
                <a:cs typeface="Times New Roman"/>
              </a:rPr>
              <a:t> </a:t>
            </a:r>
            <a:r>
              <a:rPr sz="2000" spc="110" dirty="0">
                <a:solidFill>
                  <a:srgbClr val="FFFFFF"/>
                </a:solidFill>
                <a:latin typeface="Times New Roman"/>
                <a:cs typeface="Times New Roman"/>
              </a:rPr>
              <a:t>and</a:t>
            </a:r>
            <a:r>
              <a:rPr sz="2000" spc="-75" dirty="0">
                <a:solidFill>
                  <a:srgbClr val="FFFFFF"/>
                </a:solidFill>
                <a:latin typeface="Times New Roman"/>
                <a:cs typeface="Times New Roman"/>
              </a:rPr>
              <a:t> </a:t>
            </a:r>
            <a:r>
              <a:rPr sz="2000" spc="75" dirty="0">
                <a:solidFill>
                  <a:srgbClr val="FFFFFF"/>
                </a:solidFill>
                <a:latin typeface="Times New Roman"/>
                <a:cs typeface="Times New Roman"/>
              </a:rPr>
              <a:t>work</a:t>
            </a:r>
            <a:r>
              <a:rPr sz="2000" spc="-60" dirty="0">
                <a:solidFill>
                  <a:srgbClr val="FFFFFF"/>
                </a:solidFill>
                <a:latin typeface="Times New Roman"/>
                <a:cs typeface="Times New Roman"/>
              </a:rPr>
              <a:t> </a:t>
            </a:r>
            <a:r>
              <a:rPr sz="2000" spc="90">
                <a:solidFill>
                  <a:srgbClr val="FFFFFF"/>
                </a:solidFill>
                <a:latin typeface="Times New Roman"/>
                <a:cs typeface="Times New Roman"/>
              </a:rPr>
              <a:t>with</a:t>
            </a:r>
            <a:r>
              <a:rPr sz="2000" spc="-70">
                <a:solidFill>
                  <a:srgbClr val="FFFFFF"/>
                </a:solidFill>
                <a:latin typeface="Times New Roman"/>
                <a:cs typeface="Times New Roman"/>
              </a:rPr>
              <a:t> </a:t>
            </a:r>
            <a:r>
              <a:rPr sz="2000" spc="110">
                <a:solidFill>
                  <a:srgbClr val="FFFFFF"/>
                </a:solidFill>
                <a:latin typeface="Times New Roman"/>
                <a:cs typeface="Times New Roman"/>
              </a:rPr>
              <a:t>them</a:t>
            </a:r>
            <a:endParaRPr sz="200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37" baseline="4629" dirty="0"/>
              <a:t>3/</a:t>
            </a:r>
            <a:r>
              <a:rPr sz="1800" spc="-270" baseline="4629" dirty="0"/>
              <a:t> </a:t>
            </a:r>
            <a:fld id="{81D60167-4931-47E6-BA6A-407CBD079E47}" type="slidenum">
              <a:rPr sz="1200" spc="-5" dirty="0"/>
              <a:t>16</a:t>
            </a:fld>
            <a:endParaRPr sz="1200"/>
          </a:p>
        </p:txBody>
      </p:sp>
      <p:sp>
        <p:nvSpPr>
          <p:cNvPr id="12" name="object 12"/>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2938" y="37337"/>
            <a:ext cx="4670425" cy="635635"/>
          </a:xfrm>
          <a:prstGeom prst="rect">
            <a:avLst/>
          </a:prstGeom>
        </p:spPr>
        <p:txBody>
          <a:bodyPr vert="horz" wrap="square" lIns="0" tIns="12700" rIns="0" bIns="0" rtlCol="0">
            <a:spAutoFit/>
          </a:bodyPr>
          <a:lstStyle/>
          <a:p>
            <a:pPr marL="12700">
              <a:lnSpc>
                <a:spcPct val="100000"/>
              </a:lnSpc>
              <a:spcBef>
                <a:spcPts val="100"/>
              </a:spcBef>
            </a:pPr>
            <a:r>
              <a:rPr sz="4000" b="0" spc="114" dirty="0">
                <a:latin typeface="Times New Roman"/>
                <a:cs typeface="Times New Roman"/>
              </a:rPr>
              <a:t>System Databases</a:t>
            </a:r>
            <a:r>
              <a:rPr sz="4000" b="0" spc="-475" dirty="0">
                <a:latin typeface="Times New Roman"/>
                <a:cs typeface="Times New Roman"/>
              </a:rPr>
              <a:t> </a:t>
            </a:r>
            <a:r>
              <a:rPr sz="4000" b="0" spc="-75" dirty="0">
                <a:latin typeface="Times New Roman"/>
                <a:cs typeface="Times New Roman"/>
              </a:rPr>
              <a:t>2-2</a:t>
            </a:r>
            <a:endParaRPr sz="4000">
              <a:latin typeface="Times New Roman"/>
              <a:cs typeface="Times New Roman"/>
            </a:endParaRPr>
          </a:p>
        </p:txBody>
      </p:sp>
      <p:pic>
        <p:nvPicPr>
          <p:cNvPr id="3" name="object 3"/>
          <p:cNvPicPr/>
          <p:nvPr/>
        </p:nvPicPr>
        <p:blipFill>
          <a:blip r:embed="rId3" cstate="print"/>
          <a:stretch>
            <a:fillRect/>
          </a:stretch>
        </p:blipFill>
        <p:spPr>
          <a:xfrm>
            <a:off x="759713" y="1736598"/>
            <a:ext cx="8049768" cy="2993135"/>
          </a:xfrm>
          <a:prstGeom prst="rect">
            <a:avLst/>
          </a:prstGeom>
        </p:spPr>
      </p:pic>
      <p:sp>
        <p:nvSpPr>
          <p:cNvPr id="4" name="object 4"/>
          <p:cNvSpPr txBox="1"/>
          <p:nvPr/>
        </p:nvSpPr>
        <p:spPr>
          <a:xfrm>
            <a:off x="3870959" y="5365241"/>
            <a:ext cx="1368425" cy="238760"/>
          </a:xfrm>
          <a:prstGeom prst="rect">
            <a:avLst/>
          </a:prstGeom>
        </p:spPr>
        <p:txBody>
          <a:bodyPr vert="horz" wrap="square" lIns="0" tIns="12065" rIns="0" bIns="0" rtlCol="0">
            <a:spAutoFit/>
          </a:bodyPr>
          <a:lstStyle/>
          <a:p>
            <a:pPr marL="12700">
              <a:lnSpc>
                <a:spcPct val="100000"/>
              </a:lnSpc>
              <a:spcBef>
                <a:spcPts val="95"/>
              </a:spcBef>
            </a:pPr>
            <a:r>
              <a:rPr sz="1400" b="1" spc="5" dirty="0">
                <a:latin typeface="Times New Roman"/>
                <a:cs typeface="Times New Roman"/>
              </a:rPr>
              <a:t>System</a:t>
            </a:r>
            <a:r>
              <a:rPr sz="1400" b="1" spc="-130" dirty="0">
                <a:latin typeface="Times New Roman"/>
                <a:cs typeface="Times New Roman"/>
              </a:rPr>
              <a:t> </a:t>
            </a:r>
            <a:r>
              <a:rPr sz="1400" b="1" spc="-15" dirty="0">
                <a:latin typeface="Times New Roman"/>
                <a:cs typeface="Times New Roman"/>
              </a:rPr>
              <a:t>Databases</a:t>
            </a:r>
            <a:endParaRPr sz="1400">
              <a:latin typeface="Times New Roman"/>
              <a:cs typeface="Times New Roman"/>
            </a:endParaRPr>
          </a:p>
        </p:txBody>
      </p:sp>
      <p:sp>
        <p:nvSpPr>
          <p:cNvPr id="6" name="object 6"/>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37" baseline="4629" dirty="0"/>
              <a:t>3/</a:t>
            </a:r>
            <a:r>
              <a:rPr sz="1800" spc="-270" baseline="4629" dirty="0"/>
              <a:t> </a:t>
            </a:r>
            <a:fld id="{81D60167-4931-47E6-BA6A-407CBD079E47}" type="slidenum">
              <a:rPr sz="1200" spc="-5" dirty="0"/>
              <a:t>17</a:t>
            </a:fld>
            <a:endParaRPr sz="1200"/>
          </a:p>
        </p:txBody>
      </p:sp>
      <p:sp>
        <p:nvSpPr>
          <p:cNvPr id="7" name="object 7"/>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5208905" cy="635635"/>
          </a:xfrm>
          <a:prstGeom prst="rect">
            <a:avLst/>
          </a:prstGeom>
        </p:spPr>
        <p:txBody>
          <a:bodyPr vert="horz" wrap="square" lIns="0" tIns="12700" rIns="0" bIns="0" rtlCol="0">
            <a:spAutoFit/>
          </a:bodyPr>
          <a:lstStyle/>
          <a:p>
            <a:pPr marL="12700">
              <a:lnSpc>
                <a:spcPct val="100000"/>
              </a:lnSpc>
              <a:spcBef>
                <a:spcPts val="100"/>
              </a:spcBef>
            </a:pPr>
            <a:r>
              <a:rPr sz="4000" b="0" spc="150" dirty="0">
                <a:latin typeface="Times New Roman"/>
                <a:cs typeface="Times New Roman"/>
              </a:rPr>
              <a:t>User-defined</a:t>
            </a:r>
            <a:r>
              <a:rPr sz="4000" b="0" spc="-215" dirty="0">
                <a:latin typeface="Times New Roman"/>
                <a:cs typeface="Times New Roman"/>
              </a:rPr>
              <a:t> </a:t>
            </a:r>
            <a:r>
              <a:rPr sz="4000" b="0" spc="114" dirty="0">
                <a:latin typeface="Times New Roman"/>
                <a:cs typeface="Times New Roman"/>
              </a:rPr>
              <a:t>Databases</a:t>
            </a:r>
            <a:endParaRPr sz="4000">
              <a:latin typeface="Times New Roman"/>
              <a:cs typeface="Times New Roman"/>
            </a:endParaRPr>
          </a:p>
        </p:txBody>
      </p:sp>
      <p:grpSp>
        <p:nvGrpSpPr>
          <p:cNvPr id="3" name="object 3"/>
          <p:cNvGrpSpPr/>
          <p:nvPr/>
        </p:nvGrpSpPr>
        <p:grpSpPr>
          <a:xfrm>
            <a:off x="477012" y="1750314"/>
            <a:ext cx="8244205" cy="2818130"/>
            <a:chOff x="477012" y="1750314"/>
            <a:chExt cx="8244205" cy="2818130"/>
          </a:xfrm>
        </p:grpSpPr>
        <p:pic>
          <p:nvPicPr>
            <p:cNvPr id="4" name="object 4"/>
            <p:cNvPicPr/>
            <p:nvPr/>
          </p:nvPicPr>
          <p:blipFill>
            <a:blip r:embed="rId3" cstate="print"/>
            <a:stretch>
              <a:fillRect/>
            </a:stretch>
          </p:blipFill>
          <p:spPr>
            <a:xfrm>
              <a:off x="477012" y="1750314"/>
              <a:ext cx="8244078" cy="2817876"/>
            </a:xfrm>
            <a:prstGeom prst="rect">
              <a:avLst/>
            </a:prstGeom>
          </p:spPr>
        </p:pic>
        <p:pic>
          <p:nvPicPr>
            <p:cNvPr id="5" name="object 5"/>
            <p:cNvPicPr/>
            <p:nvPr/>
          </p:nvPicPr>
          <p:blipFill>
            <a:blip r:embed="rId4" cstate="print"/>
            <a:stretch>
              <a:fillRect/>
            </a:stretch>
          </p:blipFill>
          <p:spPr>
            <a:xfrm>
              <a:off x="518160" y="1768602"/>
              <a:ext cx="8168640" cy="2742438"/>
            </a:xfrm>
            <a:prstGeom prst="rect">
              <a:avLst/>
            </a:prstGeom>
          </p:spPr>
        </p:pic>
      </p:grpSp>
      <p:sp>
        <p:nvSpPr>
          <p:cNvPr id="6" name="object 6"/>
          <p:cNvSpPr txBox="1"/>
          <p:nvPr/>
        </p:nvSpPr>
        <p:spPr>
          <a:xfrm>
            <a:off x="783590" y="2019067"/>
            <a:ext cx="7424420" cy="1415415"/>
          </a:xfrm>
          <a:prstGeom prst="rect">
            <a:avLst/>
          </a:prstGeom>
        </p:spPr>
        <p:txBody>
          <a:bodyPr vert="horz" wrap="square" lIns="0" tIns="41275" rIns="0" bIns="0" rtlCol="0">
            <a:spAutoFit/>
          </a:bodyPr>
          <a:lstStyle/>
          <a:p>
            <a:pPr marL="12700">
              <a:lnSpc>
                <a:spcPct val="100000"/>
              </a:lnSpc>
              <a:spcBef>
                <a:spcPts val="325"/>
              </a:spcBef>
            </a:pPr>
            <a:r>
              <a:rPr sz="2800" spc="100" dirty="0">
                <a:solidFill>
                  <a:srgbClr val="FFFFFF"/>
                </a:solidFill>
                <a:latin typeface="Times New Roman"/>
                <a:cs typeface="Times New Roman"/>
              </a:rPr>
              <a:t>Using </a:t>
            </a:r>
            <a:r>
              <a:rPr sz="2800" spc="140" dirty="0">
                <a:solidFill>
                  <a:srgbClr val="FFFFFF"/>
                </a:solidFill>
                <a:latin typeface="Times New Roman"/>
                <a:cs typeface="Times New Roman"/>
              </a:rPr>
              <a:t>SQL</a:t>
            </a:r>
            <a:r>
              <a:rPr sz="2800" spc="-515" dirty="0">
                <a:solidFill>
                  <a:srgbClr val="FFFFFF"/>
                </a:solidFill>
                <a:latin typeface="Times New Roman"/>
                <a:cs typeface="Times New Roman"/>
              </a:rPr>
              <a:t> </a:t>
            </a:r>
            <a:r>
              <a:rPr sz="2800" spc="90" dirty="0">
                <a:solidFill>
                  <a:srgbClr val="FFFFFF"/>
                </a:solidFill>
                <a:latin typeface="Times New Roman"/>
                <a:cs typeface="Times New Roman"/>
              </a:rPr>
              <a:t>Server </a:t>
            </a:r>
            <a:r>
              <a:rPr sz="2800" spc="-110" dirty="0">
                <a:solidFill>
                  <a:srgbClr val="FFFFFF"/>
                </a:solidFill>
                <a:latin typeface="Times New Roman"/>
                <a:cs typeface="Times New Roman"/>
              </a:rPr>
              <a:t>2019:</a:t>
            </a:r>
            <a:endParaRPr sz="2800">
              <a:latin typeface="Times New Roman"/>
              <a:cs typeface="Times New Roman"/>
            </a:endParaRPr>
          </a:p>
          <a:p>
            <a:pPr marL="355600" marR="5080" indent="-342900">
              <a:lnSpc>
                <a:spcPct val="100000"/>
              </a:lnSpc>
              <a:spcBef>
                <a:spcPts val="155"/>
              </a:spcBef>
              <a:buFont typeface="Arial"/>
              <a:buChar char="•"/>
              <a:tabLst>
                <a:tab pos="354965" algn="l"/>
                <a:tab pos="355600" algn="l"/>
              </a:tabLst>
            </a:pPr>
            <a:r>
              <a:rPr sz="2000" spc="60" dirty="0">
                <a:solidFill>
                  <a:srgbClr val="FFFFFF"/>
                </a:solidFill>
                <a:latin typeface="Times New Roman"/>
                <a:cs typeface="Times New Roman"/>
              </a:rPr>
              <a:t>Users </a:t>
            </a:r>
            <a:r>
              <a:rPr sz="2000" spc="75" dirty="0">
                <a:solidFill>
                  <a:srgbClr val="FFFFFF"/>
                </a:solidFill>
                <a:latin typeface="Times New Roman"/>
                <a:cs typeface="Times New Roman"/>
              </a:rPr>
              <a:t>can </a:t>
            </a:r>
            <a:r>
              <a:rPr sz="2000" spc="55" dirty="0">
                <a:solidFill>
                  <a:srgbClr val="FFFFFF"/>
                </a:solidFill>
                <a:latin typeface="Times New Roman"/>
                <a:cs typeface="Times New Roman"/>
              </a:rPr>
              <a:t>create </a:t>
            </a:r>
            <a:r>
              <a:rPr sz="2000" spc="85" dirty="0">
                <a:solidFill>
                  <a:srgbClr val="FFFFFF"/>
                </a:solidFill>
                <a:latin typeface="Times New Roman"/>
                <a:cs typeface="Times New Roman"/>
              </a:rPr>
              <a:t>their </a:t>
            </a:r>
            <a:r>
              <a:rPr sz="2000" spc="110" dirty="0">
                <a:solidFill>
                  <a:srgbClr val="FFFFFF"/>
                </a:solidFill>
                <a:latin typeface="Times New Roman"/>
                <a:cs typeface="Times New Roman"/>
              </a:rPr>
              <a:t>own </a:t>
            </a:r>
            <a:r>
              <a:rPr sz="2000" spc="50" dirty="0">
                <a:solidFill>
                  <a:srgbClr val="FFFFFF"/>
                </a:solidFill>
                <a:latin typeface="Times New Roman"/>
                <a:cs typeface="Times New Roman"/>
              </a:rPr>
              <a:t>databases, </a:t>
            </a:r>
            <a:r>
              <a:rPr sz="2000" spc="35" dirty="0">
                <a:solidFill>
                  <a:srgbClr val="FFFFFF"/>
                </a:solidFill>
                <a:latin typeface="Times New Roman"/>
                <a:cs typeface="Times New Roman"/>
              </a:rPr>
              <a:t>also called </a:t>
            </a:r>
            <a:r>
              <a:rPr sz="2000" spc="70" dirty="0">
                <a:solidFill>
                  <a:srgbClr val="FFFFFF"/>
                </a:solidFill>
                <a:latin typeface="Times New Roman"/>
                <a:cs typeface="Times New Roman"/>
              </a:rPr>
              <a:t>user-defined  </a:t>
            </a:r>
            <a:r>
              <a:rPr sz="2000" spc="50" dirty="0">
                <a:solidFill>
                  <a:srgbClr val="FFFFFF"/>
                </a:solidFill>
                <a:latin typeface="Times New Roman"/>
                <a:cs typeface="Times New Roman"/>
              </a:rPr>
              <a:t>databases,</a:t>
            </a:r>
            <a:r>
              <a:rPr sz="2000" spc="-55" dirty="0">
                <a:solidFill>
                  <a:srgbClr val="FFFFFF"/>
                </a:solidFill>
                <a:latin typeface="Times New Roman"/>
                <a:cs typeface="Times New Roman"/>
              </a:rPr>
              <a:t> </a:t>
            </a:r>
            <a:r>
              <a:rPr sz="2000" spc="110" dirty="0">
                <a:solidFill>
                  <a:srgbClr val="FFFFFF"/>
                </a:solidFill>
                <a:latin typeface="Times New Roman"/>
                <a:cs typeface="Times New Roman"/>
              </a:rPr>
              <a:t>and</a:t>
            </a:r>
            <a:r>
              <a:rPr sz="2000" spc="-75" dirty="0">
                <a:solidFill>
                  <a:srgbClr val="FFFFFF"/>
                </a:solidFill>
                <a:latin typeface="Times New Roman"/>
                <a:cs typeface="Times New Roman"/>
              </a:rPr>
              <a:t> </a:t>
            </a:r>
            <a:r>
              <a:rPr sz="2000" spc="75" dirty="0">
                <a:solidFill>
                  <a:srgbClr val="FFFFFF"/>
                </a:solidFill>
                <a:latin typeface="Times New Roman"/>
                <a:cs typeface="Times New Roman"/>
              </a:rPr>
              <a:t>work</a:t>
            </a:r>
            <a:r>
              <a:rPr sz="2000" spc="-60" dirty="0">
                <a:solidFill>
                  <a:srgbClr val="FFFFFF"/>
                </a:solidFill>
                <a:latin typeface="Times New Roman"/>
                <a:cs typeface="Times New Roman"/>
              </a:rPr>
              <a:t> </a:t>
            </a:r>
            <a:r>
              <a:rPr sz="2000" spc="90" dirty="0">
                <a:solidFill>
                  <a:srgbClr val="FFFFFF"/>
                </a:solidFill>
                <a:latin typeface="Times New Roman"/>
                <a:cs typeface="Times New Roman"/>
              </a:rPr>
              <a:t>with</a:t>
            </a:r>
            <a:r>
              <a:rPr sz="2000" spc="-70" dirty="0">
                <a:solidFill>
                  <a:srgbClr val="FFFFFF"/>
                </a:solidFill>
                <a:latin typeface="Times New Roman"/>
                <a:cs typeface="Times New Roman"/>
              </a:rPr>
              <a:t> </a:t>
            </a:r>
            <a:r>
              <a:rPr sz="2000" spc="85" dirty="0">
                <a:solidFill>
                  <a:srgbClr val="FFFFFF"/>
                </a:solidFill>
                <a:latin typeface="Times New Roman"/>
                <a:cs typeface="Times New Roman"/>
              </a:rPr>
              <a:t>them.</a:t>
            </a:r>
            <a:endParaRPr sz="2000">
              <a:latin typeface="Times New Roman"/>
              <a:cs typeface="Times New Roman"/>
            </a:endParaRPr>
          </a:p>
          <a:p>
            <a:pPr marL="355600" indent="-342900">
              <a:lnSpc>
                <a:spcPct val="100000"/>
              </a:lnSpc>
              <a:buFont typeface="Arial"/>
              <a:buChar char="•"/>
              <a:tabLst>
                <a:tab pos="354965" algn="l"/>
                <a:tab pos="355600" algn="l"/>
              </a:tabLst>
            </a:pPr>
            <a:r>
              <a:rPr sz="2000" spc="130" dirty="0">
                <a:solidFill>
                  <a:srgbClr val="FFFFFF"/>
                </a:solidFill>
                <a:latin typeface="Times New Roman"/>
                <a:cs typeface="Times New Roman"/>
              </a:rPr>
              <a:t>The</a:t>
            </a:r>
            <a:r>
              <a:rPr sz="2000" spc="-80" dirty="0">
                <a:solidFill>
                  <a:srgbClr val="FFFFFF"/>
                </a:solidFill>
                <a:latin typeface="Times New Roman"/>
                <a:cs typeface="Times New Roman"/>
              </a:rPr>
              <a:t> </a:t>
            </a:r>
            <a:r>
              <a:rPr sz="2000" spc="85" dirty="0">
                <a:solidFill>
                  <a:srgbClr val="FFFFFF"/>
                </a:solidFill>
                <a:latin typeface="Times New Roman"/>
                <a:cs typeface="Times New Roman"/>
              </a:rPr>
              <a:t>purpose</a:t>
            </a:r>
            <a:r>
              <a:rPr sz="2000" spc="-60" dirty="0">
                <a:solidFill>
                  <a:srgbClr val="FFFFFF"/>
                </a:solidFill>
                <a:latin typeface="Times New Roman"/>
                <a:cs typeface="Times New Roman"/>
              </a:rPr>
              <a:t> </a:t>
            </a:r>
            <a:r>
              <a:rPr sz="2000" spc="55" dirty="0">
                <a:solidFill>
                  <a:srgbClr val="FFFFFF"/>
                </a:solidFill>
                <a:latin typeface="Times New Roman"/>
                <a:cs typeface="Times New Roman"/>
              </a:rPr>
              <a:t>of</a:t>
            </a:r>
            <a:r>
              <a:rPr sz="2000" spc="-70" dirty="0">
                <a:solidFill>
                  <a:srgbClr val="FFFFFF"/>
                </a:solidFill>
                <a:latin typeface="Times New Roman"/>
                <a:cs typeface="Times New Roman"/>
              </a:rPr>
              <a:t> </a:t>
            </a:r>
            <a:r>
              <a:rPr sz="2000" spc="75" dirty="0">
                <a:solidFill>
                  <a:srgbClr val="FFFFFF"/>
                </a:solidFill>
                <a:latin typeface="Times New Roman"/>
                <a:cs typeface="Times New Roman"/>
              </a:rPr>
              <a:t>these</a:t>
            </a:r>
            <a:r>
              <a:rPr sz="2000" spc="-55" dirty="0">
                <a:solidFill>
                  <a:srgbClr val="FFFFFF"/>
                </a:solidFill>
                <a:latin typeface="Times New Roman"/>
                <a:cs typeface="Times New Roman"/>
              </a:rPr>
              <a:t> </a:t>
            </a:r>
            <a:r>
              <a:rPr sz="2000" spc="55" dirty="0">
                <a:solidFill>
                  <a:srgbClr val="FFFFFF"/>
                </a:solidFill>
                <a:latin typeface="Times New Roman"/>
                <a:cs typeface="Times New Roman"/>
              </a:rPr>
              <a:t>databases</a:t>
            </a:r>
            <a:r>
              <a:rPr sz="2000" spc="-50" dirty="0">
                <a:solidFill>
                  <a:srgbClr val="FFFFFF"/>
                </a:solidFill>
                <a:latin typeface="Times New Roman"/>
                <a:cs typeface="Times New Roman"/>
              </a:rPr>
              <a:t> </a:t>
            </a:r>
            <a:r>
              <a:rPr sz="2000" spc="5" dirty="0">
                <a:solidFill>
                  <a:srgbClr val="FFFFFF"/>
                </a:solidFill>
                <a:latin typeface="Times New Roman"/>
                <a:cs typeface="Times New Roman"/>
              </a:rPr>
              <a:t>is</a:t>
            </a:r>
            <a:r>
              <a:rPr sz="2000" spc="-80" dirty="0">
                <a:solidFill>
                  <a:srgbClr val="FFFFFF"/>
                </a:solidFill>
                <a:latin typeface="Times New Roman"/>
                <a:cs typeface="Times New Roman"/>
              </a:rPr>
              <a:t> </a:t>
            </a:r>
            <a:r>
              <a:rPr sz="2000" spc="110" dirty="0">
                <a:solidFill>
                  <a:srgbClr val="FFFFFF"/>
                </a:solidFill>
                <a:latin typeface="Times New Roman"/>
                <a:cs typeface="Times New Roman"/>
              </a:rPr>
              <a:t>to</a:t>
            </a:r>
            <a:r>
              <a:rPr sz="2000" spc="-75" dirty="0">
                <a:solidFill>
                  <a:srgbClr val="FFFFFF"/>
                </a:solidFill>
                <a:latin typeface="Times New Roman"/>
                <a:cs typeface="Times New Roman"/>
              </a:rPr>
              <a:t> </a:t>
            </a:r>
            <a:r>
              <a:rPr sz="2000" spc="70" dirty="0">
                <a:solidFill>
                  <a:srgbClr val="FFFFFF"/>
                </a:solidFill>
                <a:latin typeface="Times New Roman"/>
                <a:cs typeface="Times New Roman"/>
              </a:rPr>
              <a:t>store</a:t>
            </a:r>
            <a:r>
              <a:rPr sz="2000" spc="-50" dirty="0">
                <a:solidFill>
                  <a:srgbClr val="FFFFFF"/>
                </a:solidFill>
                <a:latin typeface="Times New Roman"/>
                <a:cs typeface="Times New Roman"/>
              </a:rPr>
              <a:t> </a:t>
            </a:r>
            <a:r>
              <a:rPr sz="2000" spc="70" dirty="0">
                <a:solidFill>
                  <a:srgbClr val="FFFFFF"/>
                </a:solidFill>
                <a:latin typeface="Times New Roman"/>
                <a:cs typeface="Times New Roman"/>
              </a:rPr>
              <a:t>user</a:t>
            </a:r>
            <a:r>
              <a:rPr sz="2000" spc="-70" dirty="0">
                <a:solidFill>
                  <a:srgbClr val="FFFFFF"/>
                </a:solidFill>
                <a:latin typeface="Times New Roman"/>
                <a:cs typeface="Times New Roman"/>
              </a:rPr>
              <a:t> </a:t>
            </a:r>
            <a:r>
              <a:rPr sz="2000" spc="65" dirty="0">
                <a:solidFill>
                  <a:srgbClr val="FFFFFF"/>
                </a:solidFill>
                <a:latin typeface="Times New Roman"/>
                <a:cs typeface="Times New Roman"/>
              </a:rPr>
              <a:t>data.</a:t>
            </a:r>
            <a:endParaRPr sz="20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37" baseline="4629" dirty="0"/>
              <a:t>3/</a:t>
            </a:r>
            <a:r>
              <a:rPr sz="1800" spc="-270" baseline="4629" dirty="0"/>
              <a:t> </a:t>
            </a:r>
            <a:fld id="{81D60167-4931-47E6-BA6A-407CBD079E47}" type="slidenum">
              <a:rPr sz="1200" spc="-5" dirty="0"/>
              <a:t>18</a:t>
            </a:fld>
            <a:endParaRPr sz="1200"/>
          </a:p>
        </p:txBody>
      </p:sp>
      <p:sp>
        <p:nvSpPr>
          <p:cNvPr id="9" name="object 9"/>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0781" y="122682"/>
            <a:ext cx="8439150" cy="574040"/>
          </a:xfrm>
          <a:prstGeom prst="rect">
            <a:avLst/>
          </a:prstGeom>
        </p:spPr>
        <p:txBody>
          <a:bodyPr vert="horz" wrap="square" lIns="0" tIns="12700" rIns="0" bIns="0" rtlCol="0">
            <a:spAutoFit/>
          </a:bodyPr>
          <a:lstStyle/>
          <a:p>
            <a:pPr marL="12700">
              <a:lnSpc>
                <a:spcPct val="100000"/>
              </a:lnSpc>
              <a:spcBef>
                <a:spcPts val="100"/>
              </a:spcBef>
            </a:pPr>
            <a:r>
              <a:rPr b="0" spc="120" dirty="0">
                <a:latin typeface="Times New Roman"/>
                <a:cs typeface="Times New Roman"/>
              </a:rPr>
              <a:t>AdventureWorks2019 </a:t>
            </a:r>
            <a:r>
              <a:rPr b="0" spc="110" dirty="0">
                <a:latin typeface="Times New Roman"/>
                <a:cs typeface="Times New Roman"/>
              </a:rPr>
              <a:t>Sample </a:t>
            </a:r>
            <a:r>
              <a:rPr b="0" spc="114" dirty="0">
                <a:latin typeface="Times New Roman"/>
                <a:cs typeface="Times New Roman"/>
              </a:rPr>
              <a:t>Database</a:t>
            </a:r>
            <a:r>
              <a:rPr b="0" spc="-640" dirty="0">
                <a:latin typeface="Times New Roman"/>
                <a:cs typeface="Times New Roman"/>
              </a:rPr>
              <a:t> </a:t>
            </a:r>
            <a:r>
              <a:rPr b="0" spc="-225" dirty="0">
                <a:latin typeface="Times New Roman"/>
                <a:cs typeface="Times New Roman"/>
              </a:rPr>
              <a:t>1-2</a:t>
            </a:r>
          </a:p>
        </p:txBody>
      </p:sp>
      <p:grpSp>
        <p:nvGrpSpPr>
          <p:cNvPr id="3" name="object 3"/>
          <p:cNvGrpSpPr/>
          <p:nvPr/>
        </p:nvGrpSpPr>
        <p:grpSpPr>
          <a:xfrm>
            <a:off x="525018" y="996670"/>
            <a:ext cx="8087359" cy="1003935"/>
            <a:chOff x="525018" y="996670"/>
            <a:chExt cx="8087359" cy="1003935"/>
          </a:xfrm>
        </p:grpSpPr>
        <p:pic>
          <p:nvPicPr>
            <p:cNvPr id="4" name="object 4"/>
            <p:cNvPicPr/>
            <p:nvPr/>
          </p:nvPicPr>
          <p:blipFill>
            <a:blip r:embed="rId3" cstate="print"/>
            <a:stretch>
              <a:fillRect/>
            </a:stretch>
          </p:blipFill>
          <p:spPr>
            <a:xfrm>
              <a:off x="525018" y="996670"/>
              <a:ext cx="8087106" cy="1003579"/>
            </a:xfrm>
            <a:prstGeom prst="rect">
              <a:avLst/>
            </a:prstGeom>
          </p:spPr>
        </p:pic>
        <p:pic>
          <p:nvPicPr>
            <p:cNvPr id="5" name="object 5"/>
            <p:cNvPicPr/>
            <p:nvPr/>
          </p:nvPicPr>
          <p:blipFill>
            <a:blip r:embed="rId4" cstate="print"/>
            <a:stretch>
              <a:fillRect/>
            </a:stretch>
          </p:blipFill>
          <p:spPr>
            <a:xfrm>
              <a:off x="566166" y="1014983"/>
              <a:ext cx="8011668" cy="928115"/>
            </a:xfrm>
            <a:prstGeom prst="rect">
              <a:avLst/>
            </a:prstGeom>
          </p:spPr>
        </p:pic>
      </p:grpSp>
      <p:sp>
        <p:nvSpPr>
          <p:cNvPr id="6" name="object 6"/>
          <p:cNvSpPr txBox="1"/>
          <p:nvPr/>
        </p:nvSpPr>
        <p:spPr>
          <a:xfrm>
            <a:off x="749808" y="1063244"/>
            <a:ext cx="7747000" cy="604520"/>
          </a:xfrm>
          <a:prstGeom prst="rect">
            <a:avLst/>
          </a:prstGeom>
        </p:spPr>
        <p:txBody>
          <a:bodyPr vert="horz" wrap="square" lIns="0" tIns="46990" rIns="0" bIns="0" rtlCol="0">
            <a:spAutoFit/>
          </a:bodyPr>
          <a:lstStyle/>
          <a:p>
            <a:pPr marL="12700" marR="5080">
              <a:lnSpc>
                <a:spcPts val="2160"/>
              </a:lnSpc>
              <a:spcBef>
                <a:spcPts val="370"/>
              </a:spcBef>
            </a:pPr>
            <a:r>
              <a:rPr sz="2000" spc="90" dirty="0">
                <a:solidFill>
                  <a:srgbClr val="FFFFFF"/>
                </a:solidFill>
                <a:latin typeface="Times New Roman"/>
                <a:cs typeface="Times New Roman"/>
              </a:rPr>
              <a:t>This </a:t>
            </a:r>
            <a:r>
              <a:rPr sz="2000" spc="65" dirty="0">
                <a:solidFill>
                  <a:srgbClr val="FFFFFF"/>
                </a:solidFill>
                <a:latin typeface="Times New Roman"/>
                <a:cs typeface="Times New Roman"/>
              </a:rPr>
              <a:t>database </a:t>
            </a:r>
            <a:r>
              <a:rPr sz="2000" spc="80" dirty="0">
                <a:solidFill>
                  <a:srgbClr val="FFFFFF"/>
                </a:solidFill>
                <a:latin typeface="Times New Roman"/>
                <a:cs typeface="Times New Roman"/>
              </a:rPr>
              <a:t>demonstrates </a:t>
            </a:r>
            <a:r>
              <a:rPr sz="2000" spc="65" dirty="0">
                <a:solidFill>
                  <a:srgbClr val="FFFFFF"/>
                </a:solidFill>
                <a:latin typeface="Times New Roman"/>
                <a:cs typeface="Times New Roman"/>
              </a:rPr>
              <a:t>use </a:t>
            </a:r>
            <a:r>
              <a:rPr sz="2000" spc="55" dirty="0">
                <a:solidFill>
                  <a:srgbClr val="FFFFFF"/>
                </a:solidFill>
                <a:latin typeface="Times New Roman"/>
                <a:cs typeface="Times New Roman"/>
              </a:rPr>
              <a:t>of </a:t>
            </a:r>
            <a:r>
              <a:rPr sz="2000" spc="90" dirty="0">
                <a:solidFill>
                  <a:srgbClr val="FFFFFF"/>
                </a:solidFill>
                <a:latin typeface="Times New Roman"/>
                <a:cs typeface="Times New Roman"/>
              </a:rPr>
              <a:t>new </a:t>
            </a:r>
            <a:r>
              <a:rPr sz="2000" spc="60" dirty="0">
                <a:solidFill>
                  <a:srgbClr val="FFFFFF"/>
                </a:solidFill>
                <a:latin typeface="Times New Roman"/>
                <a:cs typeface="Times New Roman"/>
              </a:rPr>
              <a:t>features </a:t>
            </a:r>
            <a:r>
              <a:rPr sz="2000" spc="95" dirty="0">
                <a:solidFill>
                  <a:srgbClr val="FFFFFF"/>
                </a:solidFill>
                <a:latin typeface="Times New Roman"/>
                <a:cs typeface="Times New Roman"/>
              </a:rPr>
              <a:t>introduced in </a:t>
            </a:r>
            <a:r>
              <a:rPr sz="2000" spc="85" dirty="0">
                <a:solidFill>
                  <a:srgbClr val="FFFFFF"/>
                </a:solidFill>
                <a:latin typeface="Times New Roman"/>
                <a:cs typeface="Times New Roman"/>
              </a:rPr>
              <a:t>SQL </a:t>
            </a:r>
            <a:r>
              <a:rPr sz="2000" spc="670" dirty="0">
                <a:solidFill>
                  <a:srgbClr val="FFFFFF"/>
                </a:solidFill>
                <a:latin typeface="Times New Roman"/>
                <a:cs typeface="Times New Roman"/>
              </a:rPr>
              <a:t> </a:t>
            </a:r>
            <a:r>
              <a:rPr sz="2000" spc="60" dirty="0">
                <a:solidFill>
                  <a:srgbClr val="FFFFFF"/>
                </a:solidFill>
                <a:latin typeface="Times New Roman"/>
                <a:cs typeface="Times New Roman"/>
              </a:rPr>
              <a:t>Server</a:t>
            </a:r>
            <a:endParaRPr sz="2000">
              <a:latin typeface="Times New Roman"/>
              <a:cs typeface="Times New Roman"/>
            </a:endParaRPr>
          </a:p>
        </p:txBody>
      </p:sp>
      <p:grpSp>
        <p:nvGrpSpPr>
          <p:cNvPr id="7" name="object 7"/>
          <p:cNvGrpSpPr/>
          <p:nvPr/>
        </p:nvGrpSpPr>
        <p:grpSpPr>
          <a:xfrm>
            <a:off x="448818" y="2132076"/>
            <a:ext cx="8329930" cy="3088005"/>
            <a:chOff x="448818" y="2132076"/>
            <a:chExt cx="8329930" cy="3088005"/>
          </a:xfrm>
        </p:grpSpPr>
        <p:pic>
          <p:nvPicPr>
            <p:cNvPr id="8" name="object 8"/>
            <p:cNvPicPr/>
            <p:nvPr/>
          </p:nvPicPr>
          <p:blipFill>
            <a:blip r:embed="rId5" cstate="print"/>
            <a:stretch>
              <a:fillRect/>
            </a:stretch>
          </p:blipFill>
          <p:spPr>
            <a:xfrm>
              <a:off x="448818" y="2132076"/>
              <a:ext cx="8329422" cy="3087624"/>
            </a:xfrm>
            <a:prstGeom prst="rect">
              <a:avLst/>
            </a:prstGeom>
          </p:spPr>
        </p:pic>
        <p:pic>
          <p:nvPicPr>
            <p:cNvPr id="9" name="object 9"/>
            <p:cNvPicPr/>
            <p:nvPr/>
          </p:nvPicPr>
          <p:blipFill>
            <a:blip r:embed="rId6" cstate="print"/>
            <a:stretch>
              <a:fillRect/>
            </a:stretch>
          </p:blipFill>
          <p:spPr>
            <a:xfrm>
              <a:off x="489966" y="2150364"/>
              <a:ext cx="8253983" cy="3012185"/>
            </a:xfrm>
            <a:prstGeom prst="rect">
              <a:avLst/>
            </a:prstGeom>
          </p:spPr>
        </p:pic>
      </p:grpSp>
      <p:sp>
        <p:nvSpPr>
          <p:cNvPr id="10" name="object 10"/>
          <p:cNvSpPr txBox="1"/>
          <p:nvPr/>
        </p:nvSpPr>
        <p:spPr>
          <a:xfrm>
            <a:off x="623823" y="2566416"/>
            <a:ext cx="7983855" cy="1989455"/>
          </a:xfrm>
          <a:prstGeom prst="rect">
            <a:avLst/>
          </a:prstGeom>
        </p:spPr>
        <p:txBody>
          <a:bodyPr vert="horz" wrap="square" lIns="0" tIns="46990" rIns="0" bIns="0" rtlCol="0">
            <a:spAutoFit/>
          </a:bodyPr>
          <a:lstStyle/>
          <a:p>
            <a:pPr marL="12700" marR="5080">
              <a:lnSpc>
                <a:spcPts val="2160"/>
              </a:lnSpc>
              <a:spcBef>
                <a:spcPts val="370"/>
              </a:spcBef>
              <a:tabLst>
                <a:tab pos="608330" algn="l"/>
                <a:tab pos="3178175" algn="l"/>
                <a:tab pos="4269105" algn="l"/>
                <a:tab pos="5228590" algn="l"/>
                <a:tab pos="6080760" algn="l"/>
                <a:tab pos="6835140" algn="l"/>
              </a:tabLst>
            </a:pPr>
            <a:r>
              <a:rPr sz="2000" spc="130" dirty="0">
                <a:solidFill>
                  <a:srgbClr val="FFFFFF"/>
                </a:solidFill>
                <a:latin typeface="Times New Roman"/>
                <a:cs typeface="Times New Roman"/>
              </a:rPr>
              <a:t>The	</a:t>
            </a:r>
            <a:r>
              <a:rPr sz="2000" spc="95" dirty="0">
                <a:solidFill>
                  <a:srgbClr val="FFFFFF"/>
                </a:solidFill>
                <a:latin typeface="Times New Roman"/>
                <a:cs typeface="Times New Roman"/>
              </a:rPr>
              <a:t>Adve</a:t>
            </a:r>
            <a:r>
              <a:rPr sz="2000" spc="190" dirty="0">
                <a:solidFill>
                  <a:srgbClr val="FFFFFF"/>
                </a:solidFill>
                <a:latin typeface="Times New Roman"/>
                <a:cs typeface="Times New Roman"/>
              </a:rPr>
              <a:t>n</a:t>
            </a:r>
            <a:r>
              <a:rPr sz="2000" spc="125" dirty="0">
                <a:solidFill>
                  <a:srgbClr val="FFFFFF"/>
                </a:solidFill>
                <a:latin typeface="Times New Roman"/>
                <a:cs typeface="Times New Roman"/>
              </a:rPr>
              <a:t>tu</a:t>
            </a:r>
            <a:r>
              <a:rPr sz="2000" spc="110" dirty="0">
                <a:solidFill>
                  <a:srgbClr val="FFFFFF"/>
                </a:solidFill>
                <a:latin typeface="Times New Roman"/>
                <a:cs typeface="Times New Roman"/>
              </a:rPr>
              <a:t>r</a:t>
            </a:r>
            <a:r>
              <a:rPr sz="2000" spc="114" dirty="0">
                <a:solidFill>
                  <a:srgbClr val="FFFFFF"/>
                </a:solidFill>
                <a:latin typeface="Times New Roman"/>
                <a:cs typeface="Times New Roman"/>
              </a:rPr>
              <a:t>e</a:t>
            </a:r>
            <a:r>
              <a:rPr sz="2000" spc="254" dirty="0">
                <a:solidFill>
                  <a:srgbClr val="FFFFFF"/>
                </a:solidFill>
                <a:latin typeface="Times New Roman"/>
                <a:cs typeface="Times New Roman"/>
              </a:rPr>
              <a:t>W</a:t>
            </a:r>
            <a:r>
              <a:rPr sz="2000" spc="70" dirty="0">
                <a:solidFill>
                  <a:srgbClr val="FFFFFF"/>
                </a:solidFill>
                <a:latin typeface="Times New Roman"/>
                <a:cs typeface="Times New Roman"/>
              </a:rPr>
              <a:t>orks</a:t>
            </a:r>
            <a:r>
              <a:rPr sz="2000" spc="-65" dirty="0">
                <a:solidFill>
                  <a:srgbClr val="FFFFFF"/>
                </a:solidFill>
                <a:latin typeface="Times New Roman"/>
                <a:cs typeface="Times New Roman"/>
              </a:rPr>
              <a:t>2</a:t>
            </a:r>
            <a:r>
              <a:rPr sz="2000" spc="-100" dirty="0">
                <a:solidFill>
                  <a:srgbClr val="FFFFFF"/>
                </a:solidFill>
                <a:latin typeface="Times New Roman"/>
                <a:cs typeface="Times New Roman"/>
              </a:rPr>
              <a:t>019</a:t>
            </a:r>
            <a:r>
              <a:rPr sz="2000" dirty="0">
                <a:solidFill>
                  <a:srgbClr val="FFFFFF"/>
                </a:solidFill>
                <a:latin typeface="Times New Roman"/>
                <a:cs typeface="Times New Roman"/>
              </a:rPr>
              <a:t>	</a:t>
            </a:r>
            <a:r>
              <a:rPr sz="2000" spc="75" dirty="0">
                <a:solidFill>
                  <a:srgbClr val="FFFFFF"/>
                </a:solidFill>
                <a:latin typeface="Times New Roman"/>
                <a:cs typeface="Times New Roman"/>
              </a:rPr>
              <a:t>dat</a:t>
            </a:r>
            <a:r>
              <a:rPr sz="2000" spc="95" dirty="0">
                <a:solidFill>
                  <a:srgbClr val="FFFFFF"/>
                </a:solidFill>
                <a:latin typeface="Times New Roman"/>
                <a:cs typeface="Times New Roman"/>
              </a:rPr>
              <a:t>a</a:t>
            </a:r>
            <a:r>
              <a:rPr sz="2000" spc="45" dirty="0">
                <a:solidFill>
                  <a:srgbClr val="FFFFFF"/>
                </a:solidFill>
                <a:latin typeface="Times New Roman"/>
                <a:cs typeface="Times New Roman"/>
              </a:rPr>
              <a:t>ba</a:t>
            </a:r>
            <a:r>
              <a:rPr sz="2000" spc="40" dirty="0">
                <a:solidFill>
                  <a:srgbClr val="FFFFFF"/>
                </a:solidFill>
                <a:latin typeface="Times New Roman"/>
                <a:cs typeface="Times New Roman"/>
              </a:rPr>
              <a:t>se</a:t>
            </a:r>
            <a:r>
              <a:rPr sz="2000" dirty="0">
                <a:solidFill>
                  <a:srgbClr val="FFFFFF"/>
                </a:solidFill>
                <a:latin typeface="Times New Roman"/>
                <a:cs typeface="Times New Roman"/>
              </a:rPr>
              <a:t>	</a:t>
            </a:r>
            <a:r>
              <a:rPr sz="2000" spc="60" dirty="0">
                <a:solidFill>
                  <a:srgbClr val="FFFFFF"/>
                </a:solidFill>
                <a:latin typeface="Times New Roman"/>
                <a:cs typeface="Times New Roman"/>
              </a:rPr>
              <a:t>schema</a:t>
            </a:r>
            <a:r>
              <a:rPr sz="2000" dirty="0">
                <a:solidFill>
                  <a:srgbClr val="FFFFFF"/>
                </a:solidFill>
                <a:latin typeface="Times New Roman"/>
                <a:cs typeface="Times New Roman"/>
              </a:rPr>
              <a:t>	</a:t>
            </a:r>
            <a:r>
              <a:rPr sz="2000" spc="50" dirty="0">
                <a:solidFill>
                  <a:srgbClr val="FFFFFF"/>
                </a:solidFill>
                <a:latin typeface="Times New Roman"/>
                <a:cs typeface="Times New Roman"/>
              </a:rPr>
              <a:t>co</a:t>
            </a:r>
            <a:r>
              <a:rPr sz="2000" spc="55" dirty="0">
                <a:solidFill>
                  <a:srgbClr val="FFFFFF"/>
                </a:solidFill>
                <a:latin typeface="Times New Roman"/>
                <a:cs typeface="Times New Roman"/>
              </a:rPr>
              <a:t>v</a:t>
            </a:r>
            <a:r>
              <a:rPr sz="2000" spc="45" dirty="0">
                <a:solidFill>
                  <a:srgbClr val="FFFFFF"/>
                </a:solidFill>
                <a:latin typeface="Times New Roman"/>
                <a:cs typeface="Times New Roman"/>
              </a:rPr>
              <a:t>ers</a:t>
            </a:r>
            <a:r>
              <a:rPr sz="2000" dirty="0">
                <a:solidFill>
                  <a:srgbClr val="FFFFFF"/>
                </a:solidFill>
                <a:latin typeface="Times New Roman"/>
                <a:cs typeface="Times New Roman"/>
              </a:rPr>
              <a:t>	</a:t>
            </a:r>
            <a:r>
              <a:rPr sz="2000" spc="110" dirty="0">
                <a:solidFill>
                  <a:srgbClr val="FFFFFF"/>
                </a:solidFill>
                <a:latin typeface="Times New Roman"/>
                <a:cs typeface="Times New Roman"/>
              </a:rPr>
              <a:t>ma</a:t>
            </a:r>
            <a:r>
              <a:rPr sz="2000" spc="95" dirty="0">
                <a:solidFill>
                  <a:srgbClr val="FFFFFF"/>
                </a:solidFill>
                <a:latin typeface="Times New Roman"/>
                <a:cs typeface="Times New Roman"/>
              </a:rPr>
              <a:t>n</a:t>
            </a:r>
            <a:r>
              <a:rPr sz="2000" spc="-5" dirty="0">
                <a:solidFill>
                  <a:srgbClr val="FFFFFF"/>
                </a:solidFill>
                <a:latin typeface="Times New Roman"/>
                <a:cs typeface="Times New Roman"/>
              </a:rPr>
              <a:t>y</a:t>
            </a:r>
            <a:r>
              <a:rPr sz="2000" dirty="0">
                <a:solidFill>
                  <a:srgbClr val="FFFFFF"/>
                </a:solidFill>
                <a:latin typeface="Times New Roman"/>
                <a:cs typeface="Times New Roman"/>
              </a:rPr>
              <a:t>	</a:t>
            </a:r>
            <a:r>
              <a:rPr sz="2000" spc="95" dirty="0">
                <a:solidFill>
                  <a:srgbClr val="FFFFFF"/>
                </a:solidFill>
                <a:latin typeface="Times New Roman"/>
                <a:cs typeface="Times New Roman"/>
              </a:rPr>
              <a:t>funct</a:t>
            </a:r>
            <a:r>
              <a:rPr sz="2000" spc="35" dirty="0">
                <a:solidFill>
                  <a:srgbClr val="FFFFFF"/>
                </a:solidFill>
                <a:latin typeface="Times New Roman"/>
                <a:cs typeface="Times New Roman"/>
              </a:rPr>
              <a:t>i</a:t>
            </a:r>
            <a:r>
              <a:rPr sz="2000" spc="70" dirty="0">
                <a:solidFill>
                  <a:srgbClr val="FFFFFF"/>
                </a:solidFill>
                <a:latin typeface="Times New Roman"/>
                <a:cs typeface="Times New Roman"/>
              </a:rPr>
              <a:t>o</a:t>
            </a:r>
            <a:r>
              <a:rPr sz="2000" spc="185" dirty="0">
                <a:solidFill>
                  <a:srgbClr val="FFFFFF"/>
                </a:solidFill>
                <a:latin typeface="Times New Roman"/>
                <a:cs typeface="Times New Roman"/>
              </a:rPr>
              <a:t>n</a:t>
            </a:r>
            <a:r>
              <a:rPr sz="2000" spc="10" dirty="0">
                <a:solidFill>
                  <a:srgbClr val="FFFFFF"/>
                </a:solidFill>
                <a:latin typeface="Times New Roman"/>
                <a:cs typeface="Times New Roman"/>
              </a:rPr>
              <a:t>al  </a:t>
            </a:r>
            <a:r>
              <a:rPr sz="2000" spc="40" dirty="0">
                <a:solidFill>
                  <a:srgbClr val="FFFFFF"/>
                </a:solidFill>
                <a:latin typeface="Times New Roman"/>
                <a:cs typeface="Times New Roman"/>
              </a:rPr>
              <a:t>areas</a:t>
            </a:r>
            <a:r>
              <a:rPr sz="2000" spc="-60" dirty="0">
                <a:solidFill>
                  <a:srgbClr val="FFFFFF"/>
                </a:solidFill>
                <a:latin typeface="Times New Roman"/>
                <a:cs typeface="Times New Roman"/>
              </a:rPr>
              <a:t> </a:t>
            </a:r>
            <a:r>
              <a:rPr sz="2000" spc="65" dirty="0">
                <a:solidFill>
                  <a:srgbClr val="FFFFFF"/>
                </a:solidFill>
                <a:latin typeface="Times New Roman"/>
                <a:cs typeface="Times New Roman"/>
              </a:rPr>
              <a:t>for</a:t>
            </a:r>
            <a:r>
              <a:rPr sz="2000" spc="-75" dirty="0">
                <a:solidFill>
                  <a:srgbClr val="FFFFFF"/>
                </a:solidFill>
                <a:latin typeface="Times New Roman"/>
                <a:cs typeface="Times New Roman"/>
              </a:rPr>
              <a:t> </a:t>
            </a:r>
            <a:r>
              <a:rPr sz="2000" spc="30" dirty="0">
                <a:solidFill>
                  <a:srgbClr val="FFFFFF"/>
                </a:solidFill>
                <a:latin typeface="Times New Roman"/>
                <a:cs typeface="Times New Roman"/>
              </a:rPr>
              <a:t>a</a:t>
            </a:r>
            <a:r>
              <a:rPr sz="2000" spc="-75" dirty="0">
                <a:solidFill>
                  <a:srgbClr val="FFFFFF"/>
                </a:solidFill>
                <a:latin typeface="Times New Roman"/>
                <a:cs typeface="Times New Roman"/>
              </a:rPr>
              <a:t> </a:t>
            </a:r>
            <a:r>
              <a:rPr sz="2000" spc="55" dirty="0">
                <a:solidFill>
                  <a:srgbClr val="FFFFFF"/>
                </a:solidFill>
                <a:latin typeface="Times New Roman"/>
                <a:cs typeface="Times New Roman"/>
              </a:rPr>
              <a:t>fictitious</a:t>
            </a:r>
            <a:r>
              <a:rPr sz="2000" spc="-75" dirty="0">
                <a:solidFill>
                  <a:srgbClr val="FFFFFF"/>
                </a:solidFill>
                <a:latin typeface="Times New Roman"/>
                <a:cs typeface="Times New Roman"/>
              </a:rPr>
              <a:t> </a:t>
            </a:r>
            <a:r>
              <a:rPr sz="2000" spc="25" dirty="0">
                <a:solidFill>
                  <a:srgbClr val="FFFFFF"/>
                </a:solidFill>
                <a:latin typeface="Times New Roman"/>
                <a:cs typeface="Times New Roman"/>
              </a:rPr>
              <a:t>bicycle</a:t>
            </a:r>
            <a:r>
              <a:rPr sz="2000" spc="-75" dirty="0">
                <a:solidFill>
                  <a:srgbClr val="FFFFFF"/>
                </a:solidFill>
                <a:latin typeface="Times New Roman"/>
                <a:cs typeface="Times New Roman"/>
              </a:rPr>
              <a:t> </a:t>
            </a:r>
            <a:r>
              <a:rPr sz="2000" spc="75" dirty="0">
                <a:solidFill>
                  <a:srgbClr val="FFFFFF"/>
                </a:solidFill>
                <a:latin typeface="Times New Roman"/>
                <a:cs typeface="Times New Roman"/>
              </a:rPr>
              <a:t>manufacturer.</a:t>
            </a:r>
            <a:endParaRPr sz="2000">
              <a:latin typeface="Times New Roman"/>
              <a:cs typeface="Times New Roman"/>
            </a:endParaRPr>
          </a:p>
          <a:p>
            <a:pPr marL="12700">
              <a:lnSpc>
                <a:spcPts val="2060"/>
              </a:lnSpc>
            </a:pPr>
            <a:r>
              <a:rPr sz="2000" spc="85" dirty="0">
                <a:solidFill>
                  <a:srgbClr val="FFFFFF"/>
                </a:solidFill>
                <a:latin typeface="Times New Roman"/>
                <a:cs typeface="Times New Roman"/>
              </a:rPr>
              <a:t>These </a:t>
            </a:r>
            <a:r>
              <a:rPr sz="2000" spc="40" dirty="0">
                <a:solidFill>
                  <a:srgbClr val="FFFFFF"/>
                </a:solidFill>
                <a:latin typeface="Times New Roman"/>
                <a:cs typeface="Times New Roman"/>
              </a:rPr>
              <a:t>areas</a:t>
            </a:r>
            <a:r>
              <a:rPr sz="2000" spc="-220" dirty="0">
                <a:solidFill>
                  <a:srgbClr val="FFFFFF"/>
                </a:solidFill>
                <a:latin typeface="Times New Roman"/>
                <a:cs typeface="Times New Roman"/>
              </a:rPr>
              <a:t> </a:t>
            </a:r>
            <a:r>
              <a:rPr sz="2000" spc="60" dirty="0">
                <a:solidFill>
                  <a:srgbClr val="FFFFFF"/>
                </a:solidFill>
                <a:latin typeface="Times New Roman"/>
                <a:cs typeface="Times New Roman"/>
              </a:rPr>
              <a:t>include:</a:t>
            </a:r>
            <a:endParaRPr sz="2000">
              <a:latin typeface="Times New Roman"/>
              <a:cs typeface="Times New Roman"/>
            </a:endParaRPr>
          </a:p>
          <a:p>
            <a:pPr marL="311150" indent="-299085">
              <a:lnSpc>
                <a:spcPts val="2210"/>
              </a:lnSpc>
              <a:buFont typeface="Segoe UI Symbol"/>
              <a:buChar char="➢"/>
              <a:tabLst>
                <a:tab pos="311785" algn="l"/>
              </a:tabLst>
            </a:pPr>
            <a:r>
              <a:rPr sz="2000" spc="85" dirty="0">
                <a:solidFill>
                  <a:srgbClr val="FFFFFF"/>
                </a:solidFill>
                <a:latin typeface="Times New Roman"/>
                <a:cs typeface="Times New Roman"/>
              </a:rPr>
              <a:t>Customer/sales</a:t>
            </a:r>
            <a:r>
              <a:rPr sz="2000" spc="-40" dirty="0">
                <a:solidFill>
                  <a:srgbClr val="FFFFFF"/>
                </a:solidFill>
                <a:latin typeface="Times New Roman"/>
                <a:cs typeface="Times New Roman"/>
              </a:rPr>
              <a:t> </a:t>
            </a:r>
            <a:r>
              <a:rPr sz="2000" spc="50" dirty="0">
                <a:solidFill>
                  <a:srgbClr val="FFFFFF"/>
                </a:solidFill>
                <a:latin typeface="Times New Roman"/>
                <a:cs typeface="Times New Roman"/>
              </a:rPr>
              <a:t>force</a:t>
            </a:r>
            <a:r>
              <a:rPr sz="2000" spc="-70" dirty="0">
                <a:solidFill>
                  <a:srgbClr val="FFFFFF"/>
                </a:solidFill>
                <a:latin typeface="Times New Roman"/>
                <a:cs typeface="Times New Roman"/>
              </a:rPr>
              <a:t> </a:t>
            </a:r>
            <a:r>
              <a:rPr sz="2000" spc="95" dirty="0">
                <a:solidFill>
                  <a:srgbClr val="FFFFFF"/>
                </a:solidFill>
                <a:latin typeface="Times New Roman"/>
                <a:cs typeface="Times New Roman"/>
              </a:rPr>
              <a:t>automation</a:t>
            </a:r>
            <a:r>
              <a:rPr sz="2000" spc="-55" dirty="0">
                <a:solidFill>
                  <a:srgbClr val="FFFFFF"/>
                </a:solidFill>
                <a:latin typeface="Times New Roman"/>
                <a:cs typeface="Times New Roman"/>
              </a:rPr>
              <a:t> </a:t>
            </a:r>
            <a:r>
              <a:rPr sz="2000" spc="110" dirty="0">
                <a:solidFill>
                  <a:srgbClr val="FFFFFF"/>
                </a:solidFill>
                <a:latin typeface="Times New Roman"/>
                <a:cs typeface="Times New Roman"/>
              </a:rPr>
              <a:t>and</a:t>
            </a:r>
            <a:r>
              <a:rPr sz="2000" spc="-75" dirty="0">
                <a:solidFill>
                  <a:srgbClr val="FFFFFF"/>
                </a:solidFill>
                <a:latin typeface="Times New Roman"/>
                <a:cs typeface="Times New Roman"/>
              </a:rPr>
              <a:t> </a:t>
            </a:r>
            <a:r>
              <a:rPr sz="2000" spc="30" dirty="0">
                <a:solidFill>
                  <a:srgbClr val="FFFFFF"/>
                </a:solidFill>
                <a:latin typeface="Times New Roman"/>
                <a:cs typeface="Times New Roman"/>
              </a:rPr>
              <a:t>analysis</a:t>
            </a:r>
            <a:endParaRPr sz="2000">
              <a:latin typeface="Times New Roman"/>
              <a:cs typeface="Times New Roman"/>
            </a:endParaRPr>
          </a:p>
          <a:p>
            <a:pPr marL="311150" indent="-299085">
              <a:lnSpc>
                <a:spcPts val="2160"/>
              </a:lnSpc>
              <a:buFont typeface="Segoe UI Symbol"/>
              <a:buChar char="➢"/>
              <a:tabLst>
                <a:tab pos="311785" algn="l"/>
              </a:tabLst>
            </a:pPr>
            <a:r>
              <a:rPr sz="2000" spc="114" dirty="0">
                <a:solidFill>
                  <a:srgbClr val="FFFFFF"/>
                </a:solidFill>
                <a:latin typeface="Times New Roman"/>
                <a:cs typeface="Times New Roman"/>
              </a:rPr>
              <a:t>Human</a:t>
            </a:r>
            <a:r>
              <a:rPr sz="2000" spc="-70" dirty="0">
                <a:solidFill>
                  <a:srgbClr val="FFFFFF"/>
                </a:solidFill>
                <a:latin typeface="Times New Roman"/>
                <a:cs typeface="Times New Roman"/>
              </a:rPr>
              <a:t> </a:t>
            </a:r>
            <a:r>
              <a:rPr sz="2000" spc="55" dirty="0">
                <a:solidFill>
                  <a:srgbClr val="FFFFFF"/>
                </a:solidFill>
                <a:latin typeface="Times New Roman"/>
                <a:cs typeface="Times New Roman"/>
              </a:rPr>
              <a:t>resources</a:t>
            </a:r>
            <a:endParaRPr sz="2000">
              <a:latin typeface="Times New Roman"/>
              <a:cs typeface="Times New Roman"/>
            </a:endParaRPr>
          </a:p>
          <a:p>
            <a:pPr marL="311150" indent="-299085">
              <a:lnSpc>
                <a:spcPts val="2160"/>
              </a:lnSpc>
              <a:buFont typeface="Segoe UI Symbol"/>
              <a:buChar char="➢"/>
              <a:tabLst>
                <a:tab pos="311785" algn="l"/>
              </a:tabLst>
            </a:pPr>
            <a:r>
              <a:rPr sz="2000" spc="95" dirty="0">
                <a:solidFill>
                  <a:srgbClr val="FFFFFF"/>
                </a:solidFill>
                <a:latin typeface="Times New Roman"/>
                <a:cs typeface="Times New Roman"/>
              </a:rPr>
              <a:t>Purchasing/Vendor </a:t>
            </a:r>
            <a:r>
              <a:rPr sz="2000" spc="55" dirty="0">
                <a:solidFill>
                  <a:srgbClr val="FFFFFF"/>
                </a:solidFill>
                <a:latin typeface="Times New Roman"/>
                <a:cs typeface="Times New Roman"/>
              </a:rPr>
              <a:t>Electronic </a:t>
            </a:r>
            <a:r>
              <a:rPr sz="2000" spc="80" dirty="0">
                <a:solidFill>
                  <a:srgbClr val="FFFFFF"/>
                </a:solidFill>
                <a:latin typeface="Times New Roman"/>
                <a:cs typeface="Times New Roman"/>
              </a:rPr>
              <a:t>Data</a:t>
            </a:r>
            <a:r>
              <a:rPr sz="2000" spc="-325" dirty="0">
                <a:solidFill>
                  <a:srgbClr val="FFFFFF"/>
                </a:solidFill>
                <a:latin typeface="Times New Roman"/>
                <a:cs typeface="Times New Roman"/>
              </a:rPr>
              <a:t> </a:t>
            </a:r>
            <a:r>
              <a:rPr sz="2000" spc="75" dirty="0">
                <a:solidFill>
                  <a:srgbClr val="FFFFFF"/>
                </a:solidFill>
                <a:latin typeface="Times New Roman"/>
                <a:cs typeface="Times New Roman"/>
              </a:rPr>
              <a:t>Interchange</a:t>
            </a:r>
            <a:endParaRPr sz="2000">
              <a:latin typeface="Times New Roman"/>
              <a:cs typeface="Times New Roman"/>
            </a:endParaRPr>
          </a:p>
          <a:p>
            <a:pPr marL="311150" indent="-299085">
              <a:lnSpc>
                <a:spcPts val="2280"/>
              </a:lnSpc>
              <a:buFont typeface="Segoe UI Symbol"/>
              <a:buChar char="➢"/>
              <a:tabLst>
                <a:tab pos="311785" algn="l"/>
              </a:tabLst>
            </a:pPr>
            <a:r>
              <a:rPr sz="2000" spc="75" dirty="0">
                <a:solidFill>
                  <a:srgbClr val="FFFFFF"/>
                </a:solidFill>
                <a:latin typeface="Times New Roman"/>
                <a:cs typeface="Times New Roman"/>
              </a:rPr>
              <a:t>Manufacturing work</a:t>
            </a:r>
            <a:r>
              <a:rPr sz="2000" spc="-220" dirty="0">
                <a:solidFill>
                  <a:srgbClr val="FFFFFF"/>
                </a:solidFill>
                <a:latin typeface="Times New Roman"/>
                <a:cs typeface="Times New Roman"/>
              </a:rPr>
              <a:t> </a:t>
            </a:r>
            <a:r>
              <a:rPr sz="2000" spc="40" dirty="0">
                <a:solidFill>
                  <a:srgbClr val="FFFFFF"/>
                </a:solidFill>
                <a:latin typeface="Times New Roman"/>
                <a:cs typeface="Times New Roman"/>
              </a:rPr>
              <a:t>flow</a:t>
            </a:r>
            <a:endParaRPr sz="2000">
              <a:latin typeface="Times New Roman"/>
              <a:cs typeface="Times New Roman"/>
            </a:endParaRPr>
          </a:p>
        </p:txBody>
      </p:sp>
      <p:sp>
        <p:nvSpPr>
          <p:cNvPr id="12" name="object 12"/>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37" baseline="4629" dirty="0"/>
              <a:t>3/</a:t>
            </a:r>
            <a:r>
              <a:rPr sz="1800" spc="-270" baseline="4629" dirty="0"/>
              <a:t> </a:t>
            </a:r>
            <a:fld id="{81D60167-4931-47E6-BA6A-407CBD079E47}" type="slidenum">
              <a:rPr sz="1200" spc="-5" dirty="0"/>
              <a:t>19</a:t>
            </a:fld>
            <a:endParaRPr sz="1200"/>
          </a:p>
        </p:txBody>
      </p:sp>
      <p:sp>
        <p:nvSpPr>
          <p:cNvPr id="13" name="object 13"/>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8739" y="140208"/>
            <a:ext cx="8498205" cy="574040"/>
          </a:xfrm>
          <a:prstGeom prst="rect">
            <a:avLst/>
          </a:prstGeom>
        </p:spPr>
        <p:txBody>
          <a:bodyPr vert="horz" wrap="square" lIns="0" tIns="12700" rIns="0" bIns="0" rtlCol="0">
            <a:spAutoFit/>
          </a:bodyPr>
          <a:lstStyle/>
          <a:p>
            <a:pPr marL="12700">
              <a:lnSpc>
                <a:spcPct val="100000"/>
              </a:lnSpc>
              <a:spcBef>
                <a:spcPts val="100"/>
              </a:spcBef>
            </a:pPr>
            <a:r>
              <a:rPr b="0" spc="120" dirty="0">
                <a:latin typeface="Times New Roman"/>
                <a:cs typeface="Times New Roman"/>
              </a:rPr>
              <a:t>AdventureWorks2019 </a:t>
            </a:r>
            <a:r>
              <a:rPr b="0" spc="110" dirty="0">
                <a:latin typeface="Times New Roman"/>
                <a:cs typeface="Times New Roman"/>
              </a:rPr>
              <a:t>Sample </a:t>
            </a:r>
            <a:r>
              <a:rPr b="0" spc="114" dirty="0">
                <a:latin typeface="Times New Roman"/>
                <a:cs typeface="Times New Roman"/>
              </a:rPr>
              <a:t>Database</a:t>
            </a:r>
            <a:r>
              <a:rPr b="0" spc="-630" dirty="0">
                <a:latin typeface="Times New Roman"/>
                <a:cs typeface="Times New Roman"/>
              </a:rPr>
              <a:t> </a:t>
            </a:r>
            <a:r>
              <a:rPr b="0" spc="-75" dirty="0">
                <a:latin typeface="Times New Roman"/>
                <a:cs typeface="Times New Roman"/>
              </a:rPr>
              <a:t>2-2</a:t>
            </a:r>
          </a:p>
        </p:txBody>
      </p:sp>
      <p:grpSp>
        <p:nvGrpSpPr>
          <p:cNvPr id="3" name="object 3"/>
          <p:cNvGrpSpPr/>
          <p:nvPr/>
        </p:nvGrpSpPr>
        <p:grpSpPr>
          <a:xfrm>
            <a:off x="327659" y="765060"/>
            <a:ext cx="8329930" cy="969010"/>
            <a:chOff x="327659" y="765060"/>
            <a:chExt cx="8329930" cy="969010"/>
          </a:xfrm>
        </p:grpSpPr>
        <p:pic>
          <p:nvPicPr>
            <p:cNvPr id="4" name="object 4"/>
            <p:cNvPicPr/>
            <p:nvPr/>
          </p:nvPicPr>
          <p:blipFill>
            <a:blip r:embed="rId3" cstate="print"/>
            <a:stretch>
              <a:fillRect/>
            </a:stretch>
          </p:blipFill>
          <p:spPr>
            <a:xfrm>
              <a:off x="327659" y="765060"/>
              <a:ext cx="8329422" cy="968489"/>
            </a:xfrm>
            <a:prstGeom prst="rect">
              <a:avLst/>
            </a:prstGeom>
          </p:spPr>
        </p:pic>
        <p:pic>
          <p:nvPicPr>
            <p:cNvPr id="5" name="object 5"/>
            <p:cNvPicPr/>
            <p:nvPr/>
          </p:nvPicPr>
          <p:blipFill>
            <a:blip r:embed="rId4" cstate="print"/>
            <a:stretch>
              <a:fillRect/>
            </a:stretch>
          </p:blipFill>
          <p:spPr>
            <a:xfrm>
              <a:off x="368807" y="783336"/>
              <a:ext cx="8253983" cy="893064"/>
            </a:xfrm>
            <a:prstGeom prst="rect">
              <a:avLst/>
            </a:prstGeom>
          </p:spPr>
        </p:pic>
      </p:grpSp>
      <p:sp>
        <p:nvSpPr>
          <p:cNvPr id="6" name="object 6"/>
          <p:cNvSpPr txBox="1"/>
          <p:nvPr/>
        </p:nvSpPr>
        <p:spPr>
          <a:xfrm>
            <a:off x="510540" y="869695"/>
            <a:ext cx="7986395" cy="604520"/>
          </a:xfrm>
          <a:prstGeom prst="rect">
            <a:avLst/>
          </a:prstGeom>
        </p:spPr>
        <p:txBody>
          <a:bodyPr vert="horz" wrap="square" lIns="0" tIns="46990" rIns="0" bIns="0" rtlCol="0">
            <a:spAutoFit/>
          </a:bodyPr>
          <a:lstStyle/>
          <a:p>
            <a:pPr marL="12700" marR="5080">
              <a:lnSpc>
                <a:spcPts val="2160"/>
              </a:lnSpc>
              <a:spcBef>
                <a:spcPts val="370"/>
              </a:spcBef>
            </a:pPr>
            <a:r>
              <a:rPr sz="2000" spc="130" dirty="0">
                <a:solidFill>
                  <a:srgbClr val="FFFFFF"/>
                </a:solidFill>
                <a:latin typeface="Times New Roman"/>
                <a:cs typeface="Times New Roman"/>
              </a:rPr>
              <a:t>The </a:t>
            </a:r>
            <a:r>
              <a:rPr sz="2000" spc="60" dirty="0">
                <a:solidFill>
                  <a:srgbClr val="FFFFFF"/>
                </a:solidFill>
                <a:latin typeface="Times New Roman"/>
                <a:cs typeface="Times New Roman"/>
              </a:rPr>
              <a:t>database </a:t>
            </a:r>
            <a:r>
              <a:rPr sz="2000" spc="50" dirty="0">
                <a:solidFill>
                  <a:srgbClr val="FFFFFF"/>
                </a:solidFill>
                <a:latin typeface="Times New Roman"/>
                <a:cs typeface="Times New Roman"/>
              </a:rPr>
              <a:t>comprises </a:t>
            </a:r>
            <a:r>
              <a:rPr sz="2000" spc="35" dirty="0">
                <a:solidFill>
                  <a:srgbClr val="FFFFFF"/>
                </a:solidFill>
                <a:latin typeface="Times New Roman"/>
                <a:cs typeface="Times New Roman"/>
              </a:rPr>
              <a:t>several </a:t>
            </a:r>
            <a:r>
              <a:rPr sz="2000" spc="55" dirty="0">
                <a:solidFill>
                  <a:srgbClr val="FFFFFF"/>
                </a:solidFill>
                <a:latin typeface="Times New Roman"/>
                <a:cs typeface="Times New Roman"/>
              </a:rPr>
              <a:t>features. </a:t>
            </a:r>
            <a:r>
              <a:rPr sz="2000" spc="75" dirty="0">
                <a:solidFill>
                  <a:srgbClr val="FFFFFF"/>
                </a:solidFill>
                <a:latin typeface="Times New Roman"/>
                <a:cs typeface="Times New Roman"/>
              </a:rPr>
              <a:t>Some </a:t>
            </a:r>
            <a:r>
              <a:rPr sz="2000" spc="55" dirty="0">
                <a:solidFill>
                  <a:srgbClr val="FFFFFF"/>
                </a:solidFill>
                <a:latin typeface="Times New Roman"/>
                <a:cs typeface="Times New Roman"/>
              </a:rPr>
              <a:t>of </a:t>
            </a:r>
            <a:r>
              <a:rPr sz="2000" spc="45" dirty="0">
                <a:solidFill>
                  <a:srgbClr val="FFFFFF"/>
                </a:solidFill>
                <a:latin typeface="Times New Roman"/>
                <a:cs typeface="Times New Roman"/>
              </a:rPr>
              <a:t>its </a:t>
            </a:r>
            <a:r>
              <a:rPr sz="2000" spc="40" dirty="0">
                <a:solidFill>
                  <a:srgbClr val="FFFFFF"/>
                </a:solidFill>
                <a:latin typeface="Times New Roman"/>
                <a:cs typeface="Times New Roman"/>
              </a:rPr>
              <a:t>key </a:t>
            </a:r>
            <a:r>
              <a:rPr sz="2000" spc="65" dirty="0">
                <a:solidFill>
                  <a:srgbClr val="FFFFFF"/>
                </a:solidFill>
                <a:latin typeface="Times New Roman"/>
                <a:cs typeface="Times New Roman"/>
              </a:rPr>
              <a:t>features </a:t>
            </a:r>
            <a:r>
              <a:rPr sz="2000" spc="55" dirty="0">
                <a:solidFill>
                  <a:srgbClr val="FFFFFF"/>
                </a:solidFill>
                <a:latin typeface="Times New Roman"/>
                <a:cs typeface="Times New Roman"/>
              </a:rPr>
              <a:t>are </a:t>
            </a:r>
            <a:r>
              <a:rPr sz="2000" spc="20" dirty="0">
                <a:solidFill>
                  <a:srgbClr val="FFFFFF"/>
                </a:solidFill>
                <a:latin typeface="Times New Roman"/>
                <a:cs typeface="Times New Roman"/>
              </a:rPr>
              <a:t>as  </a:t>
            </a:r>
            <a:r>
              <a:rPr sz="2000" spc="25" dirty="0">
                <a:solidFill>
                  <a:srgbClr val="FFFFFF"/>
                </a:solidFill>
                <a:latin typeface="Times New Roman"/>
                <a:cs typeface="Times New Roman"/>
              </a:rPr>
              <a:t>follows:</a:t>
            </a:r>
            <a:endParaRPr sz="2000">
              <a:latin typeface="Times New Roman"/>
              <a:cs typeface="Times New Roman"/>
            </a:endParaRPr>
          </a:p>
        </p:txBody>
      </p:sp>
      <p:pic>
        <p:nvPicPr>
          <p:cNvPr id="7" name="object 7"/>
          <p:cNvPicPr/>
          <p:nvPr/>
        </p:nvPicPr>
        <p:blipFill>
          <a:blip r:embed="rId5" cstate="print"/>
          <a:stretch>
            <a:fillRect/>
          </a:stretch>
        </p:blipFill>
        <p:spPr>
          <a:xfrm>
            <a:off x="1687829" y="1819655"/>
            <a:ext cx="5923026" cy="2720340"/>
          </a:xfrm>
          <a:prstGeom prst="rect">
            <a:avLst/>
          </a:prstGeom>
        </p:spPr>
      </p:pic>
      <p:grpSp>
        <p:nvGrpSpPr>
          <p:cNvPr id="8" name="object 8"/>
          <p:cNvGrpSpPr/>
          <p:nvPr/>
        </p:nvGrpSpPr>
        <p:grpSpPr>
          <a:xfrm>
            <a:off x="413766" y="4750320"/>
            <a:ext cx="8330565" cy="1691639"/>
            <a:chOff x="413766" y="4750320"/>
            <a:chExt cx="8330565" cy="1691639"/>
          </a:xfrm>
        </p:grpSpPr>
        <p:pic>
          <p:nvPicPr>
            <p:cNvPr id="9" name="object 9"/>
            <p:cNvPicPr/>
            <p:nvPr/>
          </p:nvPicPr>
          <p:blipFill>
            <a:blip r:embed="rId6" cstate="print"/>
            <a:stretch>
              <a:fillRect/>
            </a:stretch>
          </p:blipFill>
          <p:spPr>
            <a:xfrm>
              <a:off x="413766" y="4750320"/>
              <a:ext cx="8330183" cy="1691639"/>
            </a:xfrm>
            <a:prstGeom prst="rect">
              <a:avLst/>
            </a:prstGeom>
          </p:spPr>
        </p:pic>
        <p:pic>
          <p:nvPicPr>
            <p:cNvPr id="10" name="object 10"/>
            <p:cNvPicPr/>
            <p:nvPr/>
          </p:nvPicPr>
          <p:blipFill>
            <a:blip r:embed="rId7" cstate="print"/>
            <a:stretch>
              <a:fillRect/>
            </a:stretch>
          </p:blipFill>
          <p:spPr>
            <a:xfrm>
              <a:off x="454914" y="4768595"/>
              <a:ext cx="8254746" cy="1616202"/>
            </a:xfrm>
            <a:prstGeom prst="rect">
              <a:avLst/>
            </a:prstGeom>
          </p:spPr>
        </p:pic>
      </p:grpSp>
      <p:sp>
        <p:nvSpPr>
          <p:cNvPr id="11" name="object 11"/>
          <p:cNvSpPr txBox="1"/>
          <p:nvPr/>
        </p:nvSpPr>
        <p:spPr>
          <a:xfrm>
            <a:off x="637031" y="4954015"/>
            <a:ext cx="6979920" cy="1165860"/>
          </a:xfrm>
          <a:prstGeom prst="rect">
            <a:avLst/>
          </a:prstGeom>
        </p:spPr>
        <p:txBody>
          <a:bodyPr vert="horz" wrap="square" lIns="0" tIns="12065" rIns="0" bIns="0" rtlCol="0">
            <a:spAutoFit/>
          </a:bodyPr>
          <a:lstStyle/>
          <a:p>
            <a:pPr marL="12700">
              <a:lnSpc>
                <a:spcPts val="2330"/>
              </a:lnSpc>
              <a:spcBef>
                <a:spcPts val="95"/>
              </a:spcBef>
            </a:pPr>
            <a:r>
              <a:rPr sz="2000" spc="130" dirty="0">
                <a:solidFill>
                  <a:srgbClr val="FFFFFF"/>
                </a:solidFill>
                <a:latin typeface="Times New Roman"/>
                <a:cs typeface="Times New Roman"/>
              </a:rPr>
              <a:t>The</a:t>
            </a:r>
            <a:r>
              <a:rPr sz="2000" spc="-75" dirty="0">
                <a:solidFill>
                  <a:srgbClr val="FFFFFF"/>
                </a:solidFill>
                <a:latin typeface="Times New Roman"/>
                <a:cs typeface="Times New Roman"/>
              </a:rPr>
              <a:t> </a:t>
            </a:r>
            <a:r>
              <a:rPr sz="2000" spc="45" dirty="0">
                <a:solidFill>
                  <a:srgbClr val="FFFFFF"/>
                </a:solidFill>
                <a:latin typeface="Times New Roman"/>
                <a:cs typeface="Times New Roman"/>
              </a:rPr>
              <a:t>sample</a:t>
            </a:r>
            <a:r>
              <a:rPr sz="2000" spc="-55" dirty="0">
                <a:solidFill>
                  <a:srgbClr val="FFFFFF"/>
                </a:solidFill>
                <a:latin typeface="Times New Roman"/>
                <a:cs typeface="Times New Roman"/>
              </a:rPr>
              <a:t> </a:t>
            </a:r>
            <a:r>
              <a:rPr sz="2000" spc="60" dirty="0">
                <a:solidFill>
                  <a:srgbClr val="FFFFFF"/>
                </a:solidFill>
                <a:latin typeface="Times New Roman"/>
                <a:cs typeface="Times New Roman"/>
              </a:rPr>
              <a:t>database</a:t>
            </a:r>
            <a:r>
              <a:rPr sz="2000" spc="-55" dirty="0">
                <a:solidFill>
                  <a:srgbClr val="FFFFFF"/>
                </a:solidFill>
                <a:latin typeface="Times New Roman"/>
                <a:cs typeface="Times New Roman"/>
              </a:rPr>
              <a:t> </a:t>
            </a:r>
            <a:r>
              <a:rPr sz="2000" spc="55" dirty="0">
                <a:solidFill>
                  <a:srgbClr val="FFFFFF"/>
                </a:solidFill>
                <a:latin typeface="Times New Roman"/>
                <a:cs typeface="Times New Roman"/>
              </a:rPr>
              <a:t>consists</a:t>
            </a:r>
            <a:r>
              <a:rPr sz="2000" spc="-65" dirty="0">
                <a:solidFill>
                  <a:srgbClr val="FFFFFF"/>
                </a:solidFill>
                <a:latin typeface="Times New Roman"/>
                <a:cs typeface="Times New Roman"/>
              </a:rPr>
              <a:t> </a:t>
            </a:r>
            <a:r>
              <a:rPr sz="2000" spc="55" dirty="0">
                <a:solidFill>
                  <a:srgbClr val="FFFFFF"/>
                </a:solidFill>
                <a:latin typeface="Times New Roman"/>
                <a:cs typeface="Times New Roman"/>
              </a:rPr>
              <a:t>of</a:t>
            </a:r>
            <a:r>
              <a:rPr sz="2000" spc="-70" dirty="0">
                <a:solidFill>
                  <a:srgbClr val="FFFFFF"/>
                </a:solidFill>
                <a:latin typeface="Times New Roman"/>
                <a:cs typeface="Times New Roman"/>
              </a:rPr>
              <a:t> </a:t>
            </a:r>
            <a:r>
              <a:rPr sz="2000" spc="75" dirty="0">
                <a:solidFill>
                  <a:srgbClr val="FFFFFF"/>
                </a:solidFill>
                <a:latin typeface="Times New Roman"/>
                <a:cs typeface="Times New Roman"/>
              </a:rPr>
              <a:t>these</a:t>
            </a:r>
            <a:r>
              <a:rPr sz="2000" spc="-55" dirty="0">
                <a:solidFill>
                  <a:srgbClr val="FFFFFF"/>
                </a:solidFill>
                <a:latin typeface="Times New Roman"/>
                <a:cs typeface="Times New Roman"/>
              </a:rPr>
              <a:t> </a:t>
            </a:r>
            <a:r>
              <a:rPr sz="2000" spc="50" dirty="0">
                <a:solidFill>
                  <a:srgbClr val="FFFFFF"/>
                </a:solidFill>
                <a:latin typeface="Times New Roman"/>
                <a:cs typeface="Times New Roman"/>
              </a:rPr>
              <a:t>parts:</a:t>
            </a:r>
            <a:endParaRPr sz="2000">
              <a:latin typeface="Times New Roman"/>
              <a:cs typeface="Times New Roman"/>
            </a:endParaRPr>
          </a:p>
          <a:p>
            <a:pPr marL="311150" indent="-299085">
              <a:lnSpc>
                <a:spcPts val="2210"/>
              </a:lnSpc>
              <a:buFont typeface="Segoe UI Symbol"/>
              <a:buChar char="➢"/>
              <a:tabLst>
                <a:tab pos="311785" algn="l"/>
              </a:tabLst>
            </a:pPr>
            <a:r>
              <a:rPr sz="2000" spc="60" dirty="0">
                <a:solidFill>
                  <a:srgbClr val="FFFFFF"/>
                </a:solidFill>
                <a:latin typeface="Times New Roman"/>
                <a:cs typeface="Times New Roman"/>
              </a:rPr>
              <a:t>AdventureWorks2019: Sample </a:t>
            </a:r>
            <a:r>
              <a:rPr sz="2000" spc="110" dirty="0">
                <a:solidFill>
                  <a:srgbClr val="FFFFFF"/>
                </a:solidFill>
                <a:latin typeface="Times New Roman"/>
                <a:cs typeface="Times New Roman"/>
              </a:rPr>
              <a:t>OLTP</a:t>
            </a:r>
            <a:r>
              <a:rPr sz="2000" spc="-330" dirty="0">
                <a:solidFill>
                  <a:srgbClr val="FFFFFF"/>
                </a:solidFill>
                <a:latin typeface="Times New Roman"/>
                <a:cs typeface="Times New Roman"/>
              </a:rPr>
              <a:t> </a:t>
            </a:r>
            <a:r>
              <a:rPr sz="2000" spc="60" dirty="0">
                <a:solidFill>
                  <a:srgbClr val="FFFFFF"/>
                </a:solidFill>
                <a:latin typeface="Times New Roman"/>
                <a:cs typeface="Times New Roman"/>
              </a:rPr>
              <a:t>database</a:t>
            </a:r>
            <a:endParaRPr sz="2000">
              <a:latin typeface="Times New Roman"/>
              <a:cs typeface="Times New Roman"/>
            </a:endParaRPr>
          </a:p>
          <a:p>
            <a:pPr marL="311150" indent="-299085">
              <a:lnSpc>
                <a:spcPts val="2160"/>
              </a:lnSpc>
              <a:buFont typeface="Segoe UI Symbol"/>
              <a:buChar char="➢"/>
              <a:tabLst>
                <a:tab pos="311785" algn="l"/>
              </a:tabLst>
            </a:pPr>
            <a:r>
              <a:rPr sz="2000" spc="80" dirty="0">
                <a:solidFill>
                  <a:srgbClr val="FFFFFF"/>
                </a:solidFill>
                <a:latin typeface="Times New Roman"/>
                <a:cs typeface="Times New Roman"/>
              </a:rPr>
              <a:t>AdventureWorks2019DW: </a:t>
            </a:r>
            <a:r>
              <a:rPr sz="2000" spc="60" dirty="0">
                <a:solidFill>
                  <a:srgbClr val="FFFFFF"/>
                </a:solidFill>
                <a:latin typeface="Times New Roman"/>
                <a:cs typeface="Times New Roman"/>
              </a:rPr>
              <a:t>Sample </a:t>
            </a:r>
            <a:r>
              <a:rPr sz="2000" spc="80" dirty="0">
                <a:solidFill>
                  <a:srgbClr val="FFFFFF"/>
                </a:solidFill>
                <a:latin typeface="Times New Roman"/>
                <a:cs typeface="Times New Roman"/>
              </a:rPr>
              <a:t>Data</a:t>
            </a:r>
            <a:r>
              <a:rPr sz="2000" spc="-325" dirty="0">
                <a:solidFill>
                  <a:srgbClr val="FFFFFF"/>
                </a:solidFill>
                <a:latin typeface="Times New Roman"/>
                <a:cs typeface="Times New Roman"/>
              </a:rPr>
              <a:t> </a:t>
            </a:r>
            <a:r>
              <a:rPr sz="2000" spc="75" dirty="0">
                <a:solidFill>
                  <a:srgbClr val="FFFFFF"/>
                </a:solidFill>
                <a:latin typeface="Times New Roman"/>
                <a:cs typeface="Times New Roman"/>
              </a:rPr>
              <a:t>warehouse</a:t>
            </a:r>
            <a:endParaRPr sz="2000">
              <a:latin typeface="Times New Roman"/>
              <a:cs typeface="Times New Roman"/>
            </a:endParaRPr>
          </a:p>
          <a:p>
            <a:pPr marL="311150" indent="-299085">
              <a:lnSpc>
                <a:spcPts val="2280"/>
              </a:lnSpc>
              <a:buFont typeface="Segoe UI Symbol"/>
              <a:buChar char="➢"/>
              <a:tabLst>
                <a:tab pos="311785" algn="l"/>
              </a:tabLst>
            </a:pPr>
            <a:r>
              <a:rPr sz="2000" spc="65" dirty="0">
                <a:solidFill>
                  <a:srgbClr val="FFFFFF"/>
                </a:solidFill>
                <a:latin typeface="Times New Roman"/>
                <a:cs typeface="Times New Roman"/>
              </a:rPr>
              <a:t>AdventureWorks2019AS: </a:t>
            </a:r>
            <a:r>
              <a:rPr sz="2000" spc="60" dirty="0">
                <a:solidFill>
                  <a:srgbClr val="FFFFFF"/>
                </a:solidFill>
                <a:latin typeface="Times New Roman"/>
                <a:cs typeface="Times New Roman"/>
              </a:rPr>
              <a:t>Sample </a:t>
            </a:r>
            <a:r>
              <a:rPr sz="2000" spc="50" dirty="0">
                <a:solidFill>
                  <a:srgbClr val="FFFFFF"/>
                </a:solidFill>
                <a:latin typeface="Times New Roman"/>
                <a:cs typeface="Times New Roman"/>
              </a:rPr>
              <a:t>Analysis</a:t>
            </a:r>
            <a:r>
              <a:rPr sz="2000" spc="-365" dirty="0">
                <a:solidFill>
                  <a:srgbClr val="FFFFFF"/>
                </a:solidFill>
                <a:latin typeface="Times New Roman"/>
                <a:cs typeface="Times New Roman"/>
              </a:rPr>
              <a:t> </a:t>
            </a:r>
            <a:r>
              <a:rPr sz="2000" spc="40" dirty="0">
                <a:solidFill>
                  <a:srgbClr val="FFFFFF"/>
                </a:solidFill>
                <a:latin typeface="Times New Roman"/>
                <a:cs typeface="Times New Roman"/>
              </a:rPr>
              <a:t>Services </a:t>
            </a:r>
            <a:r>
              <a:rPr sz="2000" spc="60" dirty="0">
                <a:solidFill>
                  <a:srgbClr val="FFFFFF"/>
                </a:solidFill>
                <a:latin typeface="Times New Roman"/>
                <a:cs typeface="Times New Roman"/>
              </a:rPr>
              <a:t>database</a:t>
            </a:r>
            <a:endParaRPr sz="2000">
              <a:latin typeface="Times New Roman"/>
              <a:cs typeface="Times New Roman"/>
            </a:endParaRPr>
          </a:p>
        </p:txBody>
      </p:sp>
      <p:sp>
        <p:nvSpPr>
          <p:cNvPr id="13" name="object 13"/>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37" baseline="4629" dirty="0"/>
              <a:t>3/</a:t>
            </a:r>
            <a:r>
              <a:rPr sz="1800" spc="-270" baseline="4629" dirty="0"/>
              <a:t> </a:t>
            </a:r>
            <a:fld id="{81D60167-4931-47E6-BA6A-407CBD079E47}" type="slidenum">
              <a:rPr sz="1200" spc="-5" dirty="0"/>
              <a:t>20</a:t>
            </a:fld>
            <a:endParaRPr sz="1200"/>
          </a:p>
        </p:txBody>
      </p:sp>
      <p:sp>
        <p:nvSpPr>
          <p:cNvPr id="14" name="object 14"/>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377952" y="1136167"/>
            <a:ext cx="8228965" cy="1012825"/>
            <a:chOff x="377952" y="1136167"/>
            <a:chExt cx="8228965" cy="1012825"/>
          </a:xfrm>
        </p:grpSpPr>
        <p:pic>
          <p:nvPicPr>
            <p:cNvPr id="3" name="object 3"/>
            <p:cNvPicPr/>
            <p:nvPr/>
          </p:nvPicPr>
          <p:blipFill>
            <a:blip r:embed="rId3" cstate="print"/>
            <a:stretch>
              <a:fillRect/>
            </a:stretch>
          </p:blipFill>
          <p:spPr>
            <a:xfrm>
              <a:off x="377952" y="1136167"/>
              <a:ext cx="8228838" cy="1012672"/>
            </a:xfrm>
            <a:prstGeom prst="rect">
              <a:avLst/>
            </a:prstGeom>
          </p:spPr>
        </p:pic>
        <p:pic>
          <p:nvPicPr>
            <p:cNvPr id="4" name="object 4"/>
            <p:cNvPicPr/>
            <p:nvPr/>
          </p:nvPicPr>
          <p:blipFill>
            <a:blip r:embed="rId4" cstate="print"/>
            <a:stretch>
              <a:fillRect/>
            </a:stretch>
          </p:blipFill>
          <p:spPr>
            <a:xfrm>
              <a:off x="419100" y="1154429"/>
              <a:ext cx="8153400" cy="937260"/>
            </a:xfrm>
            <a:prstGeom prst="rect">
              <a:avLst/>
            </a:prstGeom>
          </p:spPr>
        </p:pic>
      </p:grpSp>
      <p:sp>
        <p:nvSpPr>
          <p:cNvPr id="5" name="object 5"/>
          <p:cNvSpPr txBox="1"/>
          <p:nvPr/>
        </p:nvSpPr>
        <p:spPr>
          <a:xfrm>
            <a:off x="635000" y="1400301"/>
            <a:ext cx="6099810" cy="330200"/>
          </a:xfrm>
          <a:prstGeom prst="rect">
            <a:avLst/>
          </a:prstGeom>
        </p:spPr>
        <p:txBody>
          <a:bodyPr vert="horz" wrap="square" lIns="0" tIns="12065" rIns="0" bIns="0" rtlCol="0">
            <a:spAutoFit/>
          </a:bodyPr>
          <a:lstStyle/>
          <a:p>
            <a:pPr marL="12700">
              <a:lnSpc>
                <a:spcPct val="100000"/>
              </a:lnSpc>
              <a:spcBef>
                <a:spcPts val="95"/>
              </a:spcBef>
            </a:pPr>
            <a:r>
              <a:rPr sz="2000" spc="70" dirty="0">
                <a:solidFill>
                  <a:srgbClr val="FFFFFF"/>
                </a:solidFill>
                <a:latin typeface="Times New Roman"/>
                <a:cs typeface="Times New Roman"/>
              </a:rPr>
              <a:t>SSMS</a:t>
            </a:r>
            <a:r>
              <a:rPr sz="2000" spc="-85" dirty="0">
                <a:solidFill>
                  <a:srgbClr val="FFFFFF"/>
                </a:solidFill>
                <a:latin typeface="Times New Roman"/>
                <a:cs typeface="Times New Roman"/>
              </a:rPr>
              <a:t> </a:t>
            </a:r>
            <a:r>
              <a:rPr sz="2000" spc="65" dirty="0">
                <a:solidFill>
                  <a:srgbClr val="FFFFFF"/>
                </a:solidFill>
                <a:latin typeface="Times New Roman"/>
                <a:cs typeface="Times New Roman"/>
              </a:rPr>
              <a:t>shows</a:t>
            </a:r>
            <a:r>
              <a:rPr sz="2000" spc="-55" dirty="0">
                <a:solidFill>
                  <a:srgbClr val="FFFFFF"/>
                </a:solidFill>
                <a:latin typeface="Times New Roman"/>
                <a:cs typeface="Times New Roman"/>
              </a:rPr>
              <a:t> </a:t>
            </a:r>
            <a:r>
              <a:rPr sz="2000" spc="35" dirty="0">
                <a:solidFill>
                  <a:srgbClr val="FFFFFF"/>
                </a:solidFill>
                <a:latin typeface="Times New Roman"/>
                <a:cs typeface="Times New Roman"/>
              </a:rPr>
              <a:t>several</a:t>
            </a:r>
            <a:r>
              <a:rPr sz="2000" spc="-40" dirty="0">
                <a:solidFill>
                  <a:srgbClr val="FFFFFF"/>
                </a:solidFill>
                <a:latin typeface="Times New Roman"/>
                <a:cs typeface="Times New Roman"/>
              </a:rPr>
              <a:t> </a:t>
            </a:r>
            <a:r>
              <a:rPr sz="2000" spc="114" dirty="0">
                <a:solidFill>
                  <a:srgbClr val="FFFFFF"/>
                </a:solidFill>
                <a:latin typeface="Times New Roman"/>
                <a:cs typeface="Times New Roman"/>
              </a:rPr>
              <a:t>menu</a:t>
            </a:r>
            <a:r>
              <a:rPr sz="2000" spc="-60" dirty="0">
                <a:solidFill>
                  <a:srgbClr val="FFFFFF"/>
                </a:solidFill>
                <a:latin typeface="Times New Roman"/>
                <a:cs typeface="Times New Roman"/>
              </a:rPr>
              <a:t> </a:t>
            </a:r>
            <a:r>
              <a:rPr sz="2000" spc="75" dirty="0">
                <a:solidFill>
                  <a:srgbClr val="FFFFFF"/>
                </a:solidFill>
                <a:latin typeface="Times New Roman"/>
                <a:cs typeface="Times New Roman"/>
              </a:rPr>
              <a:t>options,</a:t>
            </a:r>
            <a:r>
              <a:rPr sz="2000" spc="-50" dirty="0">
                <a:solidFill>
                  <a:srgbClr val="FFFFFF"/>
                </a:solidFill>
                <a:latin typeface="Times New Roman"/>
                <a:cs typeface="Times New Roman"/>
              </a:rPr>
              <a:t> </a:t>
            </a:r>
            <a:r>
              <a:rPr sz="2000" spc="55" dirty="0">
                <a:solidFill>
                  <a:srgbClr val="FFFFFF"/>
                </a:solidFill>
                <a:latin typeface="Times New Roman"/>
                <a:cs typeface="Times New Roman"/>
              </a:rPr>
              <a:t>toolbars,</a:t>
            </a:r>
            <a:r>
              <a:rPr sz="2000" spc="-40" dirty="0">
                <a:solidFill>
                  <a:srgbClr val="FFFFFF"/>
                </a:solidFill>
                <a:latin typeface="Times New Roman"/>
                <a:cs typeface="Times New Roman"/>
              </a:rPr>
              <a:t> </a:t>
            </a:r>
            <a:r>
              <a:rPr sz="2000" spc="110" dirty="0">
                <a:solidFill>
                  <a:srgbClr val="FFFFFF"/>
                </a:solidFill>
                <a:latin typeface="Times New Roman"/>
                <a:cs typeface="Times New Roman"/>
              </a:rPr>
              <a:t>and</a:t>
            </a:r>
            <a:r>
              <a:rPr sz="2000" spc="-60" dirty="0">
                <a:solidFill>
                  <a:srgbClr val="FFFFFF"/>
                </a:solidFill>
                <a:latin typeface="Times New Roman"/>
                <a:cs typeface="Times New Roman"/>
              </a:rPr>
              <a:t> </a:t>
            </a:r>
            <a:r>
              <a:rPr sz="2000" spc="60" dirty="0">
                <a:solidFill>
                  <a:srgbClr val="FFFFFF"/>
                </a:solidFill>
                <a:latin typeface="Times New Roman"/>
                <a:cs typeface="Times New Roman"/>
              </a:rPr>
              <a:t>panes.</a:t>
            </a:r>
            <a:endParaRPr sz="2000">
              <a:latin typeface="Times New Roman"/>
              <a:cs typeface="Times New Roman"/>
            </a:endParaRPr>
          </a:p>
        </p:txBody>
      </p:sp>
      <p:sp>
        <p:nvSpPr>
          <p:cNvPr id="6" name="object 6"/>
          <p:cNvSpPr txBox="1">
            <a:spLocks noGrp="1"/>
          </p:cNvSpPr>
          <p:nvPr>
            <p:ph type="title"/>
          </p:nvPr>
        </p:nvSpPr>
        <p:spPr>
          <a:xfrm>
            <a:off x="186689" y="0"/>
            <a:ext cx="8844280" cy="635635"/>
          </a:xfrm>
          <a:prstGeom prst="rect">
            <a:avLst/>
          </a:prstGeom>
        </p:spPr>
        <p:txBody>
          <a:bodyPr vert="horz" wrap="square" lIns="0" tIns="12700" rIns="0" bIns="0" rtlCol="0">
            <a:spAutoFit/>
          </a:bodyPr>
          <a:lstStyle/>
          <a:p>
            <a:pPr marL="12700">
              <a:lnSpc>
                <a:spcPct val="100000"/>
              </a:lnSpc>
              <a:spcBef>
                <a:spcPts val="100"/>
              </a:spcBef>
            </a:pPr>
            <a:r>
              <a:rPr sz="4000" b="0" spc="195" dirty="0">
                <a:latin typeface="Times New Roman"/>
                <a:cs typeface="Times New Roman"/>
              </a:rPr>
              <a:t>Understanding</a:t>
            </a:r>
            <a:r>
              <a:rPr sz="4000" b="0" spc="-160" dirty="0">
                <a:latin typeface="Times New Roman"/>
                <a:cs typeface="Times New Roman"/>
              </a:rPr>
              <a:t> </a:t>
            </a:r>
            <a:r>
              <a:rPr sz="4000" b="0" spc="229" dirty="0">
                <a:latin typeface="Times New Roman"/>
                <a:cs typeface="Times New Roman"/>
              </a:rPr>
              <a:t>the</a:t>
            </a:r>
            <a:r>
              <a:rPr sz="4000" b="0" spc="-175" dirty="0">
                <a:latin typeface="Times New Roman"/>
                <a:cs typeface="Times New Roman"/>
              </a:rPr>
              <a:t> </a:t>
            </a:r>
            <a:r>
              <a:rPr sz="4000" b="0" spc="150" dirty="0">
                <a:latin typeface="Times New Roman"/>
                <a:cs typeface="Times New Roman"/>
              </a:rPr>
              <a:t>SSMS</a:t>
            </a:r>
            <a:r>
              <a:rPr sz="4000" b="0" spc="-155" dirty="0">
                <a:latin typeface="Times New Roman"/>
                <a:cs typeface="Times New Roman"/>
              </a:rPr>
              <a:t> </a:t>
            </a:r>
            <a:r>
              <a:rPr sz="4000" b="0" spc="160" dirty="0">
                <a:latin typeface="Times New Roman"/>
                <a:cs typeface="Times New Roman"/>
              </a:rPr>
              <a:t>User</a:t>
            </a:r>
            <a:r>
              <a:rPr sz="4000" b="0" spc="-155" dirty="0">
                <a:latin typeface="Times New Roman"/>
                <a:cs typeface="Times New Roman"/>
              </a:rPr>
              <a:t> </a:t>
            </a:r>
            <a:r>
              <a:rPr sz="4000" b="0" spc="120" dirty="0">
                <a:latin typeface="Times New Roman"/>
                <a:cs typeface="Times New Roman"/>
              </a:rPr>
              <a:t>Interface</a:t>
            </a:r>
            <a:endParaRPr sz="4000">
              <a:latin typeface="Times New Roman"/>
              <a:cs typeface="Times New Roman"/>
            </a:endParaRPr>
          </a:p>
        </p:txBody>
      </p:sp>
      <p:grpSp>
        <p:nvGrpSpPr>
          <p:cNvPr id="7" name="object 7"/>
          <p:cNvGrpSpPr/>
          <p:nvPr/>
        </p:nvGrpSpPr>
        <p:grpSpPr>
          <a:xfrm>
            <a:off x="377952" y="2637269"/>
            <a:ext cx="8228965" cy="1156970"/>
            <a:chOff x="377952" y="2637269"/>
            <a:chExt cx="8228965" cy="1156970"/>
          </a:xfrm>
        </p:grpSpPr>
        <p:pic>
          <p:nvPicPr>
            <p:cNvPr id="8" name="object 8"/>
            <p:cNvPicPr/>
            <p:nvPr/>
          </p:nvPicPr>
          <p:blipFill>
            <a:blip r:embed="rId5" cstate="print"/>
            <a:stretch>
              <a:fillRect/>
            </a:stretch>
          </p:blipFill>
          <p:spPr>
            <a:xfrm>
              <a:off x="377952" y="2637269"/>
              <a:ext cx="8228838" cy="1156728"/>
            </a:xfrm>
            <a:prstGeom prst="rect">
              <a:avLst/>
            </a:prstGeom>
          </p:spPr>
        </p:pic>
        <p:pic>
          <p:nvPicPr>
            <p:cNvPr id="9" name="object 9"/>
            <p:cNvPicPr/>
            <p:nvPr/>
          </p:nvPicPr>
          <p:blipFill>
            <a:blip r:embed="rId6" cstate="print"/>
            <a:stretch>
              <a:fillRect/>
            </a:stretch>
          </p:blipFill>
          <p:spPr>
            <a:xfrm>
              <a:off x="419100" y="2655569"/>
              <a:ext cx="8153400" cy="1081277"/>
            </a:xfrm>
            <a:prstGeom prst="rect">
              <a:avLst/>
            </a:prstGeom>
          </p:spPr>
        </p:pic>
      </p:grpSp>
      <p:sp>
        <p:nvSpPr>
          <p:cNvPr id="10" name="object 10"/>
          <p:cNvSpPr txBox="1"/>
          <p:nvPr/>
        </p:nvSpPr>
        <p:spPr>
          <a:xfrm>
            <a:off x="552195" y="2888995"/>
            <a:ext cx="7956550" cy="604520"/>
          </a:xfrm>
          <a:prstGeom prst="rect">
            <a:avLst/>
          </a:prstGeom>
        </p:spPr>
        <p:txBody>
          <a:bodyPr vert="horz" wrap="square" lIns="0" tIns="46990" rIns="0" bIns="0" rtlCol="0">
            <a:spAutoFit/>
          </a:bodyPr>
          <a:lstStyle/>
          <a:p>
            <a:pPr marL="12700" marR="5080">
              <a:lnSpc>
                <a:spcPts val="2160"/>
              </a:lnSpc>
              <a:spcBef>
                <a:spcPts val="370"/>
              </a:spcBef>
            </a:pPr>
            <a:r>
              <a:rPr sz="2000" spc="55" dirty="0">
                <a:solidFill>
                  <a:srgbClr val="FFFFFF"/>
                </a:solidFill>
                <a:latin typeface="Times New Roman"/>
                <a:cs typeface="Times New Roman"/>
              </a:rPr>
              <a:t>It</a:t>
            </a:r>
            <a:r>
              <a:rPr sz="2000" spc="-25" dirty="0">
                <a:solidFill>
                  <a:srgbClr val="FFFFFF"/>
                </a:solidFill>
                <a:latin typeface="Times New Roman"/>
                <a:cs typeface="Times New Roman"/>
              </a:rPr>
              <a:t> </a:t>
            </a:r>
            <a:r>
              <a:rPr sz="2000" spc="35" dirty="0">
                <a:solidFill>
                  <a:srgbClr val="FFFFFF"/>
                </a:solidFill>
                <a:latin typeface="Times New Roman"/>
                <a:cs typeface="Times New Roman"/>
              </a:rPr>
              <a:t>displays</a:t>
            </a:r>
            <a:r>
              <a:rPr sz="2000" spc="-25" dirty="0">
                <a:solidFill>
                  <a:srgbClr val="FFFFFF"/>
                </a:solidFill>
                <a:latin typeface="Times New Roman"/>
                <a:cs typeface="Times New Roman"/>
              </a:rPr>
              <a:t> </a:t>
            </a:r>
            <a:r>
              <a:rPr sz="2000" spc="10" dirty="0">
                <a:solidFill>
                  <a:srgbClr val="FFFFFF"/>
                </a:solidFill>
                <a:latin typeface="Times New Roman"/>
                <a:cs typeface="Times New Roman"/>
              </a:rPr>
              <a:t>all</a:t>
            </a:r>
            <a:r>
              <a:rPr sz="2000" spc="-10" dirty="0">
                <a:solidFill>
                  <a:srgbClr val="FFFFFF"/>
                </a:solidFill>
                <a:latin typeface="Times New Roman"/>
                <a:cs typeface="Times New Roman"/>
              </a:rPr>
              <a:t> </a:t>
            </a:r>
            <a:r>
              <a:rPr sz="2000" spc="110" dirty="0">
                <a:solidFill>
                  <a:srgbClr val="FFFFFF"/>
                </a:solidFill>
                <a:latin typeface="Times New Roman"/>
                <a:cs typeface="Times New Roman"/>
              </a:rPr>
              <a:t>the</a:t>
            </a:r>
            <a:r>
              <a:rPr sz="2000" spc="-15" dirty="0">
                <a:solidFill>
                  <a:srgbClr val="FFFFFF"/>
                </a:solidFill>
                <a:latin typeface="Times New Roman"/>
                <a:cs typeface="Times New Roman"/>
              </a:rPr>
              <a:t> </a:t>
            </a:r>
            <a:r>
              <a:rPr sz="2000" spc="55" dirty="0">
                <a:solidFill>
                  <a:srgbClr val="FFFFFF"/>
                </a:solidFill>
                <a:latin typeface="Times New Roman"/>
                <a:cs typeface="Times New Roman"/>
              </a:rPr>
              <a:t>objects</a:t>
            </a:r>
            <a:r>
              <a:rPr sz="2000" spc="-20" dirty="0">
                <a:solidFill>
                  <a:srgbClr val="FFFFFF"/>
                </a:solidFill>
                <a:latin typeface="Times New Roman"/>
                <a:cs typeface="Times New Roman"/>
              </a:rPr>
              <a:t> </a:t>
            </a:r>
            <a:r>
              <a:rPr sz="2000" spc="95" dirty="0">
                <a:solidFill>
                  <a:srgbClr val="FFFFFF"/>
                </a:solidFill>
                <a:latin typeface="Times New Roman"/>
                <a:cs typeface="Times New Roman"/>
              </a:rPr>
              <a:t>in</a:t>
            </a:r>
            <a:r>
              <a:rPr sz="2000" spc="-15" dirty="0">
                <a:solidFill>
                  <a:srgbClr val="FFFFFF"/>
                </a:solidFill>
                <a:latin typeface="Times New Roman"/>
                <a:cs typeface="Times New Roman"/>
              </a:rPr>
              <a:t> </a:t>
            </a:r>
            <a:r>
              <a:rPr sz="2000" spc="110" dirty="0">
                <a:solidFill>
                  <a:srgbClr val="FFFFFF"/>
                </a:solidFill>
                <a:latin typeface="Times New Roman"/>
                <a:cs typeface="Times New Roman"/>
              </a:rPr>
              <a:t>the</a:t>
            </a:r>
            <a:r>
              <a:rPr sz="2000" spc="-20" dirty="0">
                <a:solidFill>
                  <a:srgbClr val="FFFFFF"/>
                </a:solidFill>
                <a:latin typeface="Times New Roman"/>
                <a:cs typeface="Times New Roman"/>
              </a:rPr>
              <a:t> </a:t>
            </a:r>
            <a:r>
              <a:rPr sz="2000" spc="50" dirty="0">
                <a:solidFill>
                  <a:srgbClr val="FFFFFF"/>
                </a:solidFill>
                <a:latin typeface="Times New Roman"/>
                <a:cs typeface="Times New Roman"/>
              </a:rPr>
              <a:t>server</a:t>
            </a:r>
            <a:r>
              <a:rPr sz="2000" spc="-20" dirty="0">
                <a:solidFill>
                  <a:srgbClr val="FFFFFF"/>
                </a:solidFill>
                <a:latin typeface="Times New Roman"/>
                <a:cs typeface="Times New Roman"/>
              </a:rPr>
              <a:t> </a:t>
            </a:r>
            <a:r>
              <a:rPr sz="2000" spc="95" dirty="0">
                <a:solidFill>
                  <a:srgbClr val="FFFFFF"/>
                </a:solidFill>
                <a:latin typeface="Times New Roman"/>
                <a:cs typeface="Times New Roman"/>
              </a:rPr>
              <a:t>in</a:t>
            </a:r>
            <a:r>
              <a:rPr sz="2000" spc="-15" dirty="0">
                <a:solidFill>
                  <a:srgbClr val="FFFFFF"/>
                </a:solidFill>
                <a:latin typeface="Times New Roman"/>
                <a:cs typeface="Times New Roman"/>
              </a:rPr>
              <a:t> </a:t>
            </a:r>
            <a:r>
              <a:rPr sz="2000" spc="30" dirty="0">
                <a:solidFill>
                  <a:srgbClr val="FFFFFF"/>
                </a:solidFill>
                <a:latin typeface="Times New Roman"/>
                <a:cs typeface="Times New Roman"/>
              </a:rPr>
              <a:t>a</a:t>
            </a:r>
            <a:r>
              <a:rPr sz="2000" spc="-25" dirty="0">
                <a:solidFill>
                  <a:srgbClr val="FFFFFF"/>
                </a:solidFill>
                <a:latin typeface="Times New Roman"/>
                <a:cs typeface="Times New Roman"/>
              </a:rPr>
              <a:t> </a:t>
            </a:r>
            <a:r>
              <a:rPr sz="2000" spc="75" dirty="0">
                <a:solidFill>
                  <a:srgbClr val="FFFFFF"/>
                </a:solidFill>
                <a:latin typeface="Times New Roman"/>
                <a:cs typeface="Times New Roman"/>
              </a:rPr>
              <a:t>tabular</a:t>
            </a:r>
            <a:r>
              <a:rPr sz="2000" spc="-20" dirty="0">
                <a:solidFill>
                  <a:srgbClr val="FFFFFF"/>
                </a:solidFill>
                <a:latin typeface="Times New Roman"/>
                <a:cs typeface="Times New Roman"/>
              </a:rPr>
              <a:t> </a:t>
            </a:r>
            <a:r>
              <a:rPr sz="2000" spc="75" dirty="0">
                <a:solidFill>
                  <a:srgbClr val="FFFFFF"/>
                </a:solidFill>
                <a:latin typeface="Times New Roman"/>
                <a:cs typeface="Times New Roman"/>
              </a:rPr>
              <a:t>format</a:t>
            </a:r>
            <a:r>
              <a:rPr sz="2000" spc="-20" dirty="0">
                <a:solidFill>
                  <a:srgbClr val="FFFFFF"/>
                </a:solidFill>
                <a:latin typeface="Times New Roman"/>
                <a:cs typeface="Times New Roman"/>
              </a:rPr>
              <a:t> </a:t>
            </a:r>
            <a:r>
              <a:rPr sz="2000" spc="114" dirty="0">
                <a:solidFill>
                  <a:srgbClr val="FFFFFF"/>
                </a:solidFill>
                <a:latin typeface="Times New Roman"/>
                <a:cs typeface="Times New Roman"/>
              </a:rPr>
              <a:t>and</a:t>
            </a:r>
            <a:r>
              <a:rPr sz="2000" spc="-25" dirty="0">
                <a:solidFill>
                  <a:srgbClr val="FFFFFF"/>
                </a:solidFill>
                <a:latin typeface="Times New Roman"/>
                <a:cs typeface="Times New Roman"/>
              </a:rPr>
              <a:t> </a:t>
            </a:r>
            <a:r>
              <a:rPr sz="2000" spc="65" dirty="0">
                <a:solidFill>
                  <a:srgbClr val="FFFFFF"/>
                </a:solidFill>
                <a:latin typeface="Times New Roman"/>
                <a:cs typeface="Times New Roman"/>
              </a:rPr>
              <a:t>providers</a:t>
            </a:r>
            <a:r>
              <a:rPr sz="2000" spc="-15" dirty="0">
                <a:solidFill>
                  <a:srgbClr val="FFFFFF"/>
                </a:solidFill>
                <a:latin typeface="Times New Roman"/>
                <a:cs typeface="Times New Roman"/>
              </a:rPr>
              <a:t> </a:t>
            </a:r>
            <a:r>
              <a:rPr sz="2000" spc="30" dirty="0">
                <a:solidFill>
                  <a:srgbClr val="FFFFFF"/>
                </a:solidFill>
                <a:latin typeface="Times New Roman"/>
                <a:cs typeface="Times New Roman"/>
              </a:rPr>
              <a:t>a  </a:t>
            </a:r>
            <a:r>
              <a:rPr sz="2000" spc="70" dirty="0">
                <a:solidFill>
                  <a:srgbClr val="FFFFFF"/>
                </a:solidFill>
                <a:latin typeface="Times New Roman"/>
                <a:cs typeface="Times New Roman"/>
              </a:rPr>
              <a:t>user</a:t>
            </a:r>
            <a:r>
              <a:rPr sz="2000" spc="-70" dirty="0">
                <a:solidFill>
                  <a:srgbClr val="FFFFFF"/>
                </a:solidFill>
                <a:latin typeface="Times New Roman"/>
                <a:cs typeface="Times New Roman"/>
              </a:rPr>
              <a:t> </a:t>
            </a:r>
            <a:r>
              <a:rPr sz="2000" spc="60" dirty="0">
                <a:solidFill>
                  <a:srgbClr val="FFFFFF"/>
                </a:solidFill>
                <a:latin typeface="Times New Roman"/>
                <a:cs typeface="Times New Roman"/>
              </a:rPr>
              <a:t>interface</a:t>
            </a:r>
            <a:r>
              <a:rPr sz="2000" spc="-65" dirty="0">
                <a:solidFill>
                  <a:srgbClr val="FFFFFF"/>
                </a:solidFill>
                <a:latin typeface="Times New Roman"/>
                <a:cs typeface="Times New Roman"/>
              </a:rPr>
              <a:t> </a:t>
            </a:r>
            <a:r>
              <a:rPr sz="2000" spc="110" dirty="0">
                <a:solidFill>
                  <a:srgbClr val="FFFFFF"/>
                </a:solidFill>
                <a:latin typeface="Times New Roman"/>
                <a:cs typeface="Times New Roman"/>
              </a:rPr>
              <a:t>to</a:t>
            </a:r>
            <a:r>
              <a:rPr sz="2000" spc="-65" dirty="0">
                <a:solidFill>
                  <a:srgbClr val="FFFFFF"/>
                </a:solidFill>
                <a:latin typeface="Times New Roman"/>
                <a:cs typeface="Times New Roman"/>
              </a:rPr>
              <a:t> </a:t>
            </a:r>
            <a:r>
              <a:rPr sz="2000" spc="60" dirty="0">
                <a:solidFill>
                  <a:srgbClr val="FFFFFF"/>
                </a:solidFill>
                <a:latin typeface="Times New Roman"/>
                <a:cs typeface="Times New Roman"/>
              </a:rPr>
              <a:t>manage</a:t>
            </a:r>
            <a:r>
              <a:rPr sz="2000" spc="-65" dirty="0">
                <a:solidFill>
                  <a:srgbClr val="FFFFFF"/>
                </a:solidFill>
                <a:latin typeface="Times New Roman"/>
                <a:cs typeface="Times New Roman"/>
              </a:rPr>
              <a:t> </a:t>
            </a:r>
            <a:r>
              <a:rPr sz="2000" spc="85" dirty="0">
                <a:solidFill>
                  <a:srgbClr val="FFFFFF"/>
                </a:solidFill>
                <a:latin typeface="Times New Roman"/>
                <a:cs typeface="Times New Roman"/>
              </a:rPr>
              <a:t>them.</a:t>
            </a:r>
            <a:endParaRPr sz="2000">
              <a:latin typeface="Times New Roman"/>
              <a:cs typeface="Times New Roman"/>
            </a:endParaRPr>
          </a:p>
        </p:txBody>
      </p:sp>
      <p:grpSp>
        <p:nvGrpSpPr>
          <p:cNvPr id="11" name="object 11"/>
          <p:cNvGrpSpPr/>
          <p:nvPr/>
        </p:nvGrpSpPr>
        <p:grpSpPr>
          <a:xfrm>
            <a:off x="390906" y="4282427"/>
            <a:ext cx="8228965" cy="1156970"/>
            <a:chOff x="390906" y="4282427"/>
            <a:chExt cx="8228965" cy="1156970"/>
          </a:xfrm>
        </p:grpSpPr>
        <p:pic>
          <p:nvPicPr>
            <p:cNvPr id="12" name="object 12"/>
            <p:cNvPicPr/>
            <p:nvPr/>
          </p:nvPicPr>
          <p:blipFill>
            <a:blip r:embed="rId5" cstate="print"/>
            <a:stretch>
              <a:fillRect/>
            </a:stretch>
          </p:blipFill>
          <p:spPr>
            <a:xfrm>
              <a:off x="390906" y="4282427"/>
              <a:ext cx="8228838" cy="1156728"/>
            </a:xfrm>
            <a:prstGeom prst="rect">
              <a:avLst/>
            </a:prstGeom>
          </p:spPr>
        </p:pic>
        <p:pic>
          <p:nvPicPr>
            <p:cNvPr id="13" name="object 13"/>
            <p:cNvPicPr/>
            <p:nvPr/>
          </p:nvPicPr>
          <p:blipFill>
            <a:blip r:embed="rId7" cstate="print"/>
            <a:stretch>
              <a:fillRect/>
            </a:stretch>
          </p:blipFill>
          <p:spPr>
            <a:xfrm>
              <a:off x="432054" y="4300728"/>
              <a:ext cx="8153400" cy="1081278"/>
            </a:xfrm>
            <a:prstGeom prst="rect">
              <a:avLst/>
            </a:prstGeom>
          </p:spPr>
        </p:pic>
      </p:grpSp>
      <p:sp>
        <p:nvSpPr>
          <p:cNvPr id="14" name="object 14"/>
          <p:cNvSpPr txBox="1"/>
          <p:nvPr/>
        </p:nvSpPr>
        <p:spPr>
          <a:xfrm>
            <a:off x="565404" y="4534408"/>
            <a:ext cx="7957184" cy="604520"/>
          </a:xfrm>
          <a:prstGeom prst="rect">
            <a:avLst/>
          </a:prstGeom>
        </p:spPr>
        <p:txBody>
          <a:bodyPr vert="horz" wrap="square" lIns="0" tIns="46990" rIns="0" bIns="0" rtlCol="0">
            <a:spAutoFit/>
          </a:bodyPr>
          <a:lstStyle/>
          <a:p>
            <a:pPr marL="12700" marR="5080">
              <a:lnSpc>
                <a:spcPts val="2160"/>
              </a:lnSpc>
              <a:spcBef>
                <a:spcPts val="370"/>
              </a:spcBef>
            </a:pPr>
            <a:r>
              <a:rPr sz="2000" spc="60" dirty="0">
                <a:solidFill>
                  <a:srgbClr val="FFFFFF"/>
                </a:solidFill>
                <a:latin typeface="Times New Roman"/>
                <a:cs typeface="Times New Roman"/>
              </a:rPr>
              <a:t>Capabilities </a:t>
            </a:r>
            <a:r>
              <a:rPr sz="2000" spc="55" dirty="0">
                <a:solidFill>
                  <a:srgbClr val="FFFFFF"/>
                </a:solidFill>
                <a:latin typeface="Times New Roman"/>
                <a:cs typeface="Times New Roman"/>
              </a:rPr>
              <a:t>of </a:t>
            </a:r>
            <a:r>
              <a:rPr sz="2000" spc="90" dirty="0">
                <a:solidFill>
                  <a:srgbClr val="FFFFFF"/>
                </a:solidFill>
                <a:latin typeface="Times New Roman"/>
                <a:cs typeface="Times New Roman"/>
              </a:rPr>
              <a:t>Object </a:t>
            </a:r>
            <a:r>
              <a:rPr sz="2000" spc="60" dirty="0">
                <a:solidFill>
                  <a:srgbClr val="FFFFFF"/>
                </a:solidFill>
                <a:latin typeface="Times New Roman"/>
                <a:cs typeface="Times New Roman"/>
              </a:rPr>
              <a:t>Explorer </a:t>
            </a:r>
            <a:r>
              <a:rPr sz="2000" spc="40" dirty="0">
                <a:solidFill>
                  <a:srgbClr val="FFFFFF"/>
                </a:solidFill>
                <a:latin typeface="Times New Roman"/>
                <a:cs typeface="Times New Roman"/>
              </a:rPr>
              <a:t>vary </a:t>
            </a:r>
            <a:r>
              <a:rPr sz="2000" spc="35" dirty="0">
                <a:solidFill>
                  <a:srgbClr val="FFFFFF"/>
                </a:solidFill>
                <a:latin typeface="Times New Roman"/>
                <a:cs typeface="Times New Roman"/>
              </a:rPr>
              <a:t>slightly </a:t>
            </a:r>
            <a:r>
              <a:rPr sz="2000" spc="85" dirty="0">
                <a:solidFill>
                  <a:srgbClr val="FFFFFF"/>
                </a:solidFill>
                <a:latin typeface="Times New Roman"/>
                <a:cs typeface="Times New Roman"/>
              </a:rPr>
              <a:t>depending </a:t>
            </a:r>
            <a:r>
              <a:rPr sz="2000" spc="135" dirty="0">
                <a:solidFill>
                  <a:srgbClr val="FFFFFF"/>
                </a:solidFill>
                <a:latin typeface="Times New Roman"/>
                <a:cs typeface="Times New Roman"/>
              </a:rPr>
              <a:t>on </a:t>
            </a:r>
            <a:r>
              <a:rPr sz="2000" spc="110" dirty="0">
                <a:solidFill>
                  <a:srgbClr val="FFFFFF"/>
                </a:solidFill>
                <a:latin typeface="Times New Roman"/>
                <a:cs typeface="Times New Roman"/>
              </a:rPr>
              <a:t>the </a:t>
            </a:r>
            <a:r>
              <a:rPr sz="2000" spc="70" dirty="0">
                <a:solidFill>
                  <a:srgbClr val="FFFFFF"/>
                </a:solidFill>
                <a:latin typeface="Times New Roman"/>
                <a:cs typeface="Times New Roman"/>
              </a:rPr>
              <a:t>type </a:t>
            </a:r>
            <a:r>
              <a:rPr sz="2000" spc="50" dirty="0">
                <a:solidFill>
                  <a:srgbClr val="FFFFFF"/>
                </a:solidFill>
                <a:latin typeface="Times New Roman"/>
                <a:cs typeface="Times New Roman"/>
              </a:rPr>
              <a:t>of  </a:t>
            </a:r>
            <a:r>
              <a:rPr sz="2000" spc="40" dirty="0">
                <a:solidFill>
                  <a:srgbClr val="FFFFFF"/>
                </a:solidFill>
                <a:latin typeface="Times New Roman"/>
                <a:cs typeface="Times New Roman"/>
              </a:rPr>
              <a:t>server.</a:t>
            </a:r>
            <a:endParaRPr sz="2000">
              <a:latin typeface="Times New Roman"/>
              <a:cs typeface="Times New Roman"/>
            </a:endParaRPr>
          </a:p>
        </p:txBody>
      </p:sp>
      <p:sp>
        <p:nvSpPr>
          <p:cNvPr id="16" name="object 16"/>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37" baseline="4629" dirty="0"/>
              <a:t>3/</a:t>
            </a:r>
            <a:r>
              <a:rPr sz="1800" spc="-270" baseline="4629" dirty="0"/>
              <a:t> </a:t>
            </a:r>
            <a:fld id="{81D60167-4931-47E6-BA6A-407CBD079E47}" type="slidenum">
              <a:rPr sz="1200" spc="-5" dirty="0"/>
              <a:t>21</a:t>
            </a:fld>
            <a:endParaRPr sz="1200"/>
          </a:p>
        </p:txBody>
      </p:sp>
      <p:sp>
        <p:nvSpPr>
          <p:cNvPr id="17" name="object 17"/>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37413"/>
            <a:ext cx="8595995" cy="452755"/>
          </a:xfrm>
          <a:prstGeom prst="rect">
            <a:avLst/>
          </a:prstGeom>
        </p:spPr>
        <p:txBody>
          <a:bodyPr vert="horz" wrap="square" lIns="0" tIns="12700" rIns="0" bIns="0" rtlCol="0">
            <a:spAutoFit/>
          </a:bodyPr>
          <a:lstStyle/>
          <a:p>
            <a:pPr marL="12700">
              <a:lnSpc>
                <a:spcPct val="100000"/>
              </a:lnSpc>
              <a:spcBef>
                <a:spcPts val="100"/>
              </a:spcBef>
            </a:pPr>
            <a:r>
              <a:rPr sz="2800" b="0" spc="85" dirty="0">
                <a:latin typeface="Times New Roman"/>
                <a:cs typeface="Times New Roman"/>
              </a:rPr>
              <a:t>Role</a:t>
            </a:r>
            <a:r>
              <a:rPr sz="2800" b="0" spc="-110" dirty="0">
                <a:latin typeface="Times New Roman"/>
                <a:cs typeface="Times New Roman"/>
              </a:rPr>
              <a:t> </a:t>
            </a:r>
            <a:r>
              <a:rPr sz="2800" b="0" spc="160" dirty="0">
                <a:latin typeface="Times New Roman"/>
                <a:cs typeface="Times New Roman"/>
              </a:rPr>
              <a:t>and</a:t>
            </a:r>
            <a:r>
              <a:rPr sz="2800" b="0" spc="-105" dirty="0">
                <a:latin typeface="Times New Roman"/>
                <a:cs typeface="Times New Roman"/>
              </a:rPr>
              <a:t> </a:t>
            </a:r>
            <a:r>
              <a:rPr sz="2800" b="0" spc="135" dirty="0">
                <a:latin typeface="Times New Roman"/>
                <a:cs typeface="Times New Roman"/>
              </a:rPr>
              <a:t>Structure</a:t>
            </a:r>
            <a:r>
              <a:rPr sz="2800" b="0" spc="-105" dirty="0">
                <a:latin typeface="Times New Roman"/>
                <a:cs typeface="Times New Roman"/>
              </a:rPr>
              <a:t> </a:t>
            </a:r>
            <a:r>
              <a:rPr sz="2800" b="0" spc="80" dirty="0">
                <a:latin typeface="Times New Roman"/>
                <a:cs typeface="Times New Roman"/>
              </a:rPr>
              <a:t>of</a:t>
            </a:r>
            <a:r>
              <a:rPr sz="2800" b="0" spc="-110" dirty="0">
                <a:latin typeface="Times New Roman"/>
                <a:cs typeface="Times New Roman"/>
              </a:rPr>
              <a:t> </a:t>
            </a:r>
            <a:r>
              <a:rPr sz="2800" b="0" spc="125" dirty="0">
                <a:latin typeface="Times New Roman"/>
                <a:cs typeface="Times New Roman"/>
              </a:rPr>
              <a:t>Object</a:t>
            </a:r>
            <a:r>
              <a:rPr sz="2800" b="0" spc="-105" dirty="0">
                <a:latin typeface="Times New Roman"/>
                <a:cs typeface="Times New Roman"/>
              </a:rPr>
              <a:t> </a:t>
            </a:r>
            <a:r>
              <a:rPr sz="2800" b="0" spc="85" dirty="0">
                <a:latin typeface="Times New Roman"/>
                <a:cs typeface="Times New Roman"/>
              </a:rPr>
              <a:t>Explorer</a:t>
            </a:r>
            <a:r>
              <a:rPr sz="2800" b="0" spc="-120" dirty="0">
                <a:latin typeface="Times New Roman"/>
                <a:cs typeface="Times New Roman"/>
              </a:rPr>
              <a:t> </a:t>
            </a:r>
            <a:r>
              <a:rPr sz="2800" b="0" spc="135" dirty="0">
                <a:latin typeface="Times New Roman"/>
                <a:cs typeface="Times New Roman"/>
              </a:rPr>
              <a:t>in</a:t>
            </a:r>
            <a:r>
              <a:rPr sz="2800" b="0" spc="-105" dirty="0">
                <a:latin typeface="Times New Roman"/>
                <a:cs typeface="Times New Roman"/>
              </a:rPr>
              <a:t> </a:t>
            </a:r>
            <a:r>
              <a:rPr sz="2800" b="0" spc="140" dirty="0">
                <a:latin typeface="Times New Roman"/>
                <a:cs typeface="Times New Roman"/>
              </a:rPr>
              <a:t>SQL</a:t>
            </a:r>
            <a:r>
              <a:rPr sz="2800" b="0" spc="-105" dirty="0">
                <a:latin typeface="Times New Roman"/>
                <a:cs typeface="Times New Roman"/>
              </a:rPr>
              <a:t> </a:t>
            </a:r>
            <a:r>
              <a:rPr sz="2800" b="0" spc="90" dirty="0">
                <a:latin typeface="Times New Roman"/>
                <a:cs typeface="Times New Roman"/>
              </a:rPr>
              <a:t>Server</a:t>
            </a:r>
            <a:r>
              <a:rPr sz="2800" b="0" spc="-105" dirty="0">
                <a:latin typeface="Times New Roman"/>
                <a:cs typeface="Times New Roman"/>
              </a:rPr>
              <a:t> </a:t>
            </a:r>
            <a:r>
              <a:rPr sz="2800" b="0" spc="-175" dirty="0">
                <a:latin typeface="Times New Roman"/>
                <a:cs typeface="Times New Roman"/>
              </a:rPr>
              <a:t>1-2</a:t>
            </a:r>
            <a:endParaRPr sz="2800">
              <a:latin typeface="Times New Roman"/>
              <a:cs typeface="Times New Roman"/>
            </a:endParaRPr>
          </a:p>
        </p:txBody>
      </p:sp>
      <p:grpSp>
        <p:nvGrpSpPr>
          <p:cNvPr id="3" name="object 3"/>
          <p:cNvGrpSpPr/>
          <p:nvPr/>
        </p:nvGrpSpPr>
        <p:grpSpPr>
          <a:xfrm>
            <a:off x="345947" y="1194816"/>
            <a:ext cx="4489450" cy="4573905"/>
            <a:chOff x="345947" y="1194816"/>
            <a:chExt cx="4489450" cy="4573905"/>
          </a:xfrm>
        </p:grpSpPr>
        <p:pic>
          <p:nvPicPr>
            <p:cNvPr id="4" name="object 4"/>
            <p:cNvPicPr/>
            <p:nvPr/>
          </p:nvPicPr>
          <p:blipFill>
            <a:blip r:embed="rId3" cstate="print"/>
            <a:stretch>
              <a:fillRect/>
            </a:stretch>
          </p:blipFill>
          <p:spPr>
            <a:xfrm>
              <a:off x="345947" y="1194816"/>
              <a:ext cx="4488942" cy="4573524"/>
            </a:xfrm>
            <a:prstGeom prst="rect">
              <a:avLst/>
            </a:prstGeom>
          </p:spPr>
        </p:pic>
        <p:pic>
          <p:nvPicPr>
            <p:cNvPr id="5" name="object 5"/>
            <p:cNvPicPr/>
            <p:nvPr/>
          </p:nvPicPr>
          <p:blipFill>
            <a:blip r:embed="rId4" cstate="print"/>
            <a:stretch>
              <a:fillRect/>
            </a:stretch>
          </p:blipFill>
          <p:spPr>
            <a:xfrm>
              <a:off x="387095" y="1213104"/>
              <a:ext cx="4413504" cy="4498086"/>
            </a:xfrm>
            <a:prstGeom prst="rect">
              <a:avLst/>
            </a:prstGeom>
          </p:spPr>
        </p:pic>
      </p:grpSp>
      <p:sp>
        <p:nvSpPr>
          <p:cNvPr id="6" name="object 6"/>
          <p:cNvSpPr txBox="1"/>
          <p:nvPr/>
        </p:nvSpPr>
        <p:spPr>
          <a:xfrm>
            <a:off x="487933" y="1793239"/>
            <a:ext cx="4211320" cy="3155950"/>
          </a:xfrm>
          <a:prstGeom prst="rect">
            <a:avLst/>
          </a:prstGeom>
        </p:spPr>
        <p:txBody>
          <a:bodyPr vert="horz" wrap="square" lIns="0" tIns="12065" rIns="0" bIns="0" rtlCol="0">
            <a:spAutoFit/>
          </a:bodyPr>
          <a:lstStyle/>
          <a:p>
            <a:pPr marL="12700">
              <a:lnSpc>
                <a:spcPts val="2310"/>
              </a:lnSpc>
              <a:spcBef>
                <a:spcPts val="95"/>
              </a:spcBef>
            </a:pPr>
            <a:r>
              <a:rPr sz="2000" spc="130" dirty="0">
                <a:solidFill>
                  <a:srgbClr val="FFFFFF"/>
                </a:solidFill>
                <a:latin typeface="Times New Roman"/>
                <a:cs typeface="Times New Roman"/>
              </a:rPr>
              <a:t>The </a:t>
            </a:r>
            <a:r>
              <a:rPr sz="2000" spc="85" dirty="0">
                <a:solidFill>
                  <a:srgbClr val="FFFFFF"/>
                </a:solidFill>
                <a:latin typeface="Times New Roman"/>
                <a:cs typeface="Times New Roman"/>
              </a:rPr>
              <a:t>structure</a:t>
            </a:r>
            <a:r>
              <a:rPr sz="2000" spc="-275" dirty="0">
                <a:solidFill>
                  <a:srgbClr val="FFFFFF"/>
                </a:solidFill>
                <a:latin typeface="Times New Roman"/>
                <a:cs typeface="Times New Roman"/>
              </a:rPr>
              <a:t> </a:t>
            </a:r>
            <a:r>
              <a:rPr sz="2000" spc="65" dirty="0">
                <a:solidFill>
                  <a:srgbClr val="FFFFFF"/>
                </a:solidFill>
                <a:latin typeface="Times New Roman"/>
                <a:cs typeface="Times New Roman"/>
              </a:rPr>
              <a:t>includes</a:t>
            </a:r>
            <a:endParaRPr sz="2000">
              <a:latin typeface="Times New Roman"/>
              <a:cs typeface="Times New Roman"/>
            </a:endParaRPr>
          </a:p>
          <a:p>
            <a:pPr marL="355600" indent="-342900">
              <a:lnSpc>
                <a:spcPts val="1960"/>
              </a:lnSpc>
              <a:buClr>
                <a:srgbClr val="000000"/>
              </a:buClr>
              <a:buChar char="-"/>
              <a:tabLst>
                <a:tab pos="354965" algn="l"/>
                <a:tab pos="355600" algn="l"/>
              </a:tabLst>
            </a:pPr>
            <a:r>
              <a:rPr sz="1800" spc="50" dirty="0">
                <a:solidFill>
                  <a:srgbClr val="FFFFFF"/>
                </a:solidFill>
                <a:latin typeface="Times New Roman"/>
                <a:cs typeface="Times New Roman"/>
              </a:rPr>
              <a:t>Databases</a:t>
            </a:r>
            <a:endParaRPr sz="1800">
              <a:latin typeface="Times New Roman"/>
              <a:cs typeface="Times New Roman"/>
            </a:endParaRPr>
          </a:p>
          <a:p>
            <a:pPr marL="355600" indent="-342900">
              <a:lnSpc>
                <a:spcPts val="1945"/>
              </a:lnSpc>
              <a:buClr>
                <a:srgbClr val="000000"/>
              </a:buClr>
              <a:buChar char="-"/>
              <a:tabLst>
                <a:tab pos="354965" algn="l"/>
                <a:tab pos="355600" algn="l"/>
              </a:tabLst>
            </a:pPr>
            <a:r>
              <a:rPr sz="1800" spc="55" dirty="0">
                <a:solidFill>
                  <a:srgbClr val="FFFFFF"/>
                </a:solidFill>
                <a:latin typeface="Times New Roman"/>
                <a:cs typeface="Times New Roman"/>
              </a:rPr>
              <a:t>Security</a:t>
            </a:r>
            <a:endParaRPr sz="1800">
              <a:latin typeface="Times New Roman"/>
              <a:cs typeface="Times New Roman"/>
            </a:endParaRPr>
          </a:p>
          <a:p>
            <a:pPr marL="355600" indent="-342900">
              <a:lnSpc>
                <a:spcPts val="1945"/>
              </a:lnSpc>
              <a:buClr>
                <a:srgbClr val="000000"/>
              </a:buClr>
              <a:buChar char="-"/>
              <a:tabLst>
                <a:tab pos="354965" algn="l"/>
                <a:tab pos="355600" algn="l"/>
              </a:tabLst>
            </a:pPr>
            <a:r>
              <a:rPr sz="1800" spc="45" dirty="0">
                <a:solidFill>
                  <a:srgbClr val="FFFFFF"/>
                </a:solidFill>
                <a:latin typeface="Times New Roman"/>
                <a:cs typeface="Times New Roman"/>
              </a:rPr>
              <a:t>server</a:t>
            </a:r>
            <a:r>
              <a:rPr sz="1800" spc="-75" dirty="0">
                <a:solidFill>
                  <a:srgbClr val="FFFFFF"/>
                </a:solidFill>
                <a:latin typeface="Times New Roman"/>
                <a:cs typeface="Times New Roman"/>
              </a:rPr>
              <a:t> </a:t>
            </a:r>
            <a:r>
              <a:rPr sz="1800" spc="50" dirty="0">
                <a:solidFill>
                  <a:srgbClr val="FFFFFF"/>
                </a:solidFill>
                <a:latin typeface="Times New Roman"/>
                <a:cs typeface="Times New Roman"/>
              </a:rPr>
              <a:t>objects</a:t>
            </a:r>
            <a:endParaRPr sz="1800">
              <a:latin typeface="Times New Roman"/>
              <a:cs typeface="Times New Roman"/>
            </a:endParaRPr>
          </a:p>
          <a:p>
            <a:pPr marL="355600" indent="-342900">
              <a:lnSpc>
                <a:spcPts val="1945"/>
              </a:lnSpc>
              <a:buClr>
                <a:srgbClr val="000000"/>
              </a:buClr>
              <a:buChar char="-"/>
              <a:tabLst>
                <a:tab pos="354965" algn="l"/>
                <a:tab pos="355600" algn="l"/>
              </a:tabLst>
            </a:pPr>
            <a:r>
              <a:rPr sz="1800" spc="55" dirty="0">
                <a:solidFill>
                  <a:srgbClr val="FFFFFF"/>
                </a:solidFill>
                <a:latin typeface="Times New Roman"/>
                <a:cs typeface="Times New Roman"/>
              </a:rPr>
              <a:t>Replications</a:t>
            </a:r>
            <a:endParaRPr sz="1800">
              <a:latin typeface="Times New Roman"/>
              <a:cs typeface="Times New Roman"/>
            </a:endParaRPr>
          </a:p>
          <a:p>
            <a:pPr marL="355600" indent="-342900">
              <a:lnSpc>
                <a:spcPts val="1945"/>
              </a:lnSpc>
              <a:buClr>
                <a:srgbClr val="000000"/>
              </a:buClr>
              <a:buChar char="-"/>
              <a:tabLst>
                <a:tab pos="354965" algn="l"/>
                <a:tab pos="355600" algn="l"/>
              </a:tabLst>
            </a:pPr>
            <a:r>
              <a:rPr sz="1800" spc="80" dirty="0">
                <a:solidFill>
                  <a:srgbClr val="FFFFFF"/>
                </a:solidFill>
                <a:latin typeface="Times New Roman"/>
                <a:cs typeface="Times New Roman"/>
              </a:rPr>
              <a:t>AlwaysOn </a:t>
            </a:r>
            <a:r>
              <a:rPr sz="1800" spc="60" dirty="0">
                <a:solidFill>
                  <a:srgbClr val="FFFFFF"/>
                </a:solidFill>
                <a:latin typeface="Times New Roman"/>
                <a:cs typeface="Times New Roman"/>
              </a:rPr>
              <a:t>High</a:t>
            </a:r>
            <a:r>
              <a:rPr sz="1800" spc="-200" dirty="0">
                <a:solidFill>
                  <a:srgbClr val="FFFFFF"/>
                </a:solidFill>
                <a:latin typeface="Times New Roman"/>
                <a:cs typeface="Times New Roman"/>
              </a:rPr>
              <a:t> </a:t>
            </a:r>
            <a:r>
              <a:rPr sz="1800" spc="40" dirty="0">
                <a:solidFill>
                  <a:srgbClr val="FFFFFF"/>
                </a:solidFill>
                <a:latin typeface="Times New Roman"/>
                <a:cs typeface="Times New Roman"/>
              </a:rPr>
              <a:t>Availability</a:t>
            </a:r>
            <a:endParaRPr sz="1800">
              <a:latin typeface="Times New Roman"/>
              <a:cs typeface="Times New Roman"/>
            </a:endParaRPr>
          </a:p>
          <a:p>
            <a:pPr marL="355600" indent="-342900">
              <a:lnSpc>
                <a:spcPts val="1945"/>
              </a:lnSpc>
              <a:buClr>
                <a:srgbClr val="000000"/>
              </a:buClr>
              <a:buChar char="-"/>
              <a:tabLst>
                <a:tab pos="354965" algn="l"/>
                <a:tab pos="355600" algn="l"/>
              </a:tabLst>
            </a:pPr>
            <a:r>
              <a:rPr sz="1800" spc="70" dirty="0">
                <a:solidFill>
                  <a:srgbClr val="FFFFFF"/>
                </a:solidFill>
                <a:latin typeface="Times New Roman"/>
                <a:cs typeface="Times New Roman"/>
              </a:rPr>
              <a:t>Management</a:t>
            </a:r>
            <a:endParaRPr sz="1800">
              <a:latin typeface="Times New Roman"/>
              <a:cs typeface="Times New Roman"/>
            </a:endParaRPr>
          </a:p>
          <a:p>
            <a:pPr marL="355600" indent="-342900">
              <a:lnSpc>
                <a:spcPts val="2055"/>
              </a:lnSpc>
              <a:buClr>
                <a:srgbClr val="000000"/>
              </a:buClr>
              <a:buChar char="-"/>
              <a:tabLst>
                <a:tab pos="354965" algn="l"/>
                <a:tab pos="355600" algn="l"/>
              </a:tabLst>
            </a:pPr>
            <a:r>
              <a:rPr sz="1800" spc="70" dirty="0">
                <a:solidFill>
                  <a:srgbClr val="FFFFFF"/>
                </a:solidFill>
                <a:latin typeface="Times New Roman"/>
                <a:cs typeface="Times New Roman"/>
              </a:rPr>
              <a:t>Integration </a:t>
            </a:r>
            <a:r>
              <a:rPr sz="1800" spc="35" dirty="0">
                <a:solidFill>
                  <a:srgbClr val="FFFFFF"/>
                </a:solidFill>
                <a:latin typeface="Times New Roman"/>
                <a:cs typeface="Times New Roman"/>
              </a:rPr>
              <a:t>Services</a:t>
            </a:r>
            <a:r>
              <a:rPr sz="1800" spc="-225" dirty="0">
                <a:solidFill>
                  <a:srgbClr val="FFFFFF"/>
                </a:solidFill>
                <a:latin typeface="Times New Roman"/>
                <a:cs typeface="Times New Roman"/>
              </a:rPr>
              <a:t> </a:t>
            </a:r>
            <a:r>
              <a:rPr sz="1800" spc="60" dirty="0">
                <a:solidFill>
                  <a:srgbClr val="FFFFFF"/>
                </a:solidFill>
                <a:latin typeface="Times New Roman"/>
                <a:cs typeface="Times New Roman"/>
              </a:rPr>
              <a:t>Catalogs</a:t>
            </a:r>
            <a:endParaRPr sz="1800">
              <a:latin typeface="Times New Roman"/>
              <a:cs typeface="Times New Roman"/>
            </a:endParaRPr>
          </a:p>
          <a:p>
            <a:pPr marL="355600" marR="5080" indent="-342900" algn="just">
              <a:lnSpc>
                <a:spcPts val="2160"/>
              </a:lnSpc>
              <a:spcBef>
                <a:spcPts val="2160"/>
              </a:spcBef>
              <a:buClr>
                <a:srgbClr val="000000"/>
              </a:buClr>
              <a:buFont typeface="Arial"/>
              <a:buChar char="•"/>
              <a:tabLst>
                <a:tab pos="355600" algn="l"/>
              </a:tabLst>
            </a:pPr>
            <a:r>
              <a:rPr sz="2000" spc="90" dirty="0">
                <a:solidFill>
                  <a:srgbClr val="FFFFFF"/>
                </a:solidFill>
                <a:latin typeface="Times New Roman"/>
                <a:cs typeface="Times New Roman"/>
              </a:rPr>
              <a:t>Object </a:t>
            </a:r>
            <a:r>
              <a:rPr sz="2000" spc="60" dirty="0">
                <a:solidFill>
                  <a:srgbClr val="FFFFFF"/>
                </a:solidFill>
                <a:latin typeface="Times New Roman"/>
                <a:cs typeface="Times New Roman"/>
              </a:rPr>
              <a:t>Explorer </a:t>
            </a:r>
            <a:r>
              <a:rPr sz="2000" spc="75" dirty="0">
                <a:solidFill>
                  <a:srgbClr val="FFFFFF"/>
                </a:solidFill>
                <a:latin typeface="Times New Roman"/>
                <a:cs typeface="Times New Roman"/>
              </a:rPr>
              <a:t>can </a:t>
            </a:r>
            <a:r>
              <a:rPr sz="2000" spc="70" dirty="0">
                <a:solidFill>
                  <a:srgbClr val="FFFFFF"/>
                </a:solidFill>
                <a:latin typeface="Times New Roman"/>
                <a:cs typeface="Times New Roman"/>
              </a:rPr>
              <a:t>be </a:t>
            </a:r>
            <a:r>
              <a:rPr sz="2000" spc="35" dirty="0">
                <a:solidFill>
                  <a:srgbClr val="FFFFFF"/>
                </a:solidFill>
                <a:latin typeface="Times New Roman"/>
                <a:cs typeface="Times New Roman"/>
              </a:rPr>
              <a:t>accessed  </a:t>
            </a:r>
            <a:r>
              <a:rPr sz="2000" spc="110" dirty="0">
                <a:solidFill>
                  <a:srgbClr val="FFFFFF"/>
                </a:solidFill>
                <a:latin typeface="Times New Roman"/>
                <a:cs typeface="Times New Roman"/>
              </a:rPr>
              <a:t>through </a:t>
            </a:r>
            <a:r>
              <a:rPr sz="2000" spc="70" dirty="0">
                <a:solidFill>
                  <a:srgbClr val="FFFFFF"/>
                </a:solidFill>
                <a:latin typeface="Times New Roman"/>
                <a:cs typeface="Times New Roman"/>
              </a:rPr>
              <a:t>SSMS </a:t>
            </a:r>
            <a:r>
              <a:rPr sz="2000" spc="45" dirty="0">
                <a:solidFill>
                  <a:srgbClr val="FFFFFF"/>
                </a:solidFill>
                <a:latin typeface="Times New Roman"/>
                <a:cs typeface="Times New Roman"/>
              </a:rPr>
              <a:t>by </a:t>
            </a:r>
            <a:r>
              <a:rPr sz="2000" spc="80" dirty="0">
                <a:solidFill>
                  <a:srgbClr val="FFFFFF"/>
                </a:solidFill>
                <a:latin typeface="Times New Roman"/>
                <a:cs typeface="Times New Roman"/>
              </a:rPr>
              <a:t>connecting </a:t>
            </a:r>
            <a:r>
              <a:rPr sz="2000" spc="114" dirty="0">
                <a:solidFill>
                  <a:srgbClr val="FFFFFF"/>
                </a:solidFill>
                <a:latin typeface="Times New Roman"/>
                <a:cs typeface="Times New Roman"/>
              </a:rPr>
              <a:t>to  </a:t>
            </a:r>
            <a:r>
              <a:rPr sz="2000" spc="110" dirty="0">
                <a:solidFill>
                  <a:srgbClr val="FFFFFF"/>
                </a:solidFill>
                <a:latin typeface="Times New Roman"/>
                <a:cs typeface="Times New Roman"/>
              </a:rPr>
              <a:t>the </a:t>
            </a:r>
            <a:r>
              <a:rPr sz="2000" spc="60" dirty="0">
                <a:solidFill>
                  <a:srgbClr val="FFFFFF"/>
                </a:solidFill>
                <a:latin typeface="Times New Roman"/>
                <a:cs typeface="Times New Roman"/>
              </a:rPr>
              <a:t>database</a:t>
            </a:r>
            <a:r>
              <a:rPr sz="2000" spc="-229" dirty="0">
                <a:solidFill>
                  <a:srgbClr val="FFFFFF"/>
                </a:solidFill>
                <a:latin typeface="Times New Roman"/>
                <a:cs typeface="Times New Roman"/>
              </a:rPr>
              <a:t> </a:t>
            </a:r>
            <a:r>
              <a:rPr sz="2000" spc="40" dirty="0">
                <a:solidFill>
                  <a:srgbClr val="FFFFFF"/>
                </a:solidFill>
                <a:latin typeface="Times New Roman"/>
                <a:cs typeface="Times New Roman"/>
              </a:rPr>
              <a:t>server.</a:t>
            </a:r>
            <a:endParaRPr sz="2000">
              <a:latin typeface="Times New Roman"/>
              <a:cs typeface="Times New Roman"/>
            </a:endParaRPr>
          </a:p>
        </p:txBody>
      </p:sp>
      <p:pic>
        <p:nvPicPr>
          <p:cNvPr id="7" name="object 7"/>
          <p:cNvPicPr/>
          <p:nvPr/>
        </p:nvPicPr>
        <p:blipFill>
          <a:blip r:embed="rId5" cstate="print"/>
          <a:stretch>
            <a:fillRect/>
          </a:stretch>
        </p:blipFill>
        <p:spPr>
          <a:xfrm>
            <a:off x="5083302" y="1399032"/>
            <a:ext cx="3919728" cy="4200144"/>
          </a:xfrm>
          <a:prstGeom prst="rect">
            <a:avLst/>
          </a:prstGeom>
        </p:spPr>
      </p:pic>
      <p:sp>
        <p:nvSpPr>
          <p:cNvPr id="8" name="object 8"/>
          <p:cNvSpPr txBox="1"/>
          <p:nvPr/>
        </p:nvSpPr>
        <p:spPr>
          <a:xfrm>
            <a:off x="6413246" y="5643117"/>
            <a:ext cx="1236345" cy="238760"/>
          </a:xfrm>
          <a:prstGeom prst="rect">
            <a:avLst/>
          </a:prstGeom>
        </p:spPr>
        <p:txBody>
          <a:bodyPr vert="horz" wrap="square" lIns="0" tIns="12065" rIns="0" bIns="0" rtlCol="0">
            <a:spAutoFit/>
          </a:bodyPr>
          <a:lstStyle/>
          <a:p>
            <a:pPr marL="12700">
              <a:lnSpc>
                <a:spcPct val="100000"/>
              </a:lnSpc>
              <a:spcBef>
                <a:spcPts val="95"/>
              </a:spcBef>
            </a:pPr>
            <a:r>
              <a:rPr sz="1400" b="1" dirty="0">
                <a:latin typeface="Times New Roman"/>
                <a:cs typeface="Times New Roman"/>
              </a:rPr>
              <a:t>Object</a:t>
            </a:r>
            <a:r>
              <a:rPr sz="1400" b="1" spc="-130" dirty="0">
                <a:latin typeface="Times New Roman"/>
                <a:cs typeface="Times New Roman"/>
              </a:rPr>
              <a:t> </a:t>
            </a:r>
            <a:r>
              <a:rPr sz="1400" b="1" spc="-25" dirty="0">
                <a:latin typeface="Times New Roman"/>
                <a:cs typeface="Times New Roman"/>
              </a:rPr>
              <a:t>Explorer</a:t>
            </a:r>
            <a:endParaRPr sz="1400">
              <a:latin typeface="Times New Roman"/>
              <a:cs typeface="Times New Roman"/>
            </a:endParaRPr>
          </a:p>
        </p:txBody>
      </p:sp>
      <p:sp>
        <p:nvSpPr>
          <p:cNvPr id="10" name="object 10"/>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37" baseline="4629" dirty="0"/>
              <a:t>3/</a:t>
            </a:r>
            <a:r>
              <a:rPr sz="1800" spc="-270" baseline="4629" dirty="0"/>
              <a:t> </a:t>
            </a:r>
            <a:fld id="{81D60167-4931-47E6-BA6A-407CBD079E47}" type="slidenum">
              <a:rPr sz="1200" spc="-5" dirty="0"/>
              <a:t>22</a:t>
            </a:fld>
            <a:endParaRPr sz="1200"/>
          </a:p>
        </p:txBody>
      </p:sp>
      <p:sp>
        <p:nvSpPr>
          <p:cNvPr id="11" name="object 11"/>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1476755" y="1139189"/>
            <a:ext cx="6358890" cy="5339334"/>
          </a:xfrm>
          <a:prstGeom prst="rect">
            <a:avLst/>
          </a:prstGeom>
        </p:spPr>
      </p:pic>
      <p:sp>
        <p:nvSpPr>
          <p:cNvPr id="3" name="object 3"/>
          <p:cNvSpPr txBox="1">
            <a:spLocks noGrp="1"/>
          </p:cNvSpPr>
          <p:nvPr>
            <p:ph type="title"/>
          </p:nvPr>
        </p:nvSpPr>
        <p:spPr>
          <a:xfrm>
            <a:off x="383540" y="137413"/>
            <a:ext cx="8641715" cy="452755"/>
          </a:xfrm>
          <a:prstGeom prst="rect">
            <a:avLst/>
          </a:prstGeom>
        </p:spPr>
        <p:txBody>
          <a:bodyPr vert="horz" wrap="square" lIns="0" tIns="12700" rIns="0" bIns="0" rtlCol="0">
            <a:spAutoFit/>
          </a:bodyPr>
          <a:lstStyle/>
          <a:p>
            <a:pPr marL="12700">
              <a:lnSpc>
                <a:spcPct val="100000"/>
              </a:lnSpc>
              <a:spcBef>
                <a:spcPts val="100"/>
              </a:spcBef>
            </a:pPr>
            <a:r>
              <a:rPr sz="2800" b="0" spc="85" dirty="0">
                <a:latin typeface="Times New Roman"/>
                <a:cs typeface="Times New Roman"/>
              </a:rPr>
              <a:t>Role</a:t>
            </a:r>
            <a:r>
              <a:rPr sz="2800" b="0" spc="-105" dirty="0">
                <a:latin typeface="Times New Roman"/>
                <a:cs typeface="Times New Roman"/>
              </a:rPr>
              <a:t> </a:t>
            </a:r>
            <a:r>
              <a:rPr sz="2800" b="0" spc="160" dirty="0">
                <a:latin typeface="Times New Roman"/>
                <a:cs typeface="Times New Roman"/>
              </a:rPr>
              <a:t>and</a:t>
            </a:r>
            <a:r>
              <a:rPr sz="2800" b="0" spc="-105" dirty="0">
                <a:latin typeface="Times New Roman"/>
                <a:cs typeface="Times New Roman"/>
              </a:rPr>
              <a:t> </a:t>
            </a:r>
            <a:r>
              <a:rPr sz="2800" b="0" spc="135" dirty="0">
                <a:latin typeface="Times New Roman"/>
                <a:cs typeface="Times New Roman"/>
              </a:rPr>
              <a:t>Structure</a:t>
            </a:r>
            <a:r>
              <a:rPr sz="2800" b="0" spc="-105" dirty="0">
                <a:latin typeface="Times New Roman"/>
                <a:cs typeface="Times New Roman"/>
              </a:rPr>
              <a:t> </a:t>
            </a:r>
            <a:r>
              <a:rPr sz="2800" b="0" spc="80" dirty="0">
                <a:latin typeface="Times New Roman"/>
                <a:cs typeface="Times New Roman"/>
              </a:rPr>
              <a:t>of</a:t>
            </a:r>
            <a:r>
              <a:rPr sz="2800" b="0" spc="-110" dirty="0">
                <a:latin typeface="Times New Roman"/>
                <a:cs typeface="Times New Roman"/>
              </a:rPr>
              <a:t> </a:t>
            </a:r>
            <a:r>
              <a:rPr sz="2800" b="0" spc="125" dirty="0">
                <a:latin typeface="Times New Roman"/>
                <a:cs typeface="Times New Roman"/>
              </a:rPr>
              <a:t>Object</a:t>
            </a:r>
            <a:r>
              <a:rPr sz="2800" b="0" spc="-105" dirty="0">
                <a:latin typeface="Times New Roman"/>
                <a:cs typeface="Times New Roman"/>
              </a:rPr>
              <a:t> </a:t>
            </a:r>
            <a:r>
              <a:rPr sz="2800" b="0" spc="85" dirty="0">
                <a:latin typeface="Times New Roman"/>
                <a:cs typeface="Times New Roman"/>
              </a:rPr>
              <a:t>Explorer</a:t>
            </a:r>
            <a:r>
              <a:rPr sz="2800" b="0" spc="-120" dirty="0">
                <a:latin typeface="Times New Roman"/>
                <a:cs typeface="Times New Roman"/>
              </a:rPr>
              <a:t> </a:t>
            </a:r>
            <a:r>
              <a:rPr sz="2800" b="0" spc="135" dirty="0">
                <a:latin typeface="Times New Roman"/>
                <a:cs typeface="Times New Roman"/>
              </a:rPr>
              <a:t>in</a:t>
            </a:r>
            <a:r>
              <a:rPr sz="2800" b="0" spc="-105" dirty="0">
                <a:latin typeface="Times New Roman"/>
                <a:cs typeface="Times New Roman"/>
              </a:rPr>
              <a:t> </a:t>
            </a:r>
            <a:r>
              <a:rPr sz="2800" b="0" spc="140" dirty="0">
                <a:latin typeface="Times New Roman"/>
                <a:cs typeface="Times New Roman"/>
              </a:rPr>
              <a:t>SQL</a:t>
            </a:r>
            <a:r>
              <a:rPr sz="2800" b="0" spc="-105" dirty="0">
                <a:latin typeface="Times New Roman"/>
                <a:cs typeface="Times New Roman"/>
              </a:rPr>
              <a:t> </a:t>
            </a:r>
            <a:r>
              <a:rPr sz="2800" b="0" spc="90" dirty="0">
                <a:latin typeface="Times New Roman"/>
                <a:cs typeface="Times New Roman"/>
              </a:rPr>
              <a:t>Server</a:t>
            </a:r>
            <a:r>
              <a:rPr sz="2800" b="0" spc="-105" dirty="0">
                <a:latin typeface="Times New Roman"/>
                <a:cs typeface="Times New Roman"/>
              </a:rPr>
              <a:t> </a:t>
            </a:r>
            <a:r>
              <a:rPr sz="2800" b="0" spc="-55" dirty="0">
                <a:latin typeface="Times New Roman"/>
                <a:cs typeface="Times New Roman"/>
              </a:rPr>
              <a:t>2-2</a:t>
            </a:r>
            <a:endParaRPr sz="2800">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37" baseline="4629" dirty="0"/>
              <a:t>3/</a:t>
            </a:r>
            <a:r>
              <a:rPr sz="1800" spc="-270" baseline="4629" dirty="0"/>
              <a:t> </a:t>
            </a:r>
            <a:fld id="{81D60167-4931-47E6-BA6A-407CBD079E47}" type="slidenum">
              <a:rPr sz="1200" spc="-5" dirty="0"/>
              <a:t>23</a:t>
            </a:fld>
            <a:endParaRPr sz="1200"/>
          </a:p>
        </p:txBody>
      </p:sp>
      <p:sp>
        <p:nvSpPr>
          <p:cNvPr id="6" name="object 6"/>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3484879" cy="635635"/>
          </a:xfrm>
          <a:prstGeom prst="rect">
            <a:avLst/>
          </a:prstGeom>
        </p:spPr>
        <p:txBody>
          <a:bodyPr vert="horz" wrap="square" lIns="0" tIns="12700" rIns="0" bIns="0" rtlCol="0">
            <a:spAutoFit/>
          </a:bodyPr>
          <a:lstStyle/>
          <a:p>
            <a:pPr marL="12700">
              <a:lnSpc>
                <a:spcPct val="100000"/>
              </a:lnSpc>
              <a:spcBef>
                <a:spcPts val="100"/>
              </a:spcBef>
            </a:pPr>
            <a:r>
              <a:rPr sz="4000" b="0" spc="204" dirty="0">
                <a:latin typeface="Times New Roman"/>
                <a:cs typeface="Times New Roman"/>
              </a:rPr>
              <a:t>Query</a:t>
            </a:r>
            <a:r>
              <a:rPr sz="4000" b="0" spc="-245" dirty="0">
                <a:latin typeface="Times New Roman"/>
                <a:cs typeface="Times New Roman"/>
              </a:rPr>
              <a:t> </a:t>
            </a:r>
            <a:r>
              <a:rPr sz="4000" b="0" spc="265" dirty="0">
                <a:latin typeface="Times New Roman"/>
                <a:cs typeface="Times New Roman"/>
              </a:rPr>
              <a:t>Window</a:t>
            </a:r>
            <a:endParaRPr sz="4000">
              <a:latin typeface="Times New Roman"/>
              <a:cs typeface="Times New Roman"/>
            </a:endParaRPr>
          </a:p>
        </p:txBody>
      </p:sp>
      <p:sp>
        <p:nvSpPr>
          <p:cNvPr id="3" name="object 3"/>
          <p:cNvSpPr txBox="1"/>
          <p:nvPr/>
        </p:nvSpPr>
        <p:spPr>
          <a:xfrm>
            <a:off x="493776" y="960120"/>
            <a:ext cx="8431530" cy="635635"/>
          </a:xfrm>
          <a:prstGeom prst="rect">
            <a:avLst/>
          </a:prstGeom>
        </p:spPr>
        <p:txBody>
          <a:bodyPr vert="horz" wrap="square" lIns="0" tIns="12700" rIns="0" bIns="0" rtlCol="0">
            <a:spAutoFit/>
          </a:bodyPr>
          <a:lstStyle/>
          <a:p>
            <a:pPr marL="12700">
              <a:lnSpc>
                <a:spcPct val="100000"/>
              </a:lnSpc>
              <a:spcBef>
                <a:spcPts val="100"/>
              </a:spcBef>
              <a:tabLst>
                <a:tab pos="852169" algn="l"/>
                <a:tab pos="1876425" algn="l"/>
                <a:tab pos="2188210" algn="l"/>
                <a:tab pos="2681605" algn="l"/>
                <a:tab pos="3270885" algn="l"/>
                <a:tab pos="4083050" algn="l"/>
                <a:tab pos="4634865" algn="l"/>
                <a:tab pos="5156835" algn="l"/>
                <a:tab pos="5772150" algn="l"/>
                <a:tab pos="7472680" algn="l"/>
              </a:tabLst>
            </a:pPr>
            <a:r>
              <a:rPr sz="2000" spc="100" dirty="0">
                <a:latin typeface="Times New Roman"/>
                <a:cs typeface="Times New Roman"/>
              </a:rPr>
              <a:t>Query	</a:t>
            </a:r>
            <a:r>
              <a:rPr sz="2000" spc="85" dirty="0">
                <a:latin typeface="Times New Roman"/>
                <a:cs typeface="Times New Roman"/>
              </a:rPr>
              <a:t>window	</a:t>
            </a:r>
            <a:r>
              <a:rPr sz="2000" spc="10" dirty="0">
                <a:latin typeface="Times New Roman"/>
                <a:cs typeface="Times New Roman"/>
              </a:rPr>
              <a:t>is	</a:t>
            </a:r>
            <a:r>
              <a:rPr sz="2000" spc="114" dirty="0">
                <a:latin typeface="Times New Roman"/>
                <a:cs typeface="Times New Roman"/>
              </a:rPr>
              <a:t>the	</a:t>
            </a:r>
            <a:r>
              <a:rPr sz="2000" spc="35" dirty="0">
                <a:latin typeface="Times New Roman"/>
                <a:cs typeface="Times New Roman"/>
              </a:rPr>
              <a:t>a</a:t>
            </a:r>
            <a:r>
              <a:rPr sz="2000" spc="50" dirty="0">
                <a:latin typeface="Times New Roman"/>
                <a:cs typeface="Times New Roman"/>
              </a:rPr>
              <a:t>rea</a:t>
            </a:r>
            <a:r>
              <a:rPr sz="2000" dirty="0">
                <a:latin typeface="Times New Roman"/>
                <a:cs typeface="Times New Roman"/>
              </a:rPr>
              <a:t>	</a:t>
            </a:r>
            <a:r>
              <a:rPr sz="2000" spc="95" dirty="0">
                <a:latin typeface="Times New Roman"/>
                <a:cs typeface="Times New Roman"/>
              </a:rPr>
              <a:t>whe</a:t>
            </a:r>
            <a:r>
              <a:rPr sz="2000" spc="60" dirty="0">
                <a:latin typeface="Times New Roman"/>
                <a:cs typeface="Times New Roman"/>
              </a:rPr>
              <a:t>r</a:t>
            </a:r>
            <a:r>
              <a:rPr sz="2000" spc="40" dirty="0">
                <a:latin typeface="Times New Roman"/>
                <a:cs typeface="Times New Roman"/>
              </a:rPr>
              <a:t>e</a:t>
            </a:r>
            <a:r>
              <a:rPr sz="2000" dirty="0">
                <a:latin typeface="Times New Roman"/>
                <a:cs typeface="Times New Roman"/>
              </a:rPr>
              <a:t>	</a:t>
            </a:r>
            <a:r>
              <a:rPr sz="2000" spc="-5" dirty="0">
                <a:latin typeface="Times New Roman"/>
                <a:cs typeface="Times New Roman"/>
              </a:rPr>
              <a:t>y</a:t>
            </a:r>
            <a:r>
              <a:rPr sz="2000" spc="120" dirty="0">
                <a:latin typeface="Times New Roman"/>
                <a:cs typeface="Times New Roman"/>
              </a:rPr>
              <a:t>ou</a:t>
            </a:r>
            <a:r>
              <a:rPr sz="2000" dirty="0">
                <a:latin typeface="Times New Roman"/>
                <a:cs typeface="Times New Roman"/>
              </a:rPr>
              <a:t>	</a:t>
            </a:r>
            <a:r>
              <a:rPr sz="2000" spc="75" dirty="0">
                <a:latin typeface="Times New Roman"/>
                <a:cs typeface="Times New Roman"/>
              </a:rPr>
              <a:t>can</a:t>
            </a:r>
            <a:r>
              <a:rPr sz="2000" dirty="0">
                <a:latin typeface="Times New Roman"/>
                <a:cs typeface="Times New Roman"/>
              </a:rPr>
              <a:t>	</a:t>
            </a:r>
            <a:r>
              <a:rPr sz="2000" spc="70" dirty="0">
                <a:latin typeface="Times New Roman"/>
                <a:cs typeface="Times New Roman"/>
              </a:rPr>
              <a:t>ty</a:t>
            </a:r>
            <a:r>
              <a:rPr sz="2000" spc="100" dirty="0">
                <a:latin typeface="Times New Roman"/>
                <a:cs typeface="Times New Roman"/>
              </a:rPr>
              <a:t>p</a:t>
            </a:r>
            <a:r>
              <a:rPr sz="2000" spc="40" dirty="0">
                <a:latin typeface="Times New Roman"/>
                <a:cs typeface="Times New Roman"/>
              </a:rPr>
              <a:t>e</a:t>
            </a:r>
            <a:r>
              <a:rPr sz="2000" dirty="0">
                <a:latin typeface="Times New Roman"/>
                <a:cs typeface="Times New Roman"/>
              </a:rPr>
              <a:t>	</a:t>
            </a:r>
            <a:r>
              <a:rPr sz="2000" spc="80" dirty="0">
                <a:latin typeface="Times New Roman"/>
                <a:cs typeface="Times New Roman"/>
              </a:rPr>
              <a:t>Transact</a:t>
            </a:r>
            <a:r>
              <a:rPr sz="2000" spc="5" dirty="0">
                <a:latin typeface="Times New Roman"/>
                <a:cs typeface="Times New Roman"/>
              </a:rPr>
              <a:t>-</a:t>
            </a:r>
            <a:r>
              <a:rPr sz="2000" spc="65" dirty="0">
                <a:latin typeface="Times New Roman"/>
                <a:cs typeface="Times New Roman"/>
              </a:rPr>
              <a:t>S</a:t>
            </a:r>
            <a:r>
              <a:rPr sz="2000" spc="105" dirty="0">
                <a:latin typeface="Times New Roman"/>
                <a:cs typeface="Times New Roman"/>
              </a:rPr>
              <a:t>QL</a:t>
            </a:r>
            <a:r>
              <a:rPr sz="2000" dirty="0">
                <a:latin typeface="Times New Roman"/>
                <a:cs typeface="Times New Roman"/>
              </a:rPr>
              <a:t>	</a:t>
            </a:r>
            <a:r>
              <a:rPr sz="2000" spc="60" dirty="0">
                <a:latin typeface="Times New Roman"/>
                <a:cs typeface="Times New Roman"/>
              </a:rPr>
              <a:t>(</a:t>
            </a:r>
            <a:r>
              <a:rPr sz="2000" spc="100" dirty="0">
                <a:latin typeface="Times New Roman"/>
                <a:cs typeface="Times New Roman"/>
              </a:rPr>
              <a:t>T</a:t>
            </a:r>
            <a:r>
              <a:rPr sz="2000" spc="5" dirty="0">
                <a:latin typeface="Times New Roman"/>
                <a:cs typeface="Times New Roman"/>
              </a:rPr>
              <a:t>-</a:t>
            </a:r>
            <a:r>
              <a:rPr sz="2000" spc="135" dirty="0">
                <a:latin typeface="Times New Roman"/>
                <a:cs typeface="Times New Roman"/>
              </a:rPr>
              <a:t>S</a:t>
            </a:r>
            <a:r>
              <a:rPr sz="2000" spc="160" dirty="0">
                <a:latin typeface="Times New Roman"/>
                <a:cs typeface="Times New Roman"/>
              </a:rPr>
              <a:t>Q</a:t>
            </a:r>
            <a:r>
              <a:rPr sz="2000" spc="-15" dirty="0">
                <a:latin typeface="Times New Roman"/>
                <a:cs typeface="Times New Roman"/>
              </a:rPr>
              <a:t>L)</a:t>
            </a:r>
            <a:endParaRPr sz="2000">
              <a:latin typeface="Times New Roman"/>
              <a:cs typeface="Times New Roman"/>
            </a:endParaRPr>
          </a:p>
          <a:p>
            <a:pPr marL="12700">
              <a:lnSpc>
                <a:spcPct val="100000"/>
              </a:lnSpc>
            </a:pPr>
            <a:r>
              <a:rPr sz="2000" spc="55" dirty="0">
                <a:latin typeface="Times New Roman"/>
                <a:cs typeface="Times New Roman"/>
              </a:rPr>
              <a:t>queries.</a:t>
            </a:r>
            <a:r>
              <a:rPr sz="2000" spc="-75" dirty="0">
                <a:latin typeface="Times New Roman"/>
                <a:cs typeface="Times New Roman"/>
              </a:rPr>
              <a:t> </a:t>
            </a:r>
            <a:r>
              <a:rPr sz="2000" spc="60" dirty="0">
                <a:latin typeface="Times New Roman"/>
                <a:cs typeface="Times New Roman"/>
              </a:rPr>
              <a:t>Results</a:t>
            </a:r>
            <a:r>
              <a:rPr sz="2000" spc="-55" dirty="0">
                <a:latin typeface="Times New Roman"/>
                <a:cs typeface="Times New Roman"/>
              </a:rPr>
              <a:t> </a:t>
            </a:r>
            <a:r>
              <a:rPr sz="2000" spc="55" dirty="0">
                <a:latin typeface="Times New Roman"/>
                <a:cs typeface="Times New Roman"/>
              </a:rPr>
              <a:t>of</a:t>
            </a:r>
            <a:r>
              <a:rPr sz="2000" spc="-70" dirty="0">
                <a:latin typeface="Times New Roman"/>
                <a:cs typeface="Times New Roman"/>
              </a:rPr>
              <a:t> </a:t>
            </a:r>
            <a:r>
              <a:rPr sz="2000" spc="80" dirty="0">
                <a:latin typeface="Times New Roman"/>
                <a:cs typeface="Times New Roman"/>
              </a:rPr>
              <a:t>your</a:t>
            </a:r>
            <a:r>
              <a:rPr sz="2000" spc="-70" dirty="0">
                <a:latin typeface="Times New Roman"/>
                <a:cs typeface="Times New Roman"/>
              </a:rPr>
              <a:t> </a:t>
            </a:r>
            <a:r>
              <a:rPr sz="2000" spc="65" dirty="0">
                <a:latin typeface="Times New Roman"/>
                <a:cs typeface="Times New Roman"/>
              </a:rPr>
              <a:t>queries</a:t>
            </a:r>
            <a:r>
              <a:rPr sz="2000" spc="-70" dirty="0">
                <a:latin typeface="Times New Roman"/>
                <a:cs typeface="Times New Roman"/>
              </a:rPr>
              <a:t> </a:t>
            </a:r>
            <a:r>
              <a:rPr sz="2000" spc="30" dirty="0">
                <a:latin typeface="Times New Roman"/>
                <a:cs typeface="Times New Roman"/>
              </a:rPr>
              <a:t>also</a:t>
            </a:r>
            <a:r>
              <a:rPr sz="2000" spc="-60" dirty="0">
                <a:latin typeface="Times New Roman"/>
                <a:cs typeface="Times New Roman"/>
              </a:rPr>
              <a:t> </a:t>
            </a:r>
            <a:r>
              <a:rPr sz="2000" spc="65" dirty="0">
                <a:latin typeface="Times New Roman"/>
                <a:cs typeface="Times New Roman"/>
              </a:rPr>
              <a:t>appear</a:t>
            </a:r>
            <a:r>
              <a:rPr sz="2000" spc="-60" dirty="0">
                <a:latin typeface="Times New Roman"/>
                <a:cs typeface="Times New Roman"/>
              </a:rPr>
              <a:t> </a:t>
            </a:r>
            <a:r>
              <a:rPr sz="2000" spc="95" dirty="0">
                <a:latin typeface="Times New Roman"/>
                <a:cs typeface="Times New Roman"/>
              </a:rPr>
              <a:t>in</a:t>
            </a:r>
            <a:r>
              <a:rPr sz="2000" spc="-75" dirty="0">
                <a:latin typeface="Times New Roman"/>
                <a:cs typeface="Times New Roman"/>
              </a:rPr>
              <a:t> </a:t>
            </a:r>
            <a:r>
              <a:rPr sz="2000" spc="75" dirty="0">
                <a:latin typeface="Times New Roman"/>
                <a:cs typeface="Times New Roman"/>
              </a:rPr>
              <a:t>this</a:t>
            </a:r>
            <a:r>
              <a:rPr sz="2000" spc="-75" dirty="0">
                <a:latin typeface="Times New Roman"/>
                <a:cs typeface="Times New Roman"/>
              </a:rPr>
              <a:t> </a:t>
            </a:r>
            <a:r>
              <a:rPr sz="2000" spc="70" dirty="0">
                <a:latin typeface="Times New Roman"/>
                <a:cs typeface="Times New Roman"/>
              </a:rPr>
              <a:t>window.</a:t>
            </a:r>
            <a:endParaRPr sz="2000">
              <a:latin typeface="Times New Roman"/>
              <a:cs typeface="Times New Roman"/>
            </a:endParaRPr>
          </a:p>
        </p:txBody>
      </p:sp>
      <p:pic>
        <p:nvPicPr>
          <p:cNvPr id="4" name="object 4"/>
          <p:cNvPicPr/>
          <p:nvPr/>
        </p:nvPicPr>
        <p:blipFill>
          <a:blip r:embed="rId3" cstate="print"/>
          <a:stretch>
            <a:fillRect/>
          </a:stretch>
        </p:blipFill>
        <p:spPr>
          <a:xfrm>
            <a:off x="971549" y="1862389"/>
            <a:ext cx="7442454" cy="4335780"/>
          </a:xfrm>
          <a:prstGeom prst="rect">
            <a:avLst/>
          </a:prstGeom>
        </p:spPr>
      </p:pic>
      <p:sp>
        <p:nvSpPr>
          <p:cNvPr id="6" name="object 6"/>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37" baseline="4629" dirty="0"/>
              <a:t>3/</a:t>
            </a:r>
            <a:r>
              <a:rPr sz="1800" spc="-270" baseline="4629" dirty="0"/>
              <a:t> </a:t>
            </a:r>
            <a:fld id="{81D60167-4931-47E6-BA6A-407CBD079E47}" type="slidenum">
              <a:rPr sz="1200" spc="-5" dirty="0"/>
              <a:t>24</a:t>
            </a:fld>
            <a:endParaRPr sz="1200"/>
          </a:p>
        </p:txBody>
      </p:sp>
      <p:sp>
        <p:nvSpPr>
          <p:cNvPr id="7" name="object 7"/>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5345" y="15493"/>
            <a:ext cx="8671560" cy="635635"/>
          </a:xfrm>
          <a:prstGeom prst="rect">
            <a:avLst/>
          </a:prstGeom>
        </p:spPr>
        <p:txBody>
          <a:bodyPr vert="horz" wrap="square" lIns="0" tIns="12700" rIns="0" bIns="0" rtlCol="0">
            <a:spAutoFit/>
          </a:bodyPr>
          <a:lstStyle/>
          <a:p>
            <a:pPr marL="12700">
              <a:lnSpc>
                <a:spcPct val="100000"/>
              </a:lnSpc>
              <a:spcBef>
                <a:spcPts val="100"/>
              </a:spcBef>
            </a:pPr>
            <a:r>
              <a:rPr sz="4000" b="0" spc="185" dirty="0">
                <a:latin typeface="Times New Roman"/>
                <a:cs typeface="Times New Roman"/>
              </a:rPr>
              <a:t>Creating</a:t>
            </a:r>
            <a:r>
              <a:rPr sz="4000" b="0" spc="-175" dirty="0">
                <a:latin typeface="Times New Roman"/>
                <a:cs typeface="Times New Roman"/>
              </a:rPr>
              <a:t> </a:t>
            </a:r>
            <a:r>
              <a:rPr sz="4000" b="0" spc="229" dirty="0">
                <a:latin typeface="Times New Roman"/>
                <a:cs typeface="Times New Roman"/>
              </a:rPr>
              <a:t>and</a:t>
            </a:r>
            <a:r>
              <a:rPr sz="4000" b="0" spc="-155" dirty="0">
                <a:latin typeface="Times New Roman"/>
                <a:cs typeface="Times New Roman"/>
              </a:rPr>
              <a:t> </a:t>
            </a:r>
            <a:r>
              <a:rPr sz="4000" b="0" spc="114" dirty="0">
                <a:latin typeface="Times New Roman"/>
                <a:cs typeface="Times New Roman"/>
              </a:rPr>
              <a:t>Organizing</a:t>
            </a:r>
            <a:r>
              <a:rPr sz="4000" b="0" spc="-150" dirty="0">
                <a:latin typeface="Times New Roman"/>
                <a:cs typeface="Times New Roman"/>
              </a:rPr>
              <a:t> </a:t>
            </a:r>
            <a:r>
              <a:rPr sz="4000" b="0" spc="140" dirty="0">
                <a:latin typeface="Times New Roman"/>
                <a:cs typeface="Times New Roman"/>
              </a:rPr>
              <a:t>Script</a:t>
            </a:r>
            <a:r>
              <a:rPr sz="4000" b="0" spc="-155" dirty="0">
                <a:latin typeface="Times New Roman"/>
                <a:cs typeface="Times New Roman"/>
              </a:rPr>
              <a:t> </a:t>
            </a:r>
            <a:r>
              <a:rPr sz="4000" b="0" spc="25" dirty="0">
                <a:latin typeface="Times New Roman"/>
                <a:cs typeface="Times New Roman"/>
              </a:rPr>
              <a:t>Files</a:t>
            </a:r>
            <a:r>
              <a:rPr sz="4000" b="0" spc="-165" dirty="0">
                <a:latin typeface="Times New Roman"/>
                <a:cs typeface="Times New Roman"/>
              </a:rPr>
              <a:t> </a:t>
            </a:r>
            <a:r>
              <a:rPr sz="4000" b="0" spc="-245" dirty="0">
                <a:latin typeface="Times New Roman"/>
                <a:cs typeface="Times New Roman"/>
              </a:rPr>
              <a:t>1-2</a:t>
            </a:r>
            <a:endParaRPr sz="4000">
              <a:latin typeface="Times New Roman"/>
              <a:cs typeface="Times New Roman"/>
            </a:endParaRPr>
          </a:p>
        </p:txBody>
      </p:sp>
      <p:grpSp>
        <p:nvGrpSpPr>
          <p:cNvPr id="3" name="object 3"/>
          <p:cNvGrpSpPr/>
          <p:nvPr/>
        </p:nvGrpSpPr>
        <p:grpSpPr>
          <a:xfrm>
            <a:off x="377952" y="1136167"/>
            <a:ext cx="8228965" cy="1012825"/>
            <a:chOff x="377952" y="1136167"/>
            <a:chExt cx="8228965" cy="1012825"/>
          </a:xfrm>
        </p:grpSpPr>
        <p:pic>
          <p:nvPicPr>
            <p:cNvPr id="4" name="object 4"/>
            <p:cNvPicPr/>
            <p:nvPr/>
          </p:nvPicPr>
          <p:blipFill>
            <a:blip r:embed="rId3" cstate="print"/>
            <a:stretch>
              <a:fillRect/>
            </a:stretch>
          </p:blipFill>
          <p:spPr>
            <a:xfrm>
              <a:off x="377952" y="1136167"/>
              <a:ext cx="8228838" cy="1012672"/>
            </a:xfrm>
            <a:prstGeom prst="rect">
              <a:avLst/>
            </a:prstGeom>
          </p:spPr>
        </p:pic>
        <p:pic>
          <p:nvPicPr>
            <p:cNvPr id="5" name="object 5"/>
            <p:cNvPicPr/>
            <p:nvPr/>
          </p:nvPicPr>
          <p:blipFill>
            <a:blip r:embed="rId4" cstate="print"/>
            <a:stretch>
              <a:fillRect/>
            </a:stretch>
          </p:blipFill>
          <p:spPr>
            <a:xfrm>
              <a:off x="419100" y="1154429"/>
              <a:ext cx="8153400" cy="937260"/>
            </a:xfrm>
            <a:prstGeom prst="rect">
              <a:avLst/>
            </a:prstGeom>
          </p:spPr>
        </p:pic>
      </p:grpSp>
      <p:sp>
        <p:nvSpPr>
          <p:cNvPr id="6" name="object 6"/>
          <p:cNvSpPr txBox="1"/>
          <p:nvPr/>
        </p:nvSpPr>
        <p:spPr>
          <a:xfrm>
            <a:off x="635000" y="1125982"/>
            <a:ext cx="6487160" cy="878840"/>
          </a:xfrm>
          <a:prstGeom prst="rect">
            <a:avLst/>
          </a:prstGeom>
        </p:spPr>
        <p:txBody>
          <a:bodyPr vert="horz" wrap="square" lIns="0" tIns="12065" rIns="0" bIns="0" rtlCol="0">
            <a:spAutoFit/>
          </a:bodyPr>
          <a:lstStyle/>
          <a:p>
            <a:pPr marL="355600" indent="-342900">
              <a:lnSpc>
                <a:spcPts val="2280"/>
              </a:lnSpc>
              <a:spcBef>
                <a:spcPts val="95"/>
              </a:spcBef>
              <a:buFont typeface="Arial"/>
              <a:buChar char="•"/>
              <a:tabLst>
                <a:tab pos="354965" algn="l"/>
                <a:tab pos="355600" algn="l"/>
              </a:tabLst>
            </a:pPr>
            <a:r>
              <a:rPr sz="2000" spc="70" dirty="0">
                <a:solidFill>
                  <a:srgbClr val="FFFFFF"/>
                </a:solidFill>
                <a:latin typeface="Times New Roman"/>
                <a:cs typeface="Times New Roman"/>
              </a:rPr>
              <a:t>Script</a:t>
            </a:r>
            <a:r>
              <a:rPr sz="2000" spc="-75" dirty="0">
                <a:solidFill>
                  <a:srgbClr val="FFFFFF"/>
                </a:solidFill>
                <a:latin typeface="Times New Roman"/>
                <a:cs typeface="Times New Roman"/>
              </a:rPr>
              <a:t> </a:t>
            </a:r>
            <a:r>
              <a:rPr sz="2000" spc="15" dirty="0">
                <a:solidFill>
                  <a:srgbClr val="FFFFFF"/>
                </a:solidFill>
                <a:latin typeface="Times New Roman"/>
                <a:cs typeface="Times New Roman"/>
              </a:rPr>
              <a:t>files</a:t>
            </a:r>
            <a:r>
              <a:rPr sz="2000" spc="-70" dirty="0">
                <a:solidFill>
                  <a:srgbClr val="FFFFFF"/>
                </a:solidFill>
                <a:latin typeface="Times New Roman"/>
                <a:cs typeface="Times New Roman"/>
              </a:rPr>
              <a:t> </a:t>
            </a:r>
            <a:r>
              <a:rPr sz="2000" spc="50" dirty="0">
                <a:solidFill>
                  <a:srgbClr val="FFFFFF"/>
                </a:solidFill>
                <a:latin typeface="Times New Roman"/>
                <a:cs typeface="Times New Roman"/>
              </a:rPr>
              <a:t>are</a:t>
            </a:r>
            <a:r>
              <a:rPr sz="2000" spc="-70" dirty="0">
                <a:solidFill>
                  <a:srgbClr val="FFFFFF"/>
                </a:solidFill>
                <a:latin typeface="Times New Roman"/>
                <a:cs typeface="Times New Roman"/>
              </a:rPr>
              <a:t> </a:t>
            </a:r>
            <a:r>
              <a:rPr sz="2000" spc="15" dirty="0">
                <a:solidFill>
                  <a:srgbClr val="FFFFFF"/>
                </a:solidFill>
                <a:latin typeface="Times New Roman"/>
                <a:cs typeface="Times New Roman"/>
              </a:rPr>
              <a:t>files</a:t>
            </a:r>
            <a:r>
              <a:rPr sz="2000" spc="-65" dirty="0">
                <a:solidFill>
                  <a:srgbClr val="FFFFFF"/>
                </a:solidFill>
                <a:latin typeface="Times New Roman"/>
                <a:cs typeface="Times New Roman"/>
              </a:rPr>
              <a:t> </a:t>
            </a:r>
            <a:r>
              <a:rPr sz="2000" spc="114" dirty="0">
                <a:solidFill>
                  <a:srgbClr val="FFFFFF"/>
                </a:solidFill>
                <a:latin typeface="Times New Roman"/>
                <a:cs typeface="Times New Roman"/>
              </a:rPr>
              <a:t>that</a:t>
            </a:r>
            <a:r>
              <a:rPr sz="2000" spc="-60" dirty="0">
                <a:solidFill>
                  <a:srgbClr val="FFFFFF"/>
                </a:solidFill>
                <a:latin typeface="Times New Roman"/>
                <a:cs typeface="Times New Roman"/>
              </a:rPr>
              <a:t> </a:t>
            </a:r>
            <a:r>
              <a:rPr sz="2000" spc="90" dirty="0">
                <a:solidFill>
                  <a:srgbClr val="FFFFFF"/>
                </a:solidFill>
                <a:latin typeface="Times New Roman"/>
                <a:cs typeface="Times New Roman"/>
              </a:rPr>
              <a:t>contain</a:t>
            </a:r>
            <a:r>
              <a:rPr sz="2000" spc="-65" dirty="0">
                <a:solidFill>
                  <a:srgbClr val="FFFFFF"/>
                </a:solidFill>
                <a:latin typeface="Times New Roman"/>
                <a:cs typeface="Times New Roman"/>
              </a:rPr>
              <a:t> </a:t>
            </a:r>
            <a:r>
              <a:rPr sz="2000" spc="30" dirty="0">
                <a:solidFill>
                  <a:srgbClr val="FFFFFF"/>
                </a:solidFill>
                <a:latin typeface="Times New Roman"/>
                <a:cs typeface="Times New Roman"/>
              </a:rPr>
              <a:t>a</a:t>
            </a:r>
            <a:r>
              <a:rPr sz="2000" spc="-75" dirty="0">
                <a:solidFill>
                  <a:srgbClr val="FFFFFF"/>
                </a:solidFill>
                <a:latin typeface="Times New Roman"/>
                <a:cs typeface="Times New Roman"/>
              </a:rPr>
              <a:t> </a:t>
            </a:r>
            <a:r>
              <a:rPr sz="2000" spc="55" dirty="0">
                <a:solidFill>
                  <a:srgbClr val="FFFFFF"/>
                </a:solidFill>
                <a:latin typeface="Times New Roman"/>
                <a:cs typeface="Times New Roman"/>
              </a:rPr>
              <a:t>set</a:t>
            </a:r>
            <a:r>
              <a:rPr sz="2000" spc="-65" dirty="0">
                <a:solidFill>
                  <a:srgbClr val="FFFFFF"/>
                </a:solidFill>
                <a:latin typeface="Times New Roman"/>
                <a:cs typeface="Times New Roman"/>
              </a:rPr>
              <a:t> </a:t>
            </a:r>
            <a:r>
              <a:rPr sz="2000" spc="55" dirty="0">
                <a:solidFill>
                  <a:srgbClr val="FFFFFF"/>
                </a:solidFill>
                <a:latin typeface="Times New Roman"/>
                <a:cs typeface="Times New Roman"/>
              </a:rPr>
              <a:t>of</a:t>
            </a:r>
            <a:r>
              <a:rPr sz="2000" spc="-70" dirty="0">
                <a:solidFill>
                  <a:srgbClr val="FFFFFF"/>
                </a:solidFill>
                <a:latin typeface="Times New Roman"/>
                <a:cs typeface="Times New Roman"/>
              </a:rPr>
              <a:t> </a:t>
            </a:r>
            <a:r>
              <a:rPr sz="2000" spc="90" dirty="0">
                <a:solidFill>
                  <a:srgbClr val="FFFFFF"/>
                </a:solidFill>
                <a:latin typeface="Times New Roman"/>
                <a:cs typeface="Times New Roman"/>
              </a:rPr>
              <a:t>SQL</a:t>
            </a:r>
            <a:r>
              <a:rPr sz="2000" spc="-80" dirty="0">
                <a:solidFill>
                  <a:srgbClr val="FFFFFF"/>
                </a:solidFill>
                <a:latin typeface="Times New Roman"/>
                <a:cs typeface="Times New Roman"/>
              </a:rPr>
              <a:t> </a:t>
            </a:r>
            <a:r>
              <a:rPr sz="2000" spc="70" dirty="0">
                <a:solidFill>
                  <a:srgbClr val="FFFFFF"/>
                </a:solidFill>
                <a:latin typeface="Times New Roman"/>
                <a:cs typeface="Times New Roman"/>
              </a:rPr>
              <a:t>commands.</a:t>
            </a:r>
            <a:endParaRPr sz="2000">
              <a:latin typeface="Times New Roman"/>
              <a:cs typeface="Times New Roman"/>
            </a:endParaRPr>
          </a:p>
          <a:p>
            <a:pPr marL="355600" indent="-342900">
              <a:lnSpc>
                <a:spcPts val="2160"/>
              </a:lnSpc>
              <a:buFont typeface="Arial"/>
              <a:buChar char="•"/>
              <a:tabLst>
                <a:tab pos="354965" algn="l"/>
                <a:tab pos="355600" algn="l"/>
              </a:tabLst>
            </a:pPr>
            <a:r>
              <a:rPr sz="2000" spc="175" dirty="0">
                <a:solidFill>
                  <a:srgbClr val="FFFFFF"/>
                </a:solidFill>
                <a:latin typeface="Times New Roman"/>
                <a:cs typeface="Times New Roman"/>
              </a:rPr>
              <a:t>A</a:t>
            </a:r>
            <a:r>
              <a:rPr sz="2000" spc="-75" dirty="0">
                <a:solidFill>
                  <a:srgbClr val="FFFFFF"/>
                </a:solidFill>
                <a:latin typeface="Times New Roman"/>
                <a:cs typeface="Times New Roman"/>
              </a:rPr>
              <a:t> </a:t>
            </a:r>
            <a:r>
              <a:rPr sz="2000" spc="55" dirty="0">
                <a:solidFill>
                  <a:srgbClr val="FFFFFF"/>
                </a:solidFill>
                <a:latin typeface="Times New Roman"/>
                <a:cs typeface="Times New Roman"/>
              </a:rPr>
              <a:t>script</a:t>
            </a:r>
            <a:r>
              <a:rPr sz="2000" spc="-80" dirty="0">
                <a:solidFill>
                  <a:srgbClr val="FFFFFF"/>
                </a:solidFill>
                <a:latin typeface="Times New Roman"/>
                <a:cs typeface="Times New Roman"/>
              </a:rPr>
              <a:t> </a:t>
            </a:r>
            <a:r>
              <a:rPr sz="2000" spc="20" dirty="0">
                <a:solidFill>
                  <a:srgbClr val="FFFFFF"/>
                </a:solidFill>
                <a:latin typeface="Times New Roman"/>
                <a:cs typeface="Times New Roman"/>
              </a:rPr>
              <a:t>file</a:t>
            </a:r>
            <a:r>
              <a:rPr sz="2000" spc="-70" dirty="0">
                <a:solidFill>
                  <a:srgbClr val="FFFFFF"/>
                </a:solidFill>
                <a:latin typeface="Times New Roman"/>
                <a:cs typeface="Times New Roman"/>
              </a:rPr>
              <a:t> </a:t>
            </a:r>
            <a:r>
              <a:rPr sz="2000" spc="75" dirty="0">
                <a:solidFill>
                  <a:srgbClr val="FFFFFF"/>
                </a:solidFill>
                <a:latin typeface="Times New Roman"/>
                <a:cs typeface="Times New Roman"/>
              </a:rPr>
              <a:t>can</a:t>
            </a:r>
            <a:r>
              <a:rPr sz="2000" spc="-75" dirty="0">
                <a:solidFill>
                  <a:srgbClr val="FFFFFF"/>
                </a:solidFill>
                <a:latin typeface="Times New Roman"/>
                <a:cs typeface="Times New Roman"/>
              </a:rPr>
              <a:t> </a:t>
            </a:r>
            <a:r>
              <a:rPr sz="2000" spc="90" dirty="0">
                <a:solidFill>
                  <a:srgbClr val="FFFFFF"/>
                </a:solidFill>
                <a:latin typeface="Times New Roman"/>
                <a:cs typeface="Times New Roman"/>
              </a:rPr>
              <a:t>contain</a:t>
            </a:r>
            <a:r>
              <a:rPr sz="2000" spc="-65" dirty="0">
                <a:solidFill>
                  <a:srgbClr val="FFFFFF"/>
                </a:solidFill>
                <a:latin typeface="Times New Roman"/>
                <a:cs typeface="Times New Roman"/>
              </a:rPr>
              <a:t> </a:t>
            </a:r>
            <a:r>
              <a:rPr sz="2000" spc="105" dirty="0">
                <a:solidFill>
                  <a:srgbClr val="FFFFFF"/>
                </a:solidFill>
                <a:latin typeface="Times New Roman"/>
                <a:cs typeface="Times New Roman"/>
              </a:rPr>
              <a:t>one</a:t>
            </a:r>
            <a:r>
              <a:rPr sz="2000" spc="-55" dirty="0">
                <a:solidFill>
                  <a:srgbClr val="FFFFFF"/>
                </a:solidFill>
                <a:latin typeface="Times New Roman"/>
                <a:cs typeface="Times New Roman"/>
              </a:rPr>
              <a:t> </a:t>
            </a:r>
            <a:r>
              <a:rPr sz="2000" spc="85" dirty="0">
                <a:solidFill>
                  <a:srgbClr val="FFFFFF"/>
                </a:solidFill>
                <a:latin typeface="Times New Roman"/>
                <a:cs typeface="Times New Roman"/>
              </a:rPr>
              <a:t>or</a:t>
            </a:r>
            <a:r>
              <a:rPr sz="2000" spc="-65" dirty="0">
                <a:solidFill>
                  <a:srgbClr val="FFFFFF"/>
                </a:solidFill>
                <a:latin typeface="Times New Roman"/>
                <a:cs typeface="Times New Roman"/>
              </a:rPr>
              <a:t> </a:t>
            </a:r>
            <a:r>
              <a:rPr sz="2000" spc="75" dirty="0">
                <a:solidFill>
                  <a:srgbClr val="FFFFFF"/>
                </a:solidFill>
                <a:latin typeface="Times New Roman"/>
                <a:cs typeface="Times New Roman"/>
              </a:rPr>
              <a:t>more</a:t>
            </a:r>
            <a:r>
              <a:rPr sz="2000" spc="-70" dirty="0">
                <a:solidFill>
                  <a:srgbClr val="FFFFFF"/>
                </a:solidFill>
                <a:latin typeface="Times New Roman"/>
                <a:cs typeface="Times New Roman"/>
              </a:rPr>
              <a:t> </a:t>
            </a:r>
            <a:r>
              <a:rPr sz="2000" spc="90" dirty="0">
                <a:solidFill>
                  <a:srgbClr val="FFFFFF"/>
                </a:solidFill>
                <a:latin typeface="Times New Roman"/>
                <a:cs typeface="Times New Roman"/>
              </a:rPr>
              <a:t>SQL</a:t>
            </a:r>
            <a:r>
              <a:rPr sz="2000" spc="-75" dirty="0">
                <a:solidFill>
                  <a:srgbClr val="FFFFFF"/>
                </a:solidFill>
                <a:latin typeface="Times New Roman"/>
                <a:cs typeface="Times New Roman"/>
              </a:rPr>
              <a:t> </a:t>
            </a:r>
            <a:r>
              <a:rPr sz="2000" spc="70" dirty="0">
                <a:solidFill>
                  <a:srgbClr val="FFFFFF"/>
                </a:solidFill>
                <a:latin typeface="Times New Roman"/>
                <a:cs typeface="Times New Roman"/>
              </a:rPr>
              <a:t>statements.</a:t>
            </a:r>
            <a:endParaRPr sz="2000">
              <a:latin typeface="Times New Roman"/>
              <a:cs typeface="Times New Roman"/>
            </a:endParaRPr>
          </a:p>
          <a:p>
            <a:pPr marL="355600" indent="-342900">
              <a:lnSpc>
                <a:spcPts val="2280"/>
              </a:lnSpc>
              <a:buFont typeface="Arial"/>
              <a:buChar char="•"/>
              <a:tabLst>
                <a:tab pos="354965" algn="l"/>
                <a:tab pos="355600" algn="l"/>
              </a:tabLst>
            </a:pPr>
            <a:r>
              <a:rPr sz="2000" spc="130" dirty="0">
                <a:solidFill>
                  <a:srgbClr val="FFFFFF"/>
                </a:solidFill>
                <a:latin typeface="Times New Roman"/>
                <a:cs typeface="Times New Roman"/>
              </a:rPr>
              <a:t>The</a:t>
            </a:r>
            <a:r>
              <a:rPr sz="2000" spc="-75" dirty="0">
                <a:solidFill>
                  <a:srgbClr val="FFFFFF"/>
                </a:solidFill>
                <a:latin typeface="Times New Roman"/>
                <a:cs typeface="Times New Roman"/>
              </a:rPr>
              <a:t> </a:t>
            </a:r>
            <a:r>
              <a:rPr sz="2000" spc="55" dirty="0">
                <a:solidFill>
                  <a:srgbClr val="FFFFFF"/>
                </a:solidFill>
                <a:latin typeface="Times New Roman"/>
                <a:cs typeface="Times New Roman"/>
              </a:rPr>
              <a:t>script</a:t>
            </a:r>
            <a:r>
              <a:rPr sz="2000" spc="-75" dirty="0">
                <a:solidFill>
                  <a:srgbClr val="FFFFFF"/>
                </a:solidFill>
                <a:latin typeface="Times New Roman"/>
                <a:cs typeface="Times New Roman"/>
              </a:rPr>
              <a:t> </a:t>
            </a:r>
            <a:r>
              <a:rPr sz="2000" spc="15" dirty="0">
                <a:solidFill>
                  <a:srgbClr val="FFFFFF"/>
                </a:solidFill>
                <a:latin typeface="Times New Roman"/>
                <a:cs typeface="Times New Roman"/>
              </a:rPr>
              <a:t>files</a:t>
            </a:r>
            <a:r>
              <a:rPr sz="2000" spc="-65" dirty="0">
                <a:solidFill>
                  <a:srgbClr val="FFFFFF"/>
                </a:solidFill>
                <a:latin typeface="Times New Roman"/>
                <a:cs typeface="Times New Roman"/>
              </a:rPr>
              <a:t> </a:t>
            </a:r>
            <a:r>
              <a:rPr sz="2000" spc="50" dirty="0">
                <a:solidFill>
                  <a:srgbClr val="FFFFFF"/>
                </a:solidFill>
                <a:latin typeface="Times New Roman"/>
                <a:cs typeface="Times New Roman"/>
              </a:rPr>
              <a:t>are</a:t>
            </a:r>
            <a:r>
              <a:rPr sz="2000" spc="-65" dirty="0">
                <a:solidFill>
                  <a:srgbClr val="FFFFFF"/>
                </a:solidFill>
                <a:latin typeface="Times New Roman"/>
                <a:cs typeface="Times New Roman"/>
              </a:rPr>
              <a:t> </a:t>
            </a:r>
            <a:r>
              <a:rPr sz="2000" spc="80" dirty="0">
                <a:solidFill>
                  <a:srgbClr val="FFFFFF"/>
                </a:solidFill>
                <a:latin typeface="Times New Roman"/>
                <a:cs typeface="Times New Roman"/>
              </a:rPr>
              <a:t>stored</a:t>
            </a:r>
            <a:r>
              <a:rPr sz="2000" spc="-60" dirty="0">
                <a:solidFill>
                  <a:srgbClr val="FFFFFF"/>
                </a:solidFill>
                <a:latin typeface="Times New Roman"/>
                <a:cs typeface="Times New Roman"/>
              </a:rPr>
              <a:t> </a:t>
            </a:r>
            <a:r>
              <a:rPr sz="2000" spc="95" dirty="0">
                <a:solidFill>
                  <a:srgbClr val="FFFFFF"/>
                </a:solidFill>
                <a:latin typeface="Times New Roman"/>
                <a:cs typeface="Times New Roman"/>
              </a:rPr>
              <a:t>in</a:t>
            </a:r>
            <a:r>
              <a:rPr sz="2000" spc="-80" dirty="0">
                <a:solidFill>
                  <a:srgbClr val="FFFFFF"/>
                </a:solidFill>
                <a:latin typeface="Times New Roman"/>
                <a:cs typeface="Times New Roman"/>
              </a:rPr>
              <a:t> </a:t>
            </a:r>
            <a:r>
              <a:rPr sz="2000" spc="30" dirty="0">
                <a:solidFill>
                  <a:srgbClr val="FFFFFF"/>
                </a:solidFill>
                <a:latin typeface="Times New Roman"/>
                <a:cs typeface="Times New Roman"/>
              </a:rPr>
              <a:t>.sql</a:t>
            </a:r>
            <a:r>
              <a:rPr sz="2000" spc="-75" dirty="0">
                <a:solidFill>
                  <a:srgbClr val="FFFFFF"/>
                </a:solidFill>
                <a:latin typeface="Times New Roman"/>
                <a:cs typeface="Times New Roman"/>
              </a:rPr>
              <a:t> </a:t>
            </a:r>
            <a:r>
              <a:rPr sz="2000" spc="75" dirty="0">
                <a:solidFill>
                  <a:srgbClr val="FFFFFF"/>
                </a:solidFill>
                <a:latin typeface="Times New Roman"/>
                <a:cs typeface="Times New Roman"/>
              </a:rPr>
              <a:t>format</a:t>
            </a:r>
            <a:r>
              <a:rPr sz="2000" spc="-65" dirty="0">
                <a:solidFill>
                  <a:srgbClr val="FFFFFF"/>
                </a:solidFill>
                <a:latin typeface="Times New Roman"/>
                <a:cs typeface="Times New Roman"/>
              </a:rPr>
              <a:t> </a:t>
            </a:r>
            <a:r>
              <a:rPr sz="2000" spc="95" dirty="0">
                <a:solidFill>
                  <a:srgbClr val="FFFFFF"/>
                </a:solidFill>
                <a:latin typeface="Times New Roman"/>
                <a:cs typeface="Times New Roman"/>
              </a:rPr>
              <a:t>in</a:t>
            </a:r>
            <a:r>
              <a:rPr sz="2000" spc="-75" dirty="0">
                <a:solidFill>
                  <a:srgbClr val="FFFFFF"/>
                </a:solidFill>
                <a:latin typeface="Times New Roman"/>
                <a:cs typeface="Times New Roman"/>
              </a:rPr>
              <a:t> </a:t>
            </a:r>
            <a:r>
              <a:rPr sz="2000" spc="90" dirty="0">
                <a:solidFill>
                  <a:srgbClr val="FFFFFF"/>
                </a:solidFill>
                <a:latin typeface="Times New Roman"/>
                <a:cs typeface="Times New Roman"/>
              </a:rPr>
              <a:t>SQL</a:t>
            </a:r>
            <a:r>
              <a:rPr sz="2000" spc="-80" dirty="0">
                <a:solidFill>
                  <a:srgbClr val="FFFFFF"/>
                </a:solidFill>
                <a:latin typeface="Times New Roman"/>
                <a:cs typeface="Times New Roman"/>
              </a:rPr>
              <a:t> </a:t>
            </a:r>
            <a:r>
              <a:rPr sz="2000" spc="50" dirty="0">
                <a:solidFill>
                  <a:srgbClr val="FFFFFF"/>
                </a:solidFill>
                <a:latin typeface="Times New Roman"/>
                <a:cs typeface="Times New Roman"/>
              </a:rPr>
              <a:t>Server.</a:t>
            </a:r>
            <a:endParaRPr sz="2000">
              <a:latin typeface="Times New Roman"/>
              <a:cs typeface="Times New Roman"/>
            </a:endParaRPr>
          </a:p>
        </p:txBody>
      </p:sp>
      <p:pic>
        <p:nvPicPr>
          <p:cNvPr id="7" name="object 7"/>
          <p:cNvPicPr/>
          <p:nvPr/>
        </p:nvPicPr>
        <p:blipFill>
          <a:blip r:embed="rId5" cstate="print"/>
          <a:stretch>
            <a:fillRect/>
          </a:stretch>
        </p:blipFill>
        <p:spPr>
          <a:xfrm>
            <a:off x="2419350" y="2292857"/>
            <a:ext cx="4318254" cy="3241548"/>
          </a:xfrm>
          <a:prstGeom prst="rect">
            <a:avLst/>
          </a:prstGeom>
        </p:spPr>
      </p:pic>
      <p:sp>
        <p:nvSpPr>
          <p:cNvPr id="8" name="object 8"/>
          <p:cNvSpPr txBox="1"/>
          <p:nvPr/>
        </p:nvSpPr>
        <p:spPr>
          <a:xfrm>
            <a:off x="3736340" y="5596890"/>
            <a:ext cx="1443355" cy="238760"/>
          </a:xfrm>
          <a:prstGeom prst="rect">
            <a:avLst/>
          </a:prstGeom>
        </p:spPr>
        <p:txBody>
          <a:bodyPr vert="horz" wrap="square" lIns="0" tIns="12700" rIns="0" bIns="0" rtlCol="0">
            <a:spAutoFit/>
          </a:bodyPr>
          <a:lstStyle/>
          <a:p>
            <a:pPr marL="12700">
              <a:lnSpc>
                <a:spcPct val="100000"/>
              </a:lnSpc>
              <a:spcBef>
                <a:spcPts val="100"/>
              </a:spcBef>
            </a:pPr>
            <a:r>
              <a:rPr sz="1400" b="1" spc="15" dirty="0">
                <a:latin typeface="Times New Roman"/>
                <a:cs typeface="Times New Roman"/>
              </a:rPr>
              <a:t>Conceptual</a:t>
            </a:r>
            <a:r>
              <a:rPr sz="1400" b="1" spc="-130" dirty="0">
                <a:latin typeface="Times New Roman"/>
                <a:cs typeface="Times New Roman"/>
              </a:rPr>
              <a:t> </a:t>
            </a:r>
            <a:r>
              <a:rPr sz="1400" b="1" spc="-45" dirty="0">
                <a:latin typeface="Times New Roman"/>
                <a:cs typeface="Times New Roman"/>
              </a:rPr>
              <a:t>Layers</a:t>
            </a:r>
            <a:endParaRPr sz="1400">
              <a:latin typeface="Times New Roman"/>
              <a:cs typeface="Times New Roman"/>
            </a:endParaRPr>
          </a:p>
        </p:txBody>
      </p:sp>
      <p:sp>
        <p:nvSpPr>
          <p:cNvPr id="10" name="object 10"/>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37" baseline="4629" dirty="0"/>
              <a:t>3/</a:t>
            </a:r>
            <a:r>
              <a:rPr sz="1800" spc="-270" baseline="4629" dirty="0"/>
              <a:t> </a:t>
            </a:r>
            <a:fld id="{81D60167-4931-47E6-BA6A-407CBD079E47}" type="slidenum">
              <a:rPr sz="1200" spc="-5" dirty="0"/>
              <a:t>25</a:t>
            </a:fld>
            <a:endParaRPr sz="1200"/>
          </a:p>
        </p:txBody>
      </p:sp>
      <p:sp>
        <p:nvSpPr>
          <p:cNvPr id="11" name="object 11"/>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5345" y="15493"/>
            <a:ext cx="8736330" cy="635635"/>
          </a:xfrm>
          <a:prstGeom prst="rect">
            <a:avLst/>
          </a:prstGeom>
        </p:spPr>
        <p:txBody>
          <a:bodyPr vert="horz" wrap="square" lIns="0" tIns="12700" rIns="0" bIns="0" rtlCol="0">
            <a:spAutoFit/>
          </a:bodyPr>
          <a:lstStyle/>
          <a:p>
            <a:pPr marL="12700">
              <a:lnSpc>
                <a:spcPct val="100000"/>
              </a:lnSpc>
              <a:spcBef>
                <a:spcPts val="100"/>
              </a:spcBef>
            </a:pPr>
            <a:r>
              <a:rPr sz="4000" b="0" spc="185" dirty="0">
                <a:latin typeface="Times New Roman"/>
                <a:cs typeface="Times New Roman"/>
              </a:rPr>
              <a:t>Creating</a:t>
            </a:r>
            <a:r>
              <a:rPr sz="4000" b="0" spc="-175" dirty="0">
                <a:latin typeface="Times New Roman"/>
                <a:cs typeface="Times New Roman"/>
              </a:rPr>
              <a:t> </a:t>
            </a:r>
            <a:r>
              <a:rPr sz="4000" b="0" spc="229" dirty="0">
                <a:latin typeface="Times New Roman"/>
                <a:cs typeface="Times New Roman"/>
              </a:rPr>
              <a:t>and</a:t>
            </a:r>
            <a:r>
              <a:rPr sz="4000" b="0" spc="-150" dirty="0">
                <a:latin typeface="Times New Roman"/>
                <a:cs typeface="Times New Roman"/>
              </a:rPr>
              <a:t> </a:t>
            </a:r>
            <a:r>
              <a:rPr sz="4000" b="0" spc="114" dirty="0">
                <a:latin typeface="Times New Roman"/>
                <a:cs typeface="Times New Roman"/>
              </a:rPr>
              <a:t>Organizing</a:t>
            </a:r>
            <a:r>
              <a:rPr sz="4000" b="0" spc="-155" dirty="0">
                <a:latin typeface="Times New Roman"/>
                <a:cs typeface="Times New Roman"/>
              </a:rPr>
              <a:t> </a:t>
            </a:r>
            <a:r>
              <a:rPr sz="4000" b="0" spc="140" dirty="0">
                <a:latin typeface="Times New Roman"/>
                <a:cs typeface="Times New Roman"/>
              </a:rPr>
              <a:t>Script</a:t>
            </a:r>
            <a:r>
              <a:rPr sz="4000" b="0" spc="-150" dirty="0">
                <a:latin typeface="Times New Roman"/>
                <a:cs typeface="Times New Roman"/>
              </a:rPr>
              <a:t> </a:t>
            </a:r>
            <a:r>
              <a:rPr sz="4000" b="0" spc="25" dirty="0">
                <a:latin typeface="Times New Roman"/>
                <a:cs typeface="Times New Roman"/>
              </a:rPr>
              <a:t>Files</a:t>
            </a:r>
            <a:r>
              <a:rPr sz="4000" b="0" spc="-170" dirty="0">
                <a:latin typeface="Times New Roman"/>
                <a:cs typeface="Times New Roman"/>
              </a:rPr>
              <a:t> </a:t>
            </a:r>
            <a:r>
              <a:rPr sz="4000" b="0" spc="-75" dirty="0">
                <a:latin typeface="Times New Roman"/>
                <a:cs typeface="Times New Roman"/>
              </a:rPr>
              <a:t>2-2</a:t>
            </a:r>
            <a:endParaRPr sz="4000">
              <a:latin typeface="Times New Roman"/>
              <a:cs typeface="Times New Roman"/>
            </a:endParaRPr>
          </a:p>
        </p:txBody>
      </p:sp>
      <p:sp>
        <p:nvSpPr>
          <p:cNvPr id="3" name="object 3"/>
          <p:cNvSpPr txBox="1"/>
          <p:nvPr/>
        </p:nvSpPr>
        <p:spPr>
          <a:xfrm>
            <a:off x="3862832" y="5414517"/>
            <a:ext cx="1075055" cy="238760"/>
          </a:xfrm>
          <a:prstGeom prst="rect">
            <a:avLst/>
          </a:prstGeom>
        </p:spPr>
        <p:txBody>
          <a:bodyPr vert="horz" wrap="square" lIns="0" tIns="12065" rIns="0" bIns="0" rtlCol="0">
            <a:spAutoFit/>
          </a:bodyPr>
          <a:lstStyle/>
          <a:p>
            <a:pPr marL="12700">
              <a:lnSpc>
                <a:spcPct val="100000"/>
              </a:lnSpc>
              <a:spcBef>
                <a:spcPts val="95"/>
              </a:spcBef>
            </a:pPr>
            <a:r>
              <a:rPr sz="1400" b="1" spc="45" dirty="0">
                <a:latin typeface="Times New Roman"/>
                <a:cs typeface="Times New Roman"/>
              </a:rPr>
              <a:t>Code</a:t>
            </a:r>
            <a:r>
              <a:rPr sz="1400" b="1" spc="-135" dirty="0">
                <a:latin typeface="Times New Roman"/>
                <a:cs typeface="Times New Roman"/>
              </a:rPr>
              <a:t> </a:t>
            </a:r>
            <a:r>
              <a:rPr sz="1400" b="1" spc="10" dirty="0">
                <a:latin typeface="Times New Roman"/>
                <a:cs typeface="Times New Roman"/>
              </a:rPr>
              <a:t>Snippet</a:t>
            </a:r>
            <a:endParaRPr sz="1400">
              <a:latin typeface="Times New Roman"/>
              <a:cs typeface="Times New Roman"/>
            </a:endParaRPr>
          </a:p>
        </p:txBody>
      </p:sp>
      <p:pic>
        <p:nvPicPr>
          <p:cNvPr id="4" name="object 4"/>
          <p:cNvPicPr/>
          <p:nvPr/>
        </p:nvPicPr>
        <p:blipFill>
          <a:blip r:embed="rId3" cstate="print"/>
          <a:stretch>
            <a:fillRect/>
          </a:stretch>
        </p:blipFill>
        <p:spPr>
          <a:xfrm>
            <a:off x="1083563" y="1125474"/>
            <a:ext cx="7075932" cy="4290822"/>
          </a:xfrm>
          <a:prstGeom prst="rect">
            <a:avLst/>
          </a:prstGeom>
        </p:spPr>
      </p:pic>
      <p:sp>
        <p:nvSpPr>
          <p:cNvPr id="6" name="object 6"/>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37" baseline="4629" dirty="0"/>
              <a:t>3/</a:t>
            </a:r>
            <a:r>
              <a:rPr sz="1800" spc="-270" baseline="4629" dirty="0"/>
              <a:t> </a:t>
            </a:r>
            <a:fld id="{81D60167-4931-47E6-BA6A-407CBD079E47}" type="slidenum">
              <a:rPr sz="1200" spc="-5" dirty="0"/>
              <a:t>26</a:t>
            </a:fld>
            <a:endParaRPr sz="1200"/>
          </a:p>
        </p:txBody>
      </p:sp>
      <p:sp>
        <p:nvSpPr>
          <p:cNvPr id="7" name="object 7"/>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5345" y="15493"/>
            <a:ext cx="4989195" cy="635635"/>
          </a:xfrm>
          <a:prstGeom prst="rect">
            <a:avLst/>
          </a:prstGeom>
        </p:spPr>
        <p:txBody>
          <a:bodyPr vert="horz" wrap="square" lIns="0" tIns="12700" rIns="0" bIns="0" rtlCol="0">
            <a:spAutoFit/>
          </a:bodyPr>
          <a:lstStyle/>
          <a:p>
            <a:pPr marL="12700">
              <a:lnSpc>
                <a:spcPct val="100000"/>
              </a:lnSpc>
              <a:spcBef>
                <a:spcPts val="100"/>
              </a:spcBef>
            </a:pPr>
            <a:r>
              <a:rPr sz="4000" b="0" spc="160" dirty="0">
                <a:latin typeface="Times New Roman"/>
                <a:cs typeface="Times New Roman"/>
              </a:rPr>
              <a:t>Transact-SQL</a:t>
            </a:r>
            <a:r>
              <a:rPr sz="4000" b="0" spc="-190" dirty="0">
                <a:latin typeface="Times New Roman"/>
                <a:cs typeface="Times New Roman"/>
              </a:rPr>
              <a:t> </a:t>
            </a:r>
            <a:r>
              <a:rPr sz="4000" b="0" spc="165" dirty="0">
                <a:latin typeface="Times New Roman"/>
                <a:cs typeface="Times New Roman"/>
              </a:rPr>
              <a:t>Queries</a:t>
            </a:r>
            <a:endParaRPr sz="4000">
              <a:latin typeface="Times New Roman"/>
              <a:cs typeface="Times New Roman"/>
            </a:endParaRPr>
          </a:p>
        </p:txBody>
      </p:sp>
      <p:grpSp>
        <p:nvGrpSpPr>
          <p:cNvPr id="3" name="object 3"/>
          <p:cNvGrpSpPr/>
          <p:nvPr/>
        </p:nvGrpSpPr>
        <p:grpSpPr>
          <a:xfrm>
            <a:off x="377952" y="1136167"/>
            <a:ext cx="8228965" cy="1012825"/>
            <a:chOff x="377952" y="1136167"/>
            <a:chExt cx="8228965" cy="1012825"/>
          </a:xfrm>
        </p:grpSpPr>
        <p:pic>
          <p:nvPicPr>
            <p:cNvPr id="4" name="object 4"/>
            <p:cNvPicPr/>
            <p:nvPr/>
          </p:nvPicPr>
          <p:blipFill>
            <a:blip r:embed="rId3" cstate="print"/>
            <a:stretch>
              <a:fillRect/>
            </a:stretch>
          </p:blipFill>
          <p:spPr>
            <a:xfrm>
              <a:off x="377952" y="1136167"/>
              <a:ext cx="8228838" cy="1012672"/>
            </a:xfrm>
            <a:prstGeom prst="rect">
              <a:avLst/>
            </a:prstGeom>
          </p:spPr>
        </p:pic>
        <p:pic>
          <p:nvPicPr>
            <p:cNvPr id="5" name="object 5"/>
            <p:cNvPicPr/>
            <p:nvPr/>
          </p:nvPicPr>
          <p:blipFill>
            <a:blip r:embed="rId4" cstate="print"/>
            <a:stretch>
              <a:fillRect/>
            </a:stretch>
          </p:blipFill>
          <p:spPr>
            <a:xfrm>
              <a:off x="419100" y="1154429"/>
              <a:ext cx="8153400" cy="937260"/>
            </a:xfrm>
            <a:prstGeom prst="rect">
              <a:avLst/>
            </a:prstGeom>
          </p:spPr>
        </p:pic>
      </p:grpSp>
      <p:sp>
        <p:nvSpPr>
          <p:cNvPr id="6" name="object 6"/>
          <p:cNvSpPr txBox="1"/>
          <p:nvPr/>
        </p:nvSpPr>
        <p:spPr>
          <a:xfrm>
            <a:off x="635000" y="1263141"/>
            <a:ext cx="7886700" cy="604520"/>
          </a:xfrm>
          <a:prstGeom prst="rect">
            <a:avLst/>
          </a:prstGeom>
        </p:spPr>
        <p:txBody>
          <a:bodyPr vert="horz" wrap="square" lIns="0" tIns="46990" rIns="0" bIns="0" rtlCol="0">
            <a:spAutoFit/>
          </a:bodyPr>
          <a:lstStyle/>
          <a:p>
            <a:pPr marL="12700" marR="5080">
              <a:lnSpc>
                <a:spcPts val="2160"/>
              </a:lnSpc>
              <a:spcBef>
                <a:spcPts val="370"/>
              </a:spcBef>
            </a:pPr>
            <a:r>
              <a:rPr sz="2000" spc="80" dirty="0">
                <a:solidFill>
                  <a:srgbClr val="FFFFFF"/>
                </a:solidFill>
                <a:latin typeface="Times New Roman"/>
                <a:cs typeface="Times New Roman"/>
              </a:rPr>
              <a:t>Queries typed </a:t>
            </a:r>
            <a:r>
              <a:rPr sz="2000" spc="95" dirty="0">
                <a:solidFill>
                  <a:srgbClr val="FFFFFF"/>
                </a:solidFill>
                <a:latin typeface="Times New Roman"/>
                <a:cs typeface="Times New Roman"/>
              </a:rPr>
              <a:t>in </a:t>
            </a:r>
            <a:r>
              <a:rPr sz="2000" spc="80" dirty="0">
                <a:solidFill>
                  <a:srgbClr val="FFFFFF"/>
                </a:solidFill>
                <a:latin typeface="Times New Roman"/>
                <a:cs typeface="Times New Roman"/>
              </a:rPr>
              <a:t>Transact-SQL </a:t>
            </a:r>
            <a:r>
              <a:rPr sz="2000" spc="110" dirty="0">
                <a:solidFill>
                  <a:srgbClr val="FFFFFF"/>
                </a:solidFill>
                <a:latin typeface="Times New Roman"/>
                <a:cs typeface="Times New Roman"/>
              </a:rPr>
              <a:t>and </a:t>
            </a:r>
            <a:r>
              <a:rPr sz="2000" spc="50" dirty="0">
                <a:solidFill>
                  <a:srgbClr val="FFFFFF"/>
                </a:solidFill>
                <a:latin typeface="Times New Roman"/>
                <a:cs typeface="Times New Roman"/>
              </a:rPr>
              <a:t>saved </a:t>
            </a:r>
            <a:r>
              <a:rPr sz="2000" spc="20" dirty="0">
                <a:solidFill>
                  <a:srgbClr val="FFFFFF"/>
                </a:solidFill>
                <a:latin typeface="Times New Roman"/>
                <a:cs typeface="Times New Roman"/>
              </a:rPr>
              <a:t>as </a:t>
            </a:r>
            <a:r>
              <a:rPr sz="2000" spc="30" dirty="0">
                <a:solidFill>
                  <a:srgbClr val="FFFFFF"/>
                </a:solidFill>
                <a:latin typeface="Times New Roman"/>
                <a:cs typeface="Times New Roman"/>
              </a:rPr>
              <a:t>.sql </a:t>
            </a:r>
            <a:r>
              <a:rPr sz="2000" spc="15" dirty="0">
                <a:solidFill>
                  <a:srgbClr val="FFFFFF"/>
                </a:solidFill>
                <a:latin typeface="Times New Roman"/>
                <a:cs typeface="Times New Roman"/>
              </a:rPr>
              <a:t>files </a:t>
            </a:r>
            <a:r>
              <a:rPr sz="2000" spc="75" dirty="0">
                <a:solidFill>
                  <a:srgbClr val="FFFFFF"/>
                </a:solidFill>
                <a:latin typeface="Times New Roman"/>
                <a:cs typeface="Times New Roman"/>
              </a:rPr>
              <a:t>can </a:t>
            </a:r>
            <a:r>
              <a:rPr sz="2000" spc="70" dirty="0">
                <a:solidFill>
                  <a:srgbClr val="FFFFFF"/>
                </a:solidFill>
                <a:latin typeface="Times New Roman"/>
                <a:cs typeface="Times New Roman"/>
              </a:rPr>
              <a:t>be </a:t>
            </a:r>
            <a:r>
              <a:rPr sz="2000" spc="80" dirty="0">
                <a:solidFill>
                  <a:srgbClr val="FFFFFF"/>
                </a:solidFill>
                <a:latin typeface="Times New Roman"/>
                <a:cs typeface="Times New Roman"/>
              </a:rPr>
              <a:t>executed  </a:t>
            </a:r>
            <a:r>
              <a:rPr sz="2000" spc="50" dirty="0">
                <a:solidFill>
                  <a:srgbClr val="FFFFFF"/>
                </a:solidFill>
                <a:latin typeface="Times New Roman"/>
                <a:cs typeface="Times New Roman"/>
              </a:rPr>
              <a:t>directly</a:t>
            </a:r>
            <a:r>
              <a:rPr sz="2000" spc="-75" dirty="0">
                <a:solidFill>
                  <a:srgbClr val="FFFFFF"/>
                </a:solidFill>
                <a:latin typeface="Times New Roman"/>
                <a:cs typeface="Times New Roman"/>
              </a:rPr>
              <a:t> </a:t>
            </a:r>
            <a:r>
              <a:rPr sz="2000" spc="95" dirty="0">
                <a:solidFill>
                  <a:srgbClr val="FFFFFF"/>
                </a:solidFill>
                <a:latin typeface="Times New Roman"/>
                <a:cs typeface="Times New Roman"/>
              </a:rPr>
              <a:t>in</a:t>
            </a:r>
            <a:r>
              <a:rPr sz="2000" spc="-75" dirty="0">
                <a:solidFill>
                  <a:srgbClr val="FFFFFF"/>
                </a:solidFill>
                <a:latin typeface="Times New Roman"/>
                <a:cs typeface="Times New Roman"/>
              </a:rPr>
              <a:t> </a:t>
            </a:r>
            <a:r>
              <a:rPr sz="2000" spc="110" dirty="0">
                <a:solidFill>
                  <a:srgbClr val="FFFFFF"/>
                </a:solidFill>
                <a:latin typeface="Times New Roman"/>
                <a:cs typeface="Times New Roman"/>
              </a:rPr>
              <a:t>the</a:t>
            </a:r>
            <a:r>
              <a:rPr sz="2000" spc="-70" dirty="0">
                <a:solidFill>
                  <a:srgbClr val="FFFFFF"/>
                </a:solidFill>
                <a:latin typeface="Times New Roman"/>
                <a:cs typeface="Times New Roman"/>
              </a:rPr>
              <a:t> </a:t>
            </a:r>
            <a:r>
              <a:rPr sz="2000" spc="70" dirty="0">
                <a:solidFill>
                  <a:srgbClr val="FFFFFF"/>
                </a:solidFill>
                <a:latin typeface="Times New Roman"/>
                <a:cs typeface="Times New Roman"/>
              </a:rPr>
              <a:t>SSMS</a:t>
            </a:r>
            <a:r>
              <a:rPr sz="2000" spc="-85" dirty="0">
                <a:solidFill>
                  <a:srgbClr val="FFFFFF"/>
                </a:solidFill>
                <a:latin typeface="Times New Roman"/>
                <a:cs typeface="Times New Roman"/>
              </a:rPr>
              <a:t> </a:t>
            </a:r>
            <a:r>
              <a:rPr sz="2000" spc="75" dirty="0">
                <a:solidFill>
                  <a:srgbClr val="FFFFFF"/>
                </a:solidFill>
                <a:latin typeface="Times New Roman"/>
                <a:cs typeface="Times New Roman"/>
              </a:rPr>
              <a:t>query</a:t>
            </a:r>
            <a:r>
              <a:rPr sz="2000" spc="-70" dirty="0">
                <a:solidFill>
                  <a:srgbClr val="FFFFFF"/>
                </a:solidFill>
                <a:latin typeface="Times New Roman"/>
                <a:cs typeface="Times New Roman"/>
              </a:rPr>
              <a:t> </a:t>
            </a:r>
            <a:r>
              <a:rPr sz="2000" spc="70" dirty="0">
                <a:solidFill>
                  <a:srgbClr val="FFFFFF"/>
                </a:solidFill>
                <a:latin typeface="Times New Roman"/>
                <a:cs typeface="Times New Roman"/>
              </a:rPr>
              <a:t>window.</a:t>
            </a:r>
            <a:endParaRPr sz="2000">
              <a:latin typeface="Times New Roman"/>
              <a:cs typeface="Times New Roman"/>
            </a:endParaRPr>
          </a:p>
        </p:txBody>
      </p:sp>
      <p:sp>
        <p:nvSpPr>
          <p:cNvPr id="7" name="object 7"/>
          <p:cNvSpPr txBox="1"/>
          <p:nvPr/>
        </p:nvSpPr>
        <p:spPr>
          <a:xfrm>
            <a:off x="497840" y="2281173"/>
            <a:ext cx="5823585" cy="330200"/>
          </a:xfrm>
          <a:prstGeom prst="rect">
            <a:avLst/>
          </a:prstGeom>
        </p:spPr>
        <p:txBody>
          <a:bodyPr vert="horz" wrap="square" lIns="0" tIns="12700" rIns="0" bIns="0" rtlCol="0">
            <a:spAutoFit/>
          </a:bodyPr>
          <a:lstStyle/>
          <a:p>
            <a:pPr marL="12700">
              <a:lnSpc>
                <a:spcPct val="100000"/>
              </a:lnSpc>
              <a:spcBef>
                <a:spcPts val="100"/>
              </a:spcBef>
            </a:pPr>
            <a:r>
              <a:rPr sz="2000" spc="70" dirty="0">
                <a:latin typeface="Times New Roman"/>
                <a:cs typeface="Times New Roman"/>
              </a:rPr>
              <a:t>Steps</a:t>
            </a:r>
            <a:r>
              <a:rPr sz="2000" spc="-60" dirty="0">
                <a:latin typeface="Times New Roman"/>
                <a:cs typeface="Times New Roman"/>
              </a:rPr>
              <a:t> </a:t>
            </a:r>
            <a:r>
              <a:rPr sz="2000" spc="110" dirty="0">
                <a:latin typeface="Times New Roman"/>
                <a:cs typeface="Times New Roman"/>
              </a:rPr>
              <a:t>to</a:t>
            </a:r>
            <a:r>
              <a:rPr sz="2000" spc="-65" dirty="0">
                <a:latin typeface="Times New Roman"/>
                <a:cs typeface="Times New Roman"/>
              </a:rPr>
              <a:t> </a:t>
            </a:r>
            <a:r>
              <a:rPr sz="2000" spc="70" dirty="0">
                <a:latin typeface="Times New Roman"/>
                <a:cs typeface="Times New Roman"/>
              </a:rPr>
              <a:t>execute</a:t>
            </a:r>
            <a:r>
              <a:rPr sz="2000" spc="-50" dirty="0">
                <a:latin typeface="Times New Roman"/>
                <a:cs typeface="Times New Roman"/>
              </a:rPr>
              <a:t> </a:t>
            </a:r>
            <a:r>
              <a:rPr sz="2000" spc="80" dirty="0">
                <a:latin typeface="Times New Roman"/>
                <a:cs typeface="Times New Roman"/>
              </a:rPr>
              <a:t>Transact-SQL</a:t>
            </a:r>
            <a:r>
              <a:rPr sz="2000" spc="-70" dirty="0">
                <a:latin typeface="Times New Roman"/>
                <a:cs typeface="Times New Roman"/>
              </a:rPr>
              <a:t> </a:t>
            </a:r>
            <a:r>
              <a:rPr sz="2000" spc="60" dirty="0">
                <a:latin typeface="Times New Roman"/>
                <a:cs typeface="Times New Roman"/>
              </a:rPr>
              <a:t>queries</a:t>
            </a:r>
            <a:r>
              <a:rPr sz="2000" spc="-70" dirty="0">
                <a:latin typeface="Times New Roman"/>
                <a:cs typeface="Times New Roman"/>
              </a:rPr>
              <a:t> </a:t>
            </a:r>
            <a:r>
              <a:rPr sz="2000" spc="50" dirty="0">
                <a:latin typeface="Times New Roman"/>
                <a:cs typeface="Times New Roman"/>
              </a:rPr>
              <a:t>are</a:t>
            </a:r>
            <a:r>
              <a:rPr sz="2000" spc="-65" dirty="0">
                <a:latin typeface="Times New Roman"/>
                <a:cs typeface="Times New Roman"/>
              </a:rPr>
              <a:t> </a:t>
            </a:r>
            <a:r>
              <a:rPr sz="2000" spc="20" dirty="0">
                <a:latin typeface="Times New Roman"/>
                <a:cs typeface="Times New Roman"/>
              </a:rPr>
              <a:t>as</a:t>
            </a:r>
            <a:r>
              <a:rPr sz="2000" spc="-70" dirty="0">
                <a:latin typeface="Times New Roman"/>
                <a:cs typeface="Times New Roman"/>
              </a:rPr>
              <a:t> </a:t>
            </a:r>
            <a:r>
              <a:rPr sz="2000" spc="30" dirty="0">
                <a:latin typeface="Times New Roman"/>
                <a:cs typeface="Times New Roman"/>
              </a:rPr>
              <a:t>follows</a:t>
            </a:r>
            <a:r>
              <a:rPr sz="1400" spc="30" dirty="0">
                <a:latin typeface="Arial"/>
                <a:cs typeface="Arial"/>
              </a:rPr>
              <a:t>:</a:t>
            </a:r>
            <a:endParaRPr sz="1400">
              <a:latin typeface="Arial"/>
              <a:cs typeface="Arial"/>
            </a:endParaRPr>
          </a:p>
        </p:txBody>
      </p:sp>
      <p:grpSp>
        <p:nvGrpSpPr>
          <p:cNvPr id="8" name="object 8"/>
          <p:cNvGrpSpPr/>
          <p:nvPr/>
        </p:nvGrpSpPr>
        <p:grpSpPr>
          <a:xfrm>
            <a:off x="447294" y="2951226"/>
            <a:ext cx="8228965" cy="2039620"/>
            <a:chOff x="447294" y="2951226"/>
            <a:chExt cx="8228965" cy="2039620"/>
          </a:xfrm>
        </p:grpSpPr>
        <p:pic>
          <p:nvPicPr>
            <p:cNvPr id="9" name="object 9"/>
            <p:cNvPicPr/>
            <p:nvPr/>
          </p:nvPicPr>
          <p:blipFill>
            <a:blip r:embed="rId5" cstate="print"/>
            <a:stretch>
              <a:fillRect/>
            </a:stretch>
          </p:blipFill>
          <p:spPr>
            <a:xfrm>
              <a:off x="447294" y="2951226"/>
              <a:ext cx="8228838" cy="2039112"/>
            </a:xfrm>
            <a:prstGeom prst="rect">
              <a:avLst/>
            </a:prstGeom>
          </p:spPr>
        </p:pic>
        <p:pic>
          <p:nvPicPr>
            <p:cNvPr id="10" name="object 10"/>
            <p:cNvPicPr/>
            <p:nvPr/>
          </p:nvPicPr>
          <p:blipFill>
            <a:blip r:embed="rId6" cstate="print"/>
            <a:stretch>
              <a:fillRect/>
            </a:stretch>
          </p:blipFill>
          <p:spPr>
            <a:xfrm>
              <a:off x="488442" y="2969514"/>
              <a:ext cx="8153400" cy="1963673"/>
            </a:xfrm>
            <a:prstGeom prst="rect">
              <a:avLst/>
            </a:prstGeom>
          </p:spPr>
        </p:pic>
      </p:grpSp>
      <p:sp>
        <p:nvSpPr>
          <p:cNvPr id="11" name="object 11"/>
          <p:cNvSpPr txBox="1"/>
          <p:nvPr/>
        </p:nvSpPr>
        <p:spPr>
          <a:xfrm>
            <a:off x="704850" y="3008376"/>
            <a:ext cx="5585460" cy="1781175"/>
          </a:xfrm>
          <a:prstGeom prst="rect">
            <a:avLst/>
          </a:prstGeom>
        </p:spPr>
        <p:txBody>
          <a:bodyPr vert="horz" wrap="square" lIns="0" tIns="12700" rIns="0" bIns="0" rtlCol="0">
            <a:spAutoFit/>
          </a:bodyPr>
          <a:lstStyle/>
          <a:p>
            <a:pPr marL="469900" indent="-457200">
              <a:lnSpc>
                <a:spcPct val="100000"/>
              </a:lnSpc>
              <a:spcBef>
                <a:spcPts val="100"/>
              </a:spcBef>
              <a:buClr>
                <a:srgbClr val="000000"/>
              </a:buClr>
              <a:buAutoNum type="arabicPeriod"/>
              <a:tabLst>
                <a:tab pos="469265" algn="l"/>
                <a:tab pos="469900" algn="l"/>
              </a:tabLst>
            </a:pPr>
            <a:r>
              <a:rPr sz="1800" spc="70" dirty="0">
                <a:solidFill>
                  <a:srgbClr val="FFFFFF"/>
                </a:solidFill>
                <a:latin typeface="Times New Roman"/>
                <a:cs typeface="Times New Roman"/>
              </a:rPr>
              <a:t>In</a:t>
            </a:r>
            <a:r>
              <a:rPr sz="1800" spc="-70" dirty="0">
                <a:solidFill>
                  <a:srgbClr val="FFFFFF"/>
                </a:solidFill>
                <a:latin typeface="Times New Roman"/>
                <a:cs typeface="Times New Roman"/>
              </a:rPr>
              <a:t> </a:t>
            </a:r>
            <a:r>
              <a:rPr sz="1800" spc="100" dirty="0">
                <a:solidFill>
                  <a:srgbClr val="FFFFFF"/>
                </a:solidFill>
                <a:latin typeface="Times New Roman"/>
                <a:cs typeface="Times New Roman"/>
              </a:rPr>
              <a:t>the</a:t>
            </a:r>
            <a:r>
              <a:rPr sz="1800" spc="-65" dirty="0">
                <a:solidFill>
                  <a:srgbClr val="FFFFFF"/>
                </a:solidFill>
                <a:latin typeface="Times New Roman"/>
                <a:cs typeface="Times New Roman"/>
              </a:rPr>
              <a:t> </a:t>
            </a:r>
            <a:r>
              <a:rPr sz="1800" spc="70" dirty="0">
                <a:solidFill>
                  <a:srgbClr val="FFFFFF"/>
                </a:solidFill>
                <a:latin typeface="Times New Roman"/>
                <a:cs typeface="Times New Roman"/>
              </a:rPr>
              <a:t>query</a:t>
            </a:r>
            <a:r>
              <a:rPr sz="1800" spc="-75" dirty="0">
                <a:solidFill>
                  <a:srgbClr val="FFFFFF"/>
                </a:solidFill>
                <a:latin typeface="Times New Roman"/>
                <a:cs typeface="Times New Roman"/>
              </a:rPr>
              <a:t> </a:t>
            </a:r>
            <a:r>
              <a:rPr sz="1800" spc="65" dirty="0">
                <a:solidFill>
                  <a:srgbClr val="FFFFFF"/>
                </a:solidFill>
                <a:latin typeface="Times New Roman"/>
                <a:cs typeface="Times New Roman"/>
              </a:rPr>
              <a:t>window,</a:t>
            </a:r>
            <a:r>
              <a:rPr sz="1800" spc="-55" dirty="0">
                <a:solidFill>
                  <a:srgbClr val="FFFFFF"/>
                </a:solidFill>
                <a:latin typeface="Times New Roman"/>
                <a:cs typeface="Times New Roman"/>
              </a:rPr>
              <a:t> </a:t>
            </a:r>
            <a:r>
              <a:rPr sz="1800" spc="35" dirty="0">
                <a:solidFill>
                  <a:srgbClr val="FFFFFF"/>
                </a:solidFill>
                <a:latin typeface="Times New Roman"/>
                <a:cs typeface="Times New Roman"/>
              </a:rPr>
              <a:t>select</a:t>
            </a:r>
            <a:r>
              <a:rPr sz="1800" spc="-75" dirty="0">
                <a:solidFill>
                  <a:srgbClr val="FFFFFF"/>
                </a:solidFill>
                <a:latin typeface="Times New Roman"/>
                <a:cs typeface="Times New Roman"/>
              </a:rPr>
              <a:t> </a:t>
            </a:r>
            <a:r>
              <a:rPr sz="1800" spc="100" dirty="0">
                <a:solidFill>
                  <a:srgbClr val="FFFFFF"/>
                </a:solidFill>
                <a:latin typeface="Times New Roman"/>
                <a:cs typeface="Times New Roman"/>
              </a:rPr>
              <a:t>the</a:t>
            </a:r>
            <a:r>
              <a:rPr sz="1800" spc="-65" dirty="0">
                <a:solidFill>
                  <a:srgbClr val="FFFFFF"/>
                </a:solidFill>
                <a:latin typeface="Times New Roman"/>
                <a:cs typeface="Times New Roman"/>
              </a:rPr>
              <a:t> </a:t>
            </a:r>
            <a:r>
              <a:rPr sz="1800" spc="65" dirty="0">
                <a:solidFill>
                  <a:srgbClr val="FFFFFF"/>
                </a:solidFill>
                <a:latin typeface="Times New Roman"/>
                <a:cs typeface="Times New Roman"/>
              </a:rPr>
              <a:t>code</a:t>
            </a:r>
            <a:r>
              <a:rPr sz="1800" spc="-80" dirty="0">
                <a:solidFill>
                  <a:srgbClr val="FFFFFF"/>
                </a:solidFill>
                <a:latin typeface="Times New Roman"/>
                <a:cs typeface="Times New Roman"/>
              </a:rPr>
              <a:t> </a:t>
            </a:r>
            <a:r>
              <a:rPr sz="1800" spc="100" dirty="0">
                <a:solidFill>
                  <a:srgbClr val="FFFFFF"/>
                </a:solidFill>
                <a:latin typeface="Times New Roman"/>
                <a:cs typeface="Times New Roman"/>
              </a:rPr>
              <a:t>to</a:t>
            </a:r>
            <a:r>
              <a:rPr sz="1800" spc="-70" dirty="0">
                <a:solidFill>
                  <a:srgbClr val="FFFFFF"/>
                </a:solidFill>
                <a:latin typeface="Times New Roman"/>
                <a:cs typeface="Times New Roman"/>
              </a:rPr>
              <a:t> </a:t>
            </a:r>
            <a:r>
              <a:rPr sz="1800" spc="55" dirty="0">
                <a:solidFill>
                  <a:srgbClr val="FFFFFF"/>
                </a:solidFill>
                <a:latin typeface="Times New Roman"/>
                <a:cs typeface="Times New Roman"/>
              </a:rPr>
              <a:t>be</a:t>
            </a:r>
            <a:r>
              <a:rPr sz="1800" spc="-60" dirty="0">
                <a:solidFill>
                  <a:srgbClr val="FFFFFF"/>
                </a:solidFill>
                <a:latin typeface="Times New Roman"/>
                <a:cs typeface="Times New Roman"/>
              </a:rPr>
              <a:t> </a:t>
            </a:r>
            <a:r>
              <a:rPr sz="1800" spc="65" dirty="0">
                <a:solidFill>
                  <a:srgbClr val="FFFFFF"/>
                </a:solidFill>
                <a:latin typeface="Times New Roman"/>
                <a:cs typeface="Times New Roman"/>
              </a:rPr>
              <a:t>executed.</a:t>
            </a:r>
            <a:endParaRPr sz="1800">
              <a:latin typeface="Times New Roman"/>
              <a:cs typeface="Times New Roman"/>
            </a:endParaRPr>
          </a:p>
          <a:p>
            <a:pPr marL="469265" marR="1520190" indent="-469265">
              <a:lnSpc>
                <a:spcPts val="1939"/>
              </a:lnSpc>
              <a:spcBef>
                <a:spcPts val="1975"/>
              </a:spcBef>
              <a:buClr>
                <a:srgbClr val="000000"/>
              </a:buClr>
              <a:buAutoNum type="arabicPeriod"/>
              <a:tabLst>
                <a:tab pos="469265" algn="l"/>
                <a:tab pos="469900" algn="l"/>
              </a:tabLst>
            </a:pPr>
            <a:r>
              <a:rPr sz="1800" spc="195" dirty="0">
                <a:solidFill>
                  <a:srgbClr val="FFFFFF"/>
                </a:solidFill>
                <a:latin typeface="Times New Roman"/>
                <a:cs typeface="Times New Roman"/>
              </a:rPr>
              <a:t>On</a:t>
            </a:r>
            <a:r>
              <a:rPr sz="1800" spc="-65" dirty="0">
                <a:solidFill>
                  <a:srgbClr val="FFFFFF"/>
                </a:solidFill>
                <a:latin typeface="Times New Roman"/>
                <a:cs typeface="Times New Roman"/>
              </a:rPr>
              <a:t> </a:t>
            </a:r>
            <a:r>
              <a:rPr sz="1800" spc="100" dirty="0">
                <a:solidFill>
                  <a:srgbClr val="FFFFFF"/>
                </a:solidFill>
                <a:latin typeface="Times New Roman"/>
                <a:cs typeface="Times New Roman"/>
              </a:rPr>
              <a:t>the</a:t>
            </a:r>
            <a:r>
              <a:rPr sz="1800" spc="-60" dirty="0">
                <a:solidFill>
                  <a:srgbClr val="FFFFFF"/>
                </a:solidFill>
                <a:latin typeface="Times New Roman"/>
                <a:cs typeface="Times New Roman"/>
              </a:rPr>
              <a:t> </a:t>
            </a:r>
            <a:r>
              <a:rPr sz="1800" spc="65" dirty="0">
                <a:solidFill>
                  <a:srgbClr val="FFFFFF"/>
                </a:solidFill>
                <a:latin typeface="Times New Roman"/>
                <a:cs typeface="Times New Roman"/>
              </a:rPr>
              <a:t>SSMS</a:t>
            </a:r>
            <a:r>
              <a:rPr sz="1800" spc="-60" dirty="0">
                <a:solidFill>
                  <a:srgbClr val="FFFFFF"/>
                </a:solidFill>
                <a:latin typeface="Times New Roman"/>
                <a:cs typeface="Times New Roman"/>
              </a:rPr>
              <a:t> </a:t>
            </a:r>
            <a:r>
              <a:rPr sz="1800" spc="55" dirty="0">
                <a:solidFill>
                  <a:srgbClr val="FFFFFF"/>
                </a:solidFill>
                <a:latin typeface="Times New Roman"/>
                <a:cs typeface="Times New Roman"/>
              </a:rPr>
              <a:t>toolbar,</a:t>
            </a:r>
            <a:r>
              <a:rPr sz="1800" spc="-60" dirty="0">
                <a:solidFill>
                  <a:srgbClr val="FFFFFF"/>
                </a:solidFill>
                <a:latin typeface="Times New Roman"/>
                <a:cs typeface="Times New Roman"/>
              </a:rPr>
              <a:t> </a:t>
            </a:r>
            <a:r>
              <a:rPr sz="1800" spc="20" dirty="0">
                <a:solidFill>
                  <a:srgbClr val="FFFFFF"/>
                </a:solidFill>
                <a:latin typeface="Times New Roman"/>
                <a:cs typeface="Times New Roman"/>
              </a:rPr>
              <a:t>click</a:t>
            </a:r>
            <a:r>
              <a:rPr sz="1800" spc="-70" dirty="0">
                <a:solidFill>
                  <a:srgbClr val="FFFFFF"/>
                </a:solidFill>
                <a:latin typeface="Times New Roman"/>
                <a:cs typeface="Times New Roman"/>
              </a:rPr>
              <a:t> </a:t>
            </a:r>
            <a:r>
              <a:rPr sz="1800" spc="50" dirty="0">
                <a:solidFill>
                  <a:srgbClr val="FFFFFF"/>
                </a:solidFill>
                <a:latin typeface="Times New Roman"/>
                <a:cs typeface="Times New Roman"/>
              </a:rPr>
              <a:t>Execute.  </a:t>
            </a:r>
            <a:r>
              <a:rPr sz="1800" spc="160" dirty="0">
                <a:solidFill>
                  <a:srgbClr val="FFFFFF"/>
                </a:solidFill>
                <a:latin typeface="Times New Roman"/>
                <a:cs typeface="Times New Roman"/>
              </a:rPr>
              <a:t>OR</a:t>
            </a:r>
            <a:endParaRPr sz="1800">
              <a:latin typeface="Times New Roman"/>
              <a:cs typeface="Times New Roman"/>
            </a:endParaRPr>
          </a:p>
          <a:p>
            <a:pPr marL="455295">
              <a:lnSpc>
                <a:spcPts val="1810"/>
              </a:lnSpc>
            </a:pPr>
            <a:r>
              <a:rPr sz="1800" spc="195" dirty="0">
                <a:solidFill>
                  <a:srgbClr val="FFFFFF"/>
                </a:solidFill>
                <a:latin typeface="Times New Roman"/>
                <a:cs typeface="Times New Roman"/>
              </a:rPr>
              <a:t>On</a:t>
            </a:r>
            <a:r>
              <a:rPr sz="1800" spc="-70" dirty="0">
                <a:solidFill>
                  <a:srgbClr val="FFFFFF"/>
                </a:solidFill>
                <a:latin typeface="Times New Roman"/>
                <a:cs typeface="Times New Roman"/>
              </a:rPr>
              <a:t> </a:t>
            </a:r>
            <a:r>
              <a:rPr sz="1800" spc="100" dirty="0">
                <a:solidFill>
                  <a:srgbClr val="FFFFFF"/>
                </a:solidFill>
                <a:latin typeface="Times New Roman"/>
                <a:cs typeface="Times New Roman"/>
              </a:rPr>
              <a:t>the</a:t>
            </a:r>
            <a:r>
              <a:rPr sz="1800" spc="-60" dirty="0">
                <a:solidFill>
                  <a:srgbClr val="FFFFFF"/>
                </a:solidFill>
                <a:latin typeface="Times New Roman"/>
                <a:cs typeface="Times New Roman"/>
              </a:rPr>
              <a:t> </a:t>
            </a:r>
            <a:r>
              <a:rPr sz="1800" spc="90" dirty="0">
                <a:solidFill>
                  <a:srgbClr val="FFFFFF"/>
                </a:solidFill>
                <a:latin typeface="Times New Roman"/>
                <a:cs typeface="Times New Roman"/>
              </a:rPr>
              <a:t>Query</a:t>
            </a:r>
            <a:r>
              <a:rPr sz="1800" spc="-70" dirty="0">
                <a:solidFill>
                  <a:srgbClr val="FFFFFF"/>
                </a:solidFill>
                <a:latin typeface="Times New Roman"/>
                <a:cs typeface="Times New Roman"/>
              </a:rPr>
              <a:t> </a:t>
            </a:r>
            <a:r>
              <a:rPr sz="1800" spc="85" dirty="0">
                <a:solidFill>
                  <a:srgbClr val="FFFFFF"/>
                </a:solidFill>
                <a:latin typeface="Times New Roman"/>
                <a:cs typeface="Times New Roman"/>
              </a:rPr>
              <a:t>menu,</a:t>
            </a:r>
            <a:r>
              <a:rPr sz="1800" spc="-70" dirty="0">
                <a:solidFill>
                  <a:srgbClr val="FFFFFF"/>
                </a:solidFill>
                <a:latin typeface="Times New Roman"/>
                <a:cs typeface="Times New Roman"/>
              </a:rPr>
              <a:t> </a:t>
            </a:r>
            <a:r>
              <a:rPr sz="1800" spc="20" dirty="0">
                <a:solidFill>
                  <a:srgbClr val="FFFFFF"/>
                </a:solidFill>
                <a:latin typeface="Times New Roman"/>
                <a:cs typeface="Times New Roman"/>
              </a:rPr>
              <a:t>click</a:t>
            </a:r>
            <a:r>
              <a:rPr sz="1800" spc="-75" dirty="0">
                <a:solidFill>
                  <a:srgbClr val="FFFFFF"/>
                </a:solidFill>
                <a:latin typeface="Times New Roman"/>
                <a:cs typeface="Times New Roman"/>
              </a:rPr>
              <a:t> </a:t>
            </a:r>
            <a:r>
              <a:rPr sz="1800" spc="50" dirty="0">
                <a:solidFill>
                  <a:srgbClr val="FFFFFF"/>
                </a:solidFill>
                <a:latin typeface="Times New Roman"/>
                <a:cs typeface="Times New Roman"/>
              </a:rPr>
              <a:t>Execute.</a:t>
            </a:r>
            <a:endParaRPr sz="1800">
              <a:latin typeface="Times New Roman"/>
              <a:cs typeface="Times New Roman"/>
            </a:endParaRPr>
          </a:p>
          <a:p>
            <a:pPr marL="603250">
              <a:lnSpc>
                <a:spcPts val="1945"/>
              </a:lnSpc>
            </a:pPr>
            <a:r>
              <a:rPr sz="1800" spc="160" dirty="0">
                <a:solidFill>
                  <a:srgbClr val="FFFFFF"/>
                </a:solidFill>
                <a:latin typeface="Times New Roman"/>
                <a:cs typeface="Times New Roman"/>
              </a:rPr>
              <a:t>OR</a:t>
            </a:r>
            <a:endParaRPr sz="1800">
              <a:latin typeface="Times New Roman"/>
              <a:cs typeface="Times New Roman"/>
            </a:endParaRPr>
          </a:p>
          <a:p>
            <a:pPr marL="455295">
              <a:lnSpc>
                <a:spcPts val="2050"/>
              </a:lnSpc>
            </a:pPr>
            <a:r>
              <a:rPr sz="1800" spc="25" dirty="0">
                <a:solidFill>
                  <a:srgbClr val="FFFFFF"/>
                </a:solidFill>
                <a:latin typeface="Times New Roman"/>
                <a:cs typeface="Times New Roman"/>
              </a:rPr>
              <a:t>Press </a:t>
            </a:r>
            <a:r>
              <a:rPr sz="1800" spc="-150" dirty="0">
                <a:solidFill>
                  <a:srgbClr val="FFFFFF"/>
                </a:solidFill>
                <a:latin typeface="Times New Roman"/>
                <a:cs typeface="Times New Roman"/>
              </a:rPr>
              <a:t>F5 </a:t>
            </a:r>
            <a:r>
              <a:rPr sz="1800" spc="75" dirty="0">
                <a:solidFill>
                  <a:srgbClr val="FFFFFF"/>
                </a:solidFill>
                <a:latin typeface="Times New Roman"/>
                <a:cs typeface="Times New Roman"/>
              </a:rPr>
              <a:t>or </a:t>
            </a:r>
            <a:r>
              <a:rPr sz="1800" spc="50" dirty="0">
                <a:solidFill>
                  <a:srgbClr val="FFFFFF"/>
                </a:solidFill>
                <a:latin typeface="Times New Roman"/>
                <a:cs typeface="Times New Roman"/>
              </a:rPr>
              <a:t>Alt+X </a:t>
            </a:r>
            <a:r>
              <a:rPr sz="1800" spc="75" dirty="0">
                <a:solidFill>
                  <a:srgbClr val="FFFFFF"/>
                </a:solidFill>
                <a:latin typeface="Times New Roman"/>
                <a:cs typeface="Times New Roman"/>
              </a:rPr>
              <a:t>or</a:t>
            </a:r>
            <a:r>
              <a:rPr sz="1800" spc="-325" dirty="0">
                <a:solidFill>
                  <a:srgbClr val="FFFFFF"/>
                </a:solidFill>
                <a:latin typeface="Times New Roman"/>
                <a:cs typeface="Times New Roman"/>
              </a:rPr>
              <a:t> </a:t>
            </a:r>
            <a:r>
              <a:rPr sz="1800" spc="50" dirty="0">
                <a:solidFill>
                  <a:srgbClr val="FFFFFF"/>
                </a:solidFill>
                <a:latin typeface="Times New Roman"/>
                <a:cs typeface="Times New Roman"/>
              </a:rPr>
              <a:t>Ctrl+E.</a:t>
            </a:r>
            <a:endParaRPr sz="1800">
              <a:latin typeface="Times New Roman"/>
              <a:cs typeface="Times New Roman"/>
            </a:endParaRPr>
          </a:p>
        </p:txBody>
      </p:sp>
      <p:grpSp>
        <p:nvGrpSpPr>
          <p:cNvPr id="12" name="object 12"/>
          <p:cNvGrpSpPr/>
          <p:nvPr/>
        </p:nvGrpSpPr>
        <p:grpSpPr>
          <a:xfrm>
            <a:off x="523494" y="5337809"/>
            <a:ext cx="8228965" cy="1012190"/>
            <a:chOff x="523494" y="5337809"/>
            <a:chExt cx="8228965" cy="1012190"/>
          </a:xfrm>
        </p:grpSpPr>
        <p:pic>
          <p:nvPicPr>
            <p:cNvPr id="13" name="object 13"/>
            <p:cNvPicPr/>
            <p:nvPr/>
          </p:nvPicPr>
          <p:blipFill>
            <a:blip r:embed="rId7" cstate="print"/>
            <a:stretch>
              <a:fillRect/>
            </a:stretch>
          </p:blipFill>
          <p:spPr>
            <a:xfrm>
              <a:off x="523494" y="5337809"/>
              <a:ext cx="8228838" cy="1011910"/>
            </a:xfrm>
            <a:prstGeom prst="rect">
              <a:avLst/>
            </a:prstGeom>
          </p:spPr>
        </p:pic>
        <p:pic>
          <p:nvPicPr>
            <p:cNvPr id="14" name="object 14"/>
            <p:cNvPicPr/>
            <p:nvPr/>
          </p:nvPicPr>
          <p:blipFill>
            <a:blip r:embed="rId8" cstate="print"/>
            <a:stretch>
              <a:fillRect/>
            </a:stretch>
          </p:blipFill>
          <p:spPr>
            <a:xfrm>
              <a:off x="564642" y="5356097"/>
              <a:ext cx="8153400" cy="936497"/>
            </a:xfrm>
            <a:prstGeom prst="rect">
              <a:avLst/>
            </a:prstGeom>
          </p:spPr>
        </p:pic>
      </p:grpSp>
      <p:sp>
        <p:nvSpPr>
          <p:cNvPr id="15" name="object 15"/>
          <p:cNvSpPr txBox="1"/>
          <p:nvPr/>
        </p:nvSpPr>
        <p:spPr>
          <a:xfrm>
            <a:off x="781050" y="5464809"/>
            <a:ext cx="7886065" cy="604520"/>
          </a:xfrm>
          <a:prstGeom prst="rect">
            <a:avLst/>
          </a:prstGeom>
        </p:spPr>
        <p:txBody>
          <a:bodyPr vert="horz" wrap="square" lIns="0" tIns="46990" rIns="0" bIns="0" rtlCol="0">
            <a:spAutoFit/>
          </a:bodyPr>
          <a:lstStyle/>
          <a:p>
            <a:pPr marL="12700" marR="5080">
              <a:lnSpc>
                <a:spcPts val="2160"/>
              </a:lnSpc>
              <a:spcBef>
                <a:spcPts val="370"/>
              </a:spcBef>
            </a:pPr>
            <a:r>
              <a:rPr sz="2000" spc="100" dirty="0">
                <a:solidFill>
                  <a:srgbClr val="FFFFFF"/>
                </a:solidFill>
                <a:latin typeface="Times New Roman"/>
                <a:cs typeface="Times New Roman"/>
              </a:rPr>
              <a:t>Query </a:t>
            </a:r>
            <a:r>
              <a:rPr sz="2000" spc="60" dirty="0">
                <a:solidFill>
                  <a:srgbClr val="FFFFFF"/>
                </a:solidFill>
                <a:latin typeface="Times New Roman"/>
                <a:cs typeface="Times New Roman"/>
              </a:rPr>
              <a:t>results </a:t>
            </a:r>
            <a:r>
              <a:rPr sz="2000" spc="75" dirty="0">
                <a:solidFill>
                  <a:srgbClr val="FFFFFF"/>
                </a:solidFill>
                <a:latin typeface="Times New Roman"/>
                <a:cs typeface="Times New Roman"/>
              </a:rPr>
              <a:t>can </a:t>
            </a:r>
            <a:r>
              <a:rPr sz="2000" spc="70" dirty="0">
                <a:solidFill>
                  <a:srgbClr val="FFFFFF"/>
                </a:solidFill>
                <a:latin typeface="Times New Roman"/>
                <a:cs typeface="Times New Roman"/>
              </a:rPr>
              <a:t>be </a:t>
            </a:r>
            <a:r>
              <a:rPr sz="2000" spc="50" dirty="0">
                <a:solidFill>
                  <a:srgbClr val="FFFFFF"/>
                </a:solidFill>
                <a:latin typeface="Times New Roman"/>
                <a:cs typeface="Times New Roman"/>
              </a:rPr>
              <a:t>displayed </a:t>
            </a:r>
            <a:r>
              <a:rPr sz="2000" spc="95" dirty="0">
                <a:solidFill>
                  <a:srgbClr val="FFFFFF"/>
                </a:solidFill>
                <a:latin typeface="Times New Roman"/>
                <a:cs typeface="Times New Roman"/>
              </a:rPr>
              <a:t>in three </a:t>
            </a:r>
            <a:r>
              <a:rPr sz="2000" spc="70" dirty="0">
                <a:solidFill>
                  <a:srgbClr val="FFFFFF"/>
                </a:solidFill>
                <a:latin typeface="Times New Roman"/>
                <a:cs typeface="Times New Roman"/>
              </a:rPr>
              <a:t>different </a:t>
            </a:r>
            <a:r>
              <a:rPr sz="2000" spc="55" dirty="0">
                <a:solidFill>
                  <a:srgbClr val="FFFFFF"/>
                </a:solidFill>
                <a:latin typeface="Times New Roman"/>
                <a:cs typeface="Times New Roman"/>
              </a:rPr>
              <a:t>formats. </a:t>
            </a:r>
            <a:r>
              <a:rPr sz="2000" spc="130" dirty="0">
                <a:solidFill>
                  <a:srgbClr val="FFFFFF"/>
                </a:solidFill>
                <a:latin typeface="Times New Roman"/>
                <a:cs typeface="Times New Roman"/>
              </a:rPr>
              <a:t>The </a:t>
            </a:r>
            <a:r>
              <a:rPr sz="2000" spc="95" dirty="0">
                <a:solidFill>
                  <a:srgbClr val="FFFFFF"/>
                </a:solidFill>
                <a:latin typeface="Times New Roman"/>
                <a:cs typeface="Times New Roman"/>
              </a:rPr>
              <a:t>three  </a:t>
            </a:r>
            <a:r>
              <a:rPr sz="2000" spc="65" dirty="0">
                <a:solidFill>
                  <a:srgbClr val="FFFFFF"/>
                </a:solidFill>
                <a:latin typeface="Times New Roman"/>
                <a:cs typeface="Times New Roman"/>
              </a:rPr>
              <a:t>formats</a:t>
            </a:r>
            <a:r>
              <a:rPr sz="2000" spc="-60" dirty="0">
                <a:solidFill>
                  <a:srgbClr val="FFFFFF"/>
                </a:solidFill>
                <a:latin typeface="Times New Roman"/>
                <a:cs typeface="Times New Roman"/>
              </a:rPr>
              <a:t> </a:t>
            </a:r>
            <a:r>
              <a:rPr sz="2000" spc="30" dirty="0">
                <a:solidFill>
                  <a:srgbClr val="FFFFFF"/>
                </a:solidFill>
                <a:latin typeface="Times New Roman"/>
                <a:cs typeface="Times New Roman"/>
              </a:rPr>
              <a:t>available</a:t>
            </a:r>
            <a:r>
              <a:rPr sz="2000" spc="-50" dirty="0">
                <a:solidFill>
                  <a:srgbClr val="FFFFFF"/>
                </a:solidFill>
                <a:latin typeface="Times New Roman"/>
                <a:cs typeface="Times New Roman"/>
              </a:rPr>
              <a:t> </a:t>
            </a:r>
            <a:r>
              <a:rPr sz="2000" spc="50" dirty="0">
                <a:solidFill>
                  <a:srgbClr val="FFFFFF"/>
                </a:solidFill>
                <a:latin typeface="Times New Roman"/>
                <a:cs typeface="Times New Roman"/>
              </a:rPr>
              <a:t>are</a:t>
            </a:r>
            <a:r>
              <a:rPr sz="2000" spc="-70" dirty="0">
                <a:solidFill>
                  <a:srgbClr val="FFFFFF"/>
                </a:solidFill>
                <a:latin typeface="Times New Roman"/>
                <a:cs typeface="Times New Roman"/>
              </a:rPr>
              <a:t> </a:t>
            </a:r>
            <a:r>
              <a:rPr sz="2000" spc="35" dirty="0">
                <a:solidFill>
                  <a:srgbClr val="FFFFFF"/>
                </a:solidFill>
                <a:latin typeface="Times New Roman"/>
                <a:cs typeface="Times New Roman"/>
              </a:rPr>
              <a:t>grid,</a:t>
            </a:r>
            <a:r>
              <a:rPr sz="2000" spc="-90" dirty="0">
                <a:solidFill>
                  <a:srgbClr val="FFFFFF"/>
                </a:solidFill>
                <a:latin typeface="Times New Roman"/>
                <a:cs typeface="Times New Roman"/>
              </a:rPr>
              <a:t> </a:t>
            </a:r>
            <a:r>
              <a:rPr sz="2000" spc="75" dirty="0">
                <a:solidFill>
                  <a:srgbClr val="FFFFFF"/>
                </a:solidFill>
                <a:latin typeface="Times New Roman"/>
                <a:cs typeface="Times New Roman"/>
              </a:rPr>
              <a:t>text,</a:t>
            </a:r>
            <a:r>
              <a:rPr sz="2000" spc="-60" dirty="0">
                <a:solidFill>
                  <a:srgbClr val="FFFFFF"/>
                </a:solidFill>
                <a:latin typeface="Times New Roman"/>
                <a:cs typeface="Times New Roman"/>
              </a:rPr>
              <a:t> </a:t>
            </a:r>
            <a:r>
              <a:rPr sz="2000" spc="114" dirty="0">
                <a:solidFill>
                  <a:srgbClr val="FFFFFF"/>
                </a:solidFill>
                <a:latin typeface="Times New Roman"/>
                <a:cs typeface="Times New Roman"/>
              </a:rPr>
              <a:t>and</a:t>
            </a:r>
            <a:r>
              <a:rPr sz="2000" spc="-75" dirty="0">
                <a:solidFill>
                  <a:srgbClr val="FFFFFF"/>
                </a:solidFill>
                <a:latin typeface="Times New Roman"/>
                <a:cs typeface="Times New Roman"/>
              </a:rPr>
              <a:t> </a:t>
            </a:r>
            <a:r>
              <a:rPr sz="2000" spc="20" dirty="0">
                <a:solidFill>
                  <a:srgbClr val="FFFFFF"/>
                </a:solidFill>
                <a:latin typeface="Times New Roman"/>
                <a:cs typeface="Times New Roman"/>
              </a:rPr>
              <a:t>file</a:t>
            </a:r>
            <a:r>
              <a:rPr sz="2000" spc="-70" dirty="0">
                <a:solidFill>
                  <a:srgbClr val="FFFFFF"/>
                </a:solidFill>
                <a:latin typeface="Times New Roman"/>
                <a:cs typeface="Times New Roman"/>
              </a:rPr>
              <a:t> </a:t>
            </a:r>
            <a:r>
              <a:rPr sz="2000" spc="30" dirty="0">
                <a:solidFill>
                  <a:srgbClr val="FFFFFF"/>
                </a:solidFill>
                <a:latin typeface="Times New Roman"/>
                <a:cs typeface="Times New Roman"/>
              </a:rPr>
              <a:t>view.</a:t>
            </a:r>
            <a:endParaRPr sz="2000">
              <a:latin typeface="Times New Roman"/>
              <a:cs typeface="Times New Roman"/>
            </a:endParaRPr>
          </a:p>
        </p:txBody>
      </p:sp>
      <p:sp>
        <p:nvSpPr>
          <p:cNvPr id="17" name="object 17"/>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37" baseline="4629" dirty="0"/>
              <a:t>3/</a:t>
            </a:r>
            <a:r>
              <a:rPr sz="1800" spc="-270" baseline="4629" dirty="0"/>
              <a:t> </a:t>
            </a:r>
            <a:fld id="{81D60167-4931-47E6-BA6A-407CBD079E47}" type="slidenum">
              <a:rPr sz="1200" spc="-5" dirty="0"/>
              <a:t>27</a:t>
            </a:fld>
            <a:endParaRPr sz="1200"/>
          </a:p>
        </p:txBody>
      </p:sp>
      <p:sp>
        <p:nvSpPr>
          <p:cNvPr id="18" name="object 18"/>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2139950" cy="635635"/>
          </a:xfrm>
          <a:prstGeom prst="rect">
            <a:avLst/>
          </a:prstGeom>
        </p:spPr>
        <p:txBody>
          <a:bodyPr vert="horz" wrap="square" lIns="0" tIns="12700" rIns="0" bIns="0" rtlCol="0">
            <a:spAutoFit/>
          </a:bodyPr>
          <a:lstStyle/>
          <a:p>
            <a:pPr marL="12700">
              <a:lnSpc>
                <a:spcPct val="100000"/>
              </a:lnSpc>
              <a:spcBef>
                <a:spcPts val="100"/>
              </a:spcBef>
            </a:pPr>
            <a:r>
              <a:rPr sz="4000" b="0" spc="155" dirty="0">
                <a:latin typeface="Times New Roman"/>
                <a:cs typeface="Times New Roman"/>
              </a:rPr>
              <a:t>Summary</a:t>
            </a:r>
            <a:endParaRPr sz="4000">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37" baseline="4629" dirty="0"/>
              <a:t>3/</a:t>
            </a:r>
            <a:r>
              <a:rPr sz="1800" spc="-270" baseline="4629" dirty="0"/>
              <a:t> </a:t>
            </a:r>
            <a:fld id="{81D60167-4931-47E6-BA6A-407CBD079E47}" type="slidenum">
              <a:rPr sz="1200" spc="-5" dirty="0"/>
              <a:t>28</a:t>
            </a:fld>
            <a:endParaRPr sz="1200"/>
          </a:p>
        </p:txBody>
      </p:sp>
      <p:sp>
        <p:nvSpPr>
          <p:cNvPr id="6" name="object 6"/>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3" name="object 3"/>
          <p:cNvSpPr txBox="1">
            <a:spLocks noGrp="1"/>
          </p:cNvSpPr>
          <p:nvPr>
            <p:ph type="body" idx="1"/>
          </p:nvPr>
        </p:nvSpPr>
        <p:spPr>
          <a:prstGeom prst="rect">
            <a:avLst/>
          </a:prstGeom>
        </p:spPr>
        <p:txBody>
          <a:bodyPr vert="horz" wrap="square" lIns="0" tIns="12700" rIns="0" bIns="0" rtlCol="0">
            <a:spAutoFit/>
          </a:bodyPr>
          <a:lstStyle/>
          <a:p>
            <a:pPr marL="353695" indent="-341630">
              <a:lnSpc>
                <a:spcPct val="100000"/>
              </a:lnSpc>
              <a:spcBef>
                <a:spcPts val="100"/>
              </a:spcBef>
              <a:buFont typeface="Calibri"/>
              <a:buChar char="●"/>
              <a:tabLst>
                <a:tab pos="353695" algn="l"/>
                <a:tab pos="354330" algn="l"/>
                <a:tab pos="1077595" algn="l"/>
                <a:tab pos="2554605" algn="l"/>
                <a:tab pos="2940685" algn="l"/>
                <a:tab pos="3618229" algn="l"/>
                <a:tab pos="4490085" algn="l"/>
                <a:tab pos="5114290" algn="l"/>
                <a:tab pos="6190615" algn="l"/>
                <a:tab pos="6951345" algn="l"/>
                <a:tab pos="8028305" algn="l"/>
              </a:tabLst>
            </a:pPr>
            <a:r>
              <a:rPr spc="-5" dirty="0"/>
              <a:t>Basic	</a:t>
            </a:r>
            <a:r>
              <a:rPr spc="70" dirty="0"/>
              <a:t>archite</a:t>
            </a:r>
            <a:r>
              <a:rPr spc="85" dirty="0"/>
              <a:t>cture	</a:t>
            </a:r>
            <a:r>
              <a:rPr spc="65" dirty="0"/>
              <a:t>o</a:t>
            </a:r>
            <a:r>
              <a:rPr spc="45" dirty="0"/>
              <a:t>f</a:t>
            </a:r>
            <a:r>
              <a:rPr dirty="0"/>
              <a:t>	</a:t>
            </a:r>
            <a:r>
              <a:rPr spc="95" dirty="0"/>
              <a:t>SQL</a:t>
            </a:r>
            <a:r>
              <a:rPr dirty="0"/>
              <a:t>	</a:t>
            </a:r>
            <a:r>
              <a:rPr spc="65" dirty="0"/>
              <a:t>S</a:t>
            </a:r>
            <a:r>
              <a:rPr spc="45" dirty="0"/>
              <a:t>e</a:t>
            </a:r>
            <a:r>
              <a:rPr spc="60" dirty="0"/>
              <a:t>rver</a:t>
            </a:r>
            <a:r>
              <a:rPr dirty="0"/>
              <a:t>	</a:t>
            </a:r>
            <a:r>
              <a:rPr spc="-65" dirty="0"/>
              <a:t>2</a:t>
            </a:r>
            <a:r>
              <a:rPr spc="-100" dirty="0"/>
              <a:t>019</a:t>
            </a:r>
            <a:r>
              <a:rPr dirty="0"/>
              <a:t>	</a:t>
            </a:r>
            <a:r>
              <a:rPr spc="65" dirty="0"/>
              <a:t>in</a:t>
            </a:r>
            <a:r>
              <a:rPr spc="80" dirty="0"/>
              <a:t>c</a:t>
            </a:r>
            <a:r>
              <a:rPr spc="65" dirty="0"/>
              <a:t>ludes</a:t>
            </a:r>
            <a:r>
              <a:rPr dirty="0"/>
              <a:t>	</a:t>
            </a:r>
            <a:r>
              <a:rPr spc="75" dirty="0"/>
              <a:t>t</a:t>
            </a:r>
            <a:r>
              <a:rPr spc="145" dirty="0"/>
              <a:t>o</a:t>
            </a:r>
            <a:r>
              <a:rPr spc="60" dirty="0"/>
              <a:t>o</a:t>
            </a:r>
            <a:r>
              <a:rPr spc="35" dirty="0"/>
              <a:t>l</a:t>
            </a:r>
            <a:r>
              <a:rPr dirty="0"/>
              <a:t>s,	</a:t>
            </a:r>
            <a:r>
              <a:rPr spc="45" dirty="0"/>
              <a:t>se</a:t>
            </a:r>
            <a:r>
              <a:rPr spc="40" dirty="0"/>
              <a:t>r</a:t>
            </a:r>
            <a:r>
              <a:rPr spc="20" dirty="0"/>
              <a:t>vices,</a:t>
            </a:r>
            <a:r>
              <a:rPr dirty="0"/>
              <a:t>	</a:t>
            </a:r>
            <a:r>
              <a:rPr spc="35" dirty="0"/>
              <a:t>a</a:t>
            </a:r>
            <a:r>
              <a:rPr spc="155" dirty="0"/>
              <a:t>nd</a:t>
            </a:r>
          </a:p>
          <a:p>
            <a:pPr marL="353695">
              <a:lnSpc>
                <a:spcPct val="100000"/>
              </a:lnSpc>
            </a:pPr>
            <a:r>
              <a:rPr spc="60" dirty="0"/>
              <a:t>instances.</a:t>
            </a:r>
          </a:p>
          <a:p>
            <a:pPr marL="353695" marR="5715" indent="-341630" algn="just">
              <a:lnSpc>
                <a:spcPct val="100000"/>
              </a:lnSpc>
              <a:buFont typeface="Calibri"/>
              <a:buChar char="●"/>
              <a:tabLst>
                <a:tab pos="354330" algn="l"/>
              </a:tabLst>
            </a:pPr>
            <a:r>
              <a:rPr spc="105" dirty="0"/>
              <a:t>Three </a:t>
            </a:r>
            <a:r>
              <a:rPr spc="60" dirty="0"/>
              <a:t>major</a:t>
            </a:r>
            <a:r>
              <a:rPr spc="620" dirty="0"/>
              <a:t> </a:t>
            </a:r>
            <a:r>
              <a:rPr spc="75" dirty="0"/>
              <a:t>editions </a:t>
            </a:r>
            <a:r>
              <a:rPr spc="60" dirty="0"/>
              <a:t>of</a:t>
            </a:r>
            <a:r>
              <a:rPr spc="620" dirty="0"/>
              <a:t> </a:t>
            </a:r>
            <a:r>
              <a:rPr spc="90" dirty="0"/>
              <a:t>SQL </a:t>
            </a:r>
            <a:r>
              <a:rPr spc="60" dirty="0"/>
              <a:t>Server</a:t>
            </a:r>
            <a:r>
              <a:rPr spc="620" dirty="0"/>
              <a:t> </a:t>
            </a:r>
            <a:r>
              <a:rPr spc="55" dirty="0"/>
              <a:t>are </a:t>
            </a:r>
            <a:r>
              <a:rPr spc="40" dirty="0"/>
              <a:t>Express, </a:t>
            </a:r>
            <a:r>
              <a:rPr spc="85" dirty="0"/>
              <a:t>Standard, </a:t>
            </a:r>
            <a:r>
              <a:rPr spc="114" dirty="0"/>
              <a:t>and  </a:t>
            </a:r>
            <a:r>
              <a:rPr spc="60" dirty="0"/>
              <a:t>Enterprise.</a:t>
            </a:r>
          </a:p>
          <a:p>
            <a:pPr marL="353695" marR="5715" indent="-341630" algn="just">
              <a:lnSpc>
                <a:spcPct val="100000"/>
              </a:lnSpc>
              <a:buFont typeface="Calibri"/>
              <a:buChar char="●"/>
              <a:tabLst>
                <a:tab pos="354330" algn="l"/>
              </a:tabLst>
            </a:pPr>
            <a:r>
              <a:rPr spc="130" dirty="0"/>
              <a:t>The </a:t>
            </a:r>
            <a:r>
              <a:rPr spc="85" dirty="0"/>
              <a:t>structure </a:t>
            </a:r>
            <a:r>
              <a:rPr spc="55" dirty="0"/>
              <a:t>of </a:t>
            </a:r>
            <a:r>
              <a:rPr spc="90" dirty="0"/>
              <a:t>Object </a:t>
            </a:r>
            <a:r>
              <a:rPr spc="60" dirty="0"/>
              <a:t>Explorer </a:t>
            </a:r>
            <a:r>
              <a:rPr spc="65" dirty="0"/>
              <a:t>includes </a:t>
            </a:r>
            <a:r>
              <a:rPr spc="50" dirty="0"/>
              <a:t>databases, </a:t>
            </a:r>
            <a:r>
              <a:rPr spc="45" dirty="0"/>
              <a:t>security, </a:t>
            </a:r>
            <a:r>
              <a:rPr spc="50" dirty="0"/>
              <a:t>server  </a:t>
            </a:r>
            <a:r>
              <a:rPr spc="45" dirty="0"/>
              <a:t>objects, </a:t>
            </a:r>
            <a:r>
              <a:rPr spc="55" dirty="0"/>
              <a:t>replications, </a:t>
            </a:r>
            <a:r>
              <a:rPr spc="85" dirty="0"/>
              <a:t>AlwaysOn</a:t>
            </a:r>
            <a:r>
              <a:rPr spc="670" dirty="0"/>
              <a:t> </a:t>
            </a:r>
            <a:r>
              <a:rPr spc="70" dirty="0"/>
              <a:t>High </a:t>
            </a:r>
            <a:r>
              <a:rPr spc="40" dirty="0"/>
              <a:t>Availability, </a:t>
            </a:r>
            <a:r>
              <a:rPr spc="70" dirty="0"/>
              <a:t>Management,  </a:t>
            </a:r>
            <a:r>
              <a:rPr spc="75" dirty="0"/>
              <a:t>Integration</a:t>
            </a:r>
            <a:r>
              <a:rPr spc="-55" dirty="0"/>
              <a:t> </a:t>
            </a:r>
            <a:r>
              <a:rPr spc="40" dirty="0"/>
              <a:t>Services</a:t>
            </a:r>
            <a:r>
              <a:rPr spc="-70" dirty="0"/>
              <a:t> </a:t>
            </a:r>
            <a:r>
              <a:rPr spc="60" dirty="0"/>
              <a:t>Catalogs,</a:t>
            </a:r>
            <a:r>
              <a:rPr spc="-55" dirty="0"/>
              <a:t> </a:t>
            </a:r>
            <a:r>
              <a:rPr spc="110" dirty="0"/>
              <a:t>and</a:t>
            </a:r>
            <a:r>
              <a:rPr spc="-65" dirty="0"/>
              <a:t> </a:t>
            </a:r>
            <a:r>
              <a:rPr spc="45" dirty="0"/>
              <a:t>so</a:t>
            </a:r>
            <a:r>
              <a:rPr spc="-70" dirty="0"/>
              <a:t> </a:t>
            </a:r>
            <a:r>
              <a:rPr spc="90" dirty="0"/>
              <a:t>on.</a:t>
            </a:r>
          </a:p>
          <a:p>
            <a:pPr marL="353695" marR="6350" indent="-341630" algn="just">
              <a:lnSpc>
                <a:spcPct val="100000"/>
              </a:lnSpc>
              <a:buFont typeface="Calibri"/>
              <a:buChar char="●"/>
              <a:tabLst>
                <a:tab pos="354330" algn="l"/>
              </a:tabLst>
            </a:pPr>
            <a:r>
              <a:rPr spc="70" dirty="0"/>
              <a:t>SSMS</a:t>
            </a:r>
            <a:r>
              <a:rPr spc="-35" dirty="0"/>
              <a:t> </a:t>
            </a:r>
            <a:r>
              <a:rPr spc="5" dirty="0"/>
              <a:t>is</a:t>
            </a:r>
            <a:r>
              <a:rPr spc="-25" dirty="0"/>
              <a:t> </a:t>
            </a:r>
            <a:r>
              <a:rPr spc="80" dirty="0"/>
              <a:t>used</a:t>
            </a:r>
            <a:r>
              <a:rPr spc="-20" dirty="0"/>
              <a:t> </a:t>
            </a:r>
            <a:r>
              <a:rPr spc="110" dirty="0"/>
              <a:t>to</a:t>
            </a:r>
            <a:r>
              <a:rPr spc="-25" dirty="0"/>
              <a:t> </a:t>
            </a:r>
            <a:r>
              <a:rPr spc="95" dirty="0"/>
              <a:t>connect</a:t>
            </a:r>
            <a:r>
              <a:rPr spc="-20" dirty="0"/>
              <a:t> </a:t>
            </a:r>
            <a:r>
              <a:rPr spc="110" dirty="0"/>
              <a:t>to</a:t>
            </a:r>
            <a:r>
              <a:rPr spc="-10" dirty="0"/>
              <a:t> </a:t>
            </a:r>
            <a:r>
              <a:rPr spc="90" dirty="0"/>
              <a:t>SQL</a:t>
            </a:r>
            <a:r>
              <a:rPr spc="-30" dirty="0"/>
              <a:t> </a:t>
            </a:r>
            <a:r>
              <a:rPr spc="60" dirty="0"/>
              <a:t>Server</a:t>
            </a:r>
            <a:r>
              <a:rPr spc="-15" dirty="0"/>
              <a:t> </a:t>
            </a:r>
            <a:r>
              <a:rPr spc="60" dirty="0"/>
              <a:t>instances.</a:t>
            </a:r>
            <a:r>
              <a:rPr spc="-25" dirty="0"/>
              <a:t> </a:t>
            </a:r>
            <a:r>
              <a:rPr spc="70" dirty="0"/>
              <a:t>SSMS</a:t>
            </a:r>
            <a:r>
              <a:rPr spc="-35" dirty="0"/>
              <a:t> </a:t>
            </a:r>
            <a:r>
              <a:rPr spc="5" dirty="0"/>
              <a:t>is</a:t>
            </a:r>
            <a:r>
              <a:rPr spc="-30" dirty="0"/>
              <a:t> </a:t>
            </a:r>
            <a:r>
              <a:rPr spc="30" dirty="0"/>
              <a:t>a</a:t>
            </a:r>
            <a:r>
              <a:rPr spc="-20" dirty="0"/>
              <a:t> </a:t>
            </a:r>
            <a:r>
              <a:rPr spc="80" dirty="0"/>
              <a:t>tool</a:t>
            </a:r>
            <a:r>
              <a:rPr spc="-10" dirty="0"/>
              <a:t> </a:t>
            </a:r>
            <a:r>
              <a:rPr spc="80" dirty="0"/>
              <a:t>used</a:t>
            </a:r>
            <a:r>
              <a:rPr spc="-30" dirty="0"/>
              <a:t> </a:t>
            </a:r>
            <a:r>
              <a:rPr spc="65" dirty="0"/>
              <a:t>for  </a:t>
            </a:r>
            <a:r>
              <a:rPr spc="55" dirty="0"/>
              <a:t>developing,</a:t>
            </a:r>
            <a:r>
              <a:rPr spc="-45" dirty="0"/>
              <a:t> </a:t>
            </a:r>
            <a:r>
              <a:rPr spc="60" dirty="0"/>
              <a:t>querying,</a:t>
            </a:r>
            <a:r>
              <a:rPr spc="-75" dirty="0"/>
              <a:t> </a:t>
            </a:r>
            <a:r>
              <a:rPr spc="110" dirty="0"/>
              <a:t>and</a:t>
            </a:r>
            <a:r>
              <a:rPr spc="-65" dirty="0"/>
              <a:t> </a:t>
            </a:r>
            <a:r>
              <a:rPr spc="60" dirty="0"/>
              <a:t>managing</a:t>
            </a:r>
            <a:r>
              <a:rPr spc="-75" dirty="0"/>
              <a:t> </a:t>
            </a:r>
            <a:r>
              <a:rPr spc="110" dirty="0"/>
              <a:t>the</a:t>
            </a:r>
            <a:r>
              <a:rPr spc="-60" dirty="0"/>
              <a:t> </a:t>
            </a:r>
            <a:r>
              <a:rPr spc="50" dirty="0"/>
              <a:t>databases.</a:t>
            </a:r>
          </a:p>
          <a:p>
            <a:pPr marL="353695" indent="-341630" algn="just">
              <a:lnSpc>
                <a:spcPct val="100000"/>
              </a:lnSpc>
              <a:buFont typeface="Calibri"/>
              <a:buChar char="●"/>
              <a:tabLst>
                <a:tab pos="354330" algn="l"/>
              </a:tabLst>
            </a:pPr>
            <a:r>
              <a:rPr spc="70" dirty="0"/>
              <a:t>Script</a:t>
            </a:r>
            <a:r>
              <a:rPr spc="-75" dirty="0"/>
              <a:t> </a:t>
            </a:r>
            <a:r>
              <a:rPr spc="15" dirty="0"/>
              <a:t>files</a:t>
            </a:r>
            <a:r>
              <a:rPr spc="-70" dirty="0"/>
              <a:t> </a:t>
            </a:r>
            <a:r>
              <a:rPr spc="90" dirty="0"/>
              <a:t>should</a:t>
            </a:r>
            <a:r>
              <a:rPr spc="-65" dirty="0"/>
              <a:t> </a:t>
            </a:r>
            <a:r>
              <a:rPr spc="65" dirty="0"/>
              <a:t>be</a:t>
            </a:r>
            <a:r>
              <a:rPr spc="-60" dirty="0"/>
              <a:t> </a:t>
            </a:r>
            <a:r>
              <a:rPr spc="80" dirty="0"/>
              <a:t>stored</a:t>
            </a:r>
            <a:r>
              <a:rPr spc="-65" dirty="0"/>
              <a:t> </a:t>
            </a:r>
            <a:r>
              <a:rPr spc="95" dirty="0"/>
              <a:t>in</a:t>
            </a:r>
            <a:r>
              <a:rPr spc="-75" dirty="0"/>
              <a:t> </a:t>
            </a:r>
            <a:r>
              <a:rPr spc="30" dirty="0"/>
              <a:t>.sql</a:t>
            </a:r>
            <a:r>
              <a:rPr spc="-80" dirty="0"/>
              <a:t> </a:t>
            </a:r>
            <a:r>
              <a:rPr spc="75" dirty="0"/>
              <a:t>format</a:t>
            </a:r>
            <a:r>
              <a:rPr spc="-65" dirty="0"/>
              <a:t> </a:t>
            </a:r>
            <a:r>
              <a:rPr spc="95" dirty="0"/>
              <a:t>in</a:t>
            </a:r>
            <a:r>
              <a:rPr spc="-80" dirty="0"/>
              <a:t> </a:t>
            </a:r>
            <a:r>
              <a:rPr spc="90" dirty="0"/>
              <a:t>SQL</a:t>
            </a:r>
            <a:r>
              <a:rPr spc="-80" dirty="0"/>
              <a:t> </a:t>
            </a:r>
            <a:r>
              <a:rPr spc="60" dirty="0"/>
              <a:t>Server</a:t>
            </a:r>
            <a:r>
              <a:rPr spc="-55" dirty="0"/>
              <a:t> </a:t>
            </a:r>
            <a:r>
              <a:rPr spc="-75" dirty="0"/>
              <a:t>2019.</a:t>
            </a:r>
          </a:p>
          <a:p>
            <a:pPr marL="353695" marR="5715" indent="-341630" algn="just">
              <a:lnSpc>
                <a:spcPct val="100000"/>
              </a:lnSpc>
              <a:spcBef>
                <a:spcPts val="5"/>
              </a:spcBef>
              <a:buFont typeface="Calibri"/>
              <a:buChar char="●"/>
              <a:tabLst>
                <a:tab pos="354330" algn="l"/>
              </a:tabLst>
            </a:pPr>
            <a:r>
              <a:rPr spc="80" dirty="0"/>
              <a:t>Queries typed </a:t>
            </a:r>
            <a:r>
              <a:rPr spc="95" dirty="0"/>
              <a:t>in </a:t>
            </a:r>
            <a:r>
              <a:rPr spc="80" dirty="0"/>
              <a:t>Transact-SQL </a:t>
            </a:r>
            <a:r>
              <a:rPr spc="110" dirty="0"/>
              <a:t>and </a:t>
            </a:r>
            <a:r>
              <a:rPr spc="50" dirty="0"/>
              <a:t>saved </a:t>
            </a:r>
            <a:r>
              <a:rPr spc="20" dirty="0"/>
              <a:t>as </a:t>
            </a:r>
            <a:r>
              <a:rPr spc="30" dirty="0"/>
              <a:t>.sql </a:t>
            </a:r>
            <a:r>
              <a:rPr spc="15" dirty="0"/>
              <a:t>files </a:t>
            </a:r>
            <a:r>
              <a:rPr spc="75" dirty="0"/>
              <a:t>can </a:t>
            </a:r>
            <a:r>
              <a:rPr spc="70" dirty="0"/>
              <a:t>be </a:t>
            </a:r>
            <a:r>
              <a:rPr spc="80" dirty="0"/>
              <a:t>executed  </a:t>
            </a:r>
            <a:r>
              <a:rPr spc="50" dirty="0"/>
              <a:t>directly</a:t>
            </a:r>
            <a:r>
              <a:rPr spc="-75" dirty="0"/>
              <a:t> </a:t>
            </a:r>
            <a:r>
              <a:rPr spc="100" dirty="0"/>
              <a:t>into</a:t>
            </a:r>
            <a:r>
              <a:rPr spc="-60" dirty="0"/>
              <a:t> </a:t>
            </a:r>
            <a:r>
              <a:rPr spc="110" dirty="0"/>
              <a:t>the</a:t>
            </a:r>
            <a:r>
              <a:rPr spc="-70" dirty="0"/>
              <a:t> </a:t>
            </a:r>
            <a:r>
              <a:rPr spc="70" dirty="0"/>
              <a:t>SSMS</a:t>
            </a:r>
            <a:r>
              <a:rPr spc="-85" dirty="0"/>
              <a:t> </a:t>
            </a:r>
            <a:r>
              <a:rPr spc="75" dirty="0"/>
              <a:t>query</a:t>
            </a:r>
            <a:r>
              <a:rPr spc="-70" dirty="0"/>
              <a:t> </a:t>
            </a:r>
            <a:r>
              <a:rPr spc="70" dirty="0"/>
              <a:t>window.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323</TotalTime>
  <Words>4650</Words>
  <Application>Microsoft Office PowerPoint</Application>
  <PresentationFormat>On-screen Show (4:3)</PresentationFormat>
  <Paragraphs>389</Paragraphs>
  <Slides>28</Slides>
  <Notes>28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28</vt:i4>
      </vt:variant>
    </vt:vector>
  </HeadingPairs>
  <TitlesOfParts>
    <vt:vector size="36" baseType="lpstr">
      <vt:lpstr>Arial</vt:lpstr>
      <vt:lpstr>Book Antiqua</vt:lpstr>
      <vt:lpstr>Calibri</vt:lpstr>
      <vt:lpstr>Palatino Linotype</vt:lpstr>
      <vt:lpstr>Segoe UI Symbol</vt:lpstr>
      <vt:lpstr>Times New Roman</vt:lpstr>
      <vt:lpstr>Wingdings</vt:lpstr>
      <vt:lpstr>Office Theme</vt:lpstr>
      <vt:lpstr>Data Management with  SQL Server</vt:lpstr>
      <vt:lpstr>Objectives</vt:lpstr>
      <vt:lpstr>Introduction to SQL Server 2019</vt:lpstr>
      <vt:lpstr>Features and Benefits of SQL Server</vt:lpstr>
      <vt:lpstr>Basic Architecture of SQL Server 2019 1-4</vt:lpstr>
      <vt:lpstr>Basic Architecture of SQL Server 2019 2-4</vt:lpstr>
      <vt:lpstr>PowerPoint Presentation</vt:lpstr>
      <vt:lpstr>Basic Architecture of SQL Server 2019 4-4</vt:lpstr>
      <vt:lpstr>Version History of SQL Server</vt:lpstr>
      <vt:lpstr>Editions of SQL Server 1-2</vt:lpstr>
      <vt:lpstr>PowerPoint Presentation</vt:lpstr>
      <vt:lpstr>Connecting to SQL Server Instances 1-2</vt:lpstr>
      <vt:lpstr>Connecting to SQL Server Instances 2-2</vt:lpstr>
      <vt:lpstr>Introduction to Databases 1-2</vt:lpstr>
      <vt:lpstr>PowerPoint Presentation</vt:lpstr>
      <vt:lpstr>System Databases 1-2</vt:lpstr>
      <vt:lpstr>System Databases 2-2</vt:lpstr>
      <vt:lpstr>User-defined Databases</vt:lpstr>
      <vt:lpstr>AdventureWorks2019 Sample Database 1-2</vt:lpstr>
      <vt:lpstr>AdventureWorks2019 Sample Database 2-2</vt:lpstr>
      <vt:lpstr>Understanding the SSMS User Interface</vt:lpstr>
      <vt:lpstr>Role and Structure of Object Explorer in SQL Server 1-2</vt:lpstr>
      <vt:lpstr>Role and Structure of Object Explorer in SQL Server 2-2</vt:lpstr>
      <vt:lpstr>Query Window</vt:lpstr>
      <vt:lpstr>Creating and Organizing Script Files 1-2</vt:lpstr>
      <vt:lpstr>Creating and Organizing Script Files 2-2</vt:lpstr>
      <vt:lpstr>Transact-SQL Queries</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Aptech Limited</dc:creator>
  <cp:lastModifiedBy>Nguyen Phat Tai (FE FAI HCM)</cp:lastModifiedBy>
  <cp:revision>136</cp:revision>
  <dcterms:created xsi:type="dcterms:W3CDTF">2021-10-11T16:07:51Z</dcterms:created>
  <dcterms:modified xsi:type="dcterms:W3CDTF">2021-10-12T18:20:41Z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2021-05-25T00:00:00Z</vt:filetime>
  </property>
  <property fmtid="{D5CDD505-2E9C-101B-9397-08002B2CF9AE}" pid="3" name="Creator">
    <vt:lpwstr>Microsoft® PowerPoint® 2019</vt:lpwstr>
  </property>
  <property fmtid="{D5CDD505-2E9C-101B-9397-08002B2CF9AE}" pid="4" name="LastSaved">
    <vt:filetime>2021-10-11T00:00:00Z</vt:filetime>
  </property>
</Properties>
</file>