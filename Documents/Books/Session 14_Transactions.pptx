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413"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375" autoAdjust="0"/>
  </p:normalViewPr>
  <p:slideViewPr>
    <p:cSldViewPr>
      <p:cViewPr varScale="1">
        <p:scale>
          <a:sx n="63" d="100"/>
          <a:sy n="63" d="100"/>
        </p:scale>
        <p:origin x="2026"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4B30CD-3BA8-4D2C-8929-DF5230D332B6}" type="doc">
      <dgm:prSet loTypeId="urn:microsoft.com/office/officeart/2005/8/layout/list1" loCatId="list" qsTypeId="urn:microsoft.com/office/officeart/2005/8/quickstyle/simple5" qsCatId="simple" csTypeId="urn:microsoft.com/office/officeart/2005/8/colors/colorful3" csCatId="colorful" phldr="1"/>
      <dgm:spPr/>
      <dgm:t>
        <a:bodyPr/>
        <a:lstStyle/>
        <a:p>
          <a:endParaRPr lang="en-US"/>
        </a:p>
      </dgm:t>
    </dgm:pt>
    <dgm:pt modelId="{0B42E06C-A1B3-48D7-9A25-3AED9FB785D1}">
      <dgm:prSet phldrT="[Text]" custT="1"/>
      <dgm:spPr/>
      <dgm:t>
        <a:bodyPr/>
        <a:lstStyle/>
        <a:p>
          <a:r>
            <a:rPr lang="en-US" sz="2000" b="1" dirty="0">
              <a:solidFill>
                <a:schemeClr val="bg1"/>
              </a:solidFill>
              <a:latin typeface="Calibri" pitchFamily="34" charset="0"/>
              <a:cs typeface="Calibri" pitchFamily="34" charset="0"/>
            </a:rPr>
            <a:t>Update Locks</a:t>
          </a:r>
        </a:p>
      </dgm:t>
    </dgm:pt>
    <dgm:pt modelId="{63E4A61B-1DB3-4F89-99FA-5DD5C550215D}" type="parTrans" cxnId="{8A73E8F9-6F51-4BF3-8FAA-B0FBE5E9283F}">
      <dgm:prSet/>
      <dgm:spPr/>
      <dgm:t>
        <a:bodyPr/>
        <a:lstStyle/>
        <a:p>
          <a:endParaRPr lang="en-US">
            <a:solidFill>
              <a:schemeClr val="bg1"/>
            </a:solidFill>
          </a:endParaRPr>
        </a:p>
      </dgm:t>
    </dgm:pt>
    <dgm:pt modelId="{0F629D23-A6FB-4154-8BC6-E83CC058D4DA}" type="sibTrans" cxnId="{8A73E8F9-6F51-4BF3-8FAA-B0FBE5E9283F}">
      <dgm:prSet/>
      <dgm:spPr/>
      <dgm:t>
        <a:bodyPr/>
        <a:lstStyle/>
        <a:p>
          <a:endParaRPr lang="en-US">
            <a:solidFill>
              <a:schemeClr val="bg1"/>
            </a:solidFill>
          </a:endParaRPr>
        </a:p>
      </dgm:t>
    </dgm:pt>
    <dgm:pt modelId="{954AB44B-3D61-4133-AC00-466AFF18E51C}">
      <dgm:prSet custT="1"/>
      <dgm:spPr>
        <a:solidFill>
          <a:srgbClr val="00B0F0">
            <a:alpha val="0"/>
          </a:srgbClr>
        </a:solidFill>
      </dgm:spPr>
      <dgm:t>
        <a:bodyPr/>
        <a:lstStyle/>
        <a:p>
          <a:r>
            <a:rPr lang="en-US" sz="1800">
              <a:solidFill>
                <a:schemeClr val="bg1"/>
              </a:solidFill>
              <a:latin typeface="Calibri" pitchFamily="34" charset="0"/>
              <a:cs typeface="Calibri" pitchFamily="34" charset="0"/>
            </a:rPr>
            <a:t>Avoid </a:t>
          </a:r>
          <a:r>
            <a:rPr lang="en-US" sz="1800" dirty="0">
              <a:solidFill>
                <a:schemeClr val="bg1"/>
              </a:solidFill>
              <a:latin typeface="Calibri" pitchFamily="34" charset="0"/>
              <a:cs typeface="Calibri" pitchFamily="34" charset="0"/>
            </a:rPr>
            <a:t>common forms of deadlock</a:t>
          </a:r>
        </a:p>
      </dgm:t>
    </dgm:pt>
    <dgm:pt modelId="{3CDEB135-D887-4E98-BF43-E53C6133BA39}" type="parTrans" cxnId="{066DC87B-75AD-4696-A51B-0637434442DD}">
      <dgm:prSet/>
      <dgm:spPr/>
      <dgm:t>
        <a:bodyPr/>
        <a:lstStyle/>
        <a:p>
          <a:endParaRPr lang="en-US">
            <a:solidFill>
              <a:schemeClr val="bg1"/>
            </a:solidFill>
          </a:endParaRPr>
        </a:p>
      </dgm:t>
    </dgm:pt>
    <dgm:pt modelId="{995E82AD-E584-43E9-A89F-B98C56B2B714}" type="sibTrans" cxnId="{066DC87B-75AD-4696-A51B-0637434442DD}">
      <dgm:prSet/>
      <dgm:spPr/>
      <dgm:t>
        <a:bodyPr/>
        <a:lstStyle/>
        <a:p>
          <a:endParaRPr lang="en-US">
            <a:solidFill>
              <a:schemeClr val="bg1"/>
            </a:solidFill>
          </a:endParaRPr>
        </a:p>
      </dgm:t>
    </dgm:pt>
    <dgm:pt modelId="{D2E438A6-448A-460C-88E8-F620469D77D0}">
      <dgm:prSet custT="1"/>
      <dgm:spPr>
        <a:solidFill>
          <a:srgbClr val="00B0F0">
            <a:alpha val="0"/>
          </a:srgbClr>
        </a:solidFill>
      </dgm:spPr>
      <dgm:t>
        <a:bodyPr/>
        <a:lstStyle/>
        <a:p>
          <a:r>
            <a:rPr lang="en-US" sz="1800" dirty="0">
              <a:solidFill>
                <a:schemeClr val="bg1"/>
              </a:solidFill>
              <a:latin typeface="Calibri" pitchFamily="34" charset="0"/>
              <a:cs typeface="Calibri" pitchFamily="34" charset="0"/>
            </a:rPr>
            <a:t>When two transactions acquire a shared lock on a resource and try to update data simultaneously, the same transaction attempts the lock conversion to an exclusive lock</a:t>
          </a:r>
        </a:p>
      </dgm:t>
    </dgm:pt>
    <dgm:pt modelId="{DBDC4C61-BDBB-436A-AC5D-0CFA4F7374E8}" type="parTrans" cxnId="{D00519FC-1AAB-40D4-A765-C6431DE4F771}">
      <dgm:prSet/>
      <dgm:spPr/>
      <dgm:t>
        <a:bodyPr/>
        <a:lstStyle/>
        <a:p>
          <a:endParaRPr lang="en-US">
            <a:solidFill>
              <a:schemeClr val="bg1"/>
            </a:solidFill>
          </a:endParaRPr>
        </a:p>
      </dgm:t>
    </dgm:pt>
    <dgm:pt modelId="{F12BF776-C323-4A27-9B95-80EB98768CF6}" type="sibTrans" cxnId="{D00519FC-1AAB-40D4-A765-C6431DE4F771}">
      <dgm:prSet/>
      <dgm:spPr/>
      <dgm:t>
        <a:bodyPr/>
        <a:lstStyle/>
        <a:p>
          <a:endParaRPr lang="en-US">
            <a:solidFill>
              <a:schemeClr val="bg1"/>
            </a:solidFill>
          </a:endParaRPr>
        </a:p>
      </dgm:t>
    </dgm:pt>
    <dgm:pt modelId="{5A401281-84AC-47B7-A42C-1A6C6A0B7626}">
      <dgm:prSet custT="1"/>
      <dgm:spPr>
        <a:solidFill>
          <a:srgbClr val="00B0F0">
            <a:alpha val="0"/>
          </a:srgbClr>
        </a:solidFill>
      </dgm:spPr>
      <dgm:t>
        <a:bodyPr/>
        <a:lstStyle/>
        <a:p>
          <a:r>
            <a:rPr lang="en-US" sz="1800" dirty="0">
              <a:solidFill>
                <a:schemeClr val="bg1"/>
              </a:solidFill>
              <a:latin typeface="Calibri" pitchFamily="34" charset="0"/>
              <a:cs typeface="Calibri" pitchFamily="34" charset="0"/>
            </a:rPr>
            <a:t>Only one transaction can obtain an update lock to a resource at a time</a:t>
          </a:r>
        </a:p>
      </dgm:t>
    </dgm:pt>
    <dgm:pt modelId="{1794BA3B-71FE-41C3-99E2-E36F1554C10D}" type="parTrans" cxnId="{F9DEB3C8-6879-4F99-BB47-B54ACB2A773B}">
      <dgm:prSet/>
      <dgm:spPr/>
      <dgm:t>
        <a:bodyPr/>
        <a:lstStyle/>
        <a:p>
          <a:endParaRPr lang="en-US">
            <a:solidFill>
              <a:schemeClr val="bg1"/>
            </a:solidFill>
          </a:endParaRPr>
        </a:p>
      </dgm:t>
    </dgm:pt>
    <dgm:pt modelId="{C314FFE8-7E26-4E3F-8E1F-043F7D94EFCC}" type="sibTrans" cxnId="{F9DEB3C8-6879-4F99-BB47-B54ACB2A773B}">
      <dgm:prSet/>
      <dgm:spPr/>
      <dgm:t>
        <a:bodyPr/>
        <a:lstStyle/>
        <a:p>
          <a:endParaRPr lang="en-US">
            <a:solidFill>
              <a:schemeClr val="bg1"/>
            </a:solidFill>
          </a:endParaRPr>
        </a:p>
      </dgm:t>
    </dgm:pt>
    <dgm:pt modelId="{F277B475-5692-4332-904F-607C78657E4C}">
      <dgm:prSet custT="1"/>
      <dgm:spPr>
        <a:solidFill>
          <a:srgbClr val="00B0F0">
            <a:alpha val="0"/>
          </a:srgbClr>
        </a:solidFill>
      </dgm:spPr>
      <dgm:t>
        <a:bodyPr/>
        <a:lstStyle/>
        <a:p>
          <a:r>
            <a:rPr lang="en-US" sz="1800" dirty="0">
              <a:solidFill>
                <a:schemeClr val="bg1"/>
              </a:solidFill>
              <a:latin typeface="Calibri" pitchFamily="34" charset="0"/>
              <a:cs typeface="Calibri" pitchFamily="34" charset="0"/>
            </a:rPr>
            <a:t>When a transaction modifies a resource, then the update lock is converted to an exclusive lock</a:t>
          </a:r>
        </a:p>
      </dgm:t>
    </dgm:pt>
    <dgm:pt modelId="{F5974F3D-34F9-4DA0-865C-E89FE64AE70B}" type="parTrans" cxnId="{16401039-663C-4834-809B-B097A041FE38}">
      <dgm:prSet/>
      <dgm:spPr/>
      <dgm:t>
        <a:bodyPr/>
        <a:lstStyle/>
        <a:p>
          <a:endParaRPr lang="en-US">
            <a:solidFill>
              <a:schemeClr val="bg1"/>
            </a:solidFill>
          </a:endParaRPr>
        </a:p>
      </dgm:t>
    </dgm:pt>
    <dgm:pt modelId="{C4CBE7E5-8B1A-4B56-B418-04CC9B3EE7D3}" type="sibTrans" cxnId="{16401039-663C-4834-809B-B097A041FE38}">
      <dgm:prSet/>
      <dgm:spPr/>
      <dgm:t>
        <a:bodyPr/>
        <a:lstStyle/>
        <a:p>
          <a:endParaRPr lang="en-US">
            <a:solidFill>
              <a:schemeClr val="bg1"/>
            </a:solidFill>
          </a:endParaRPr>
        </a:p>
      </dgm:t>
    </dgm:pt>
    <dgm:pt modelId="{0A807732-00C6-4E5E-911B-A6F76F441E4E}" type="pres">
      <dgm:prSet presAssocID="{304B30CD-3BA8-4D2C-8929-DF5230D332B6}" presName="linear" presStyleCnt="0">
        <dgm:presLayoutVars>
          <dgm:dir/>
          <dgm:animLvl val="lvl"/>
          <dgm:resizeHandles val="exact"/>
        </dgm:presLayoutVars>
      </dgm:prSet>
      <dgm:spPr/>
    </dgm:pt>
    <dgm:pt modelId="{2F2ADDF7-5497-4730-91DE-E6E853F1FEEF}" type="pres">
      <dgm:prSet presAssocID="{0B42E06C-A1B3-48D7-9A25-3AED9FB785D1}" presName="parentLin" presStyleCnt="0"/>
      <dgm:spPr/>
    </dgm:pt>
    <dgm:pt modelId="{F0AFF909-226B-4EF5-8D95-F4C97BC1E02A}" type="pres">
      <dgm:prSet presAssocID="{0B42E06C-A1B3-48D7-9A25-3AED9FB785D1}" presName="parentLeftMargin" presStyleLbl="node1" presStyleIdx="0" presStyleCnt="1"/>
      <dgm:spPr/>
    </dgm:pt>
    <dgm:pt modelId="{D8815EEF-E9C4-475D-A970-0FBE57B256A3}" type="pres">
      <dgm:prSet presAssocID="{0B42E06C-A1B3-48D7-9A25-3AED9FB785D1}" presName="parentText" presStyleLbl="node1" presStyleIdx="0" presStyleCnt="1" custScaleY="30318">
        <dgm:presLayoutVars>
          <dgm:chMax val="0"/>
          <dgm:bulletEnabled val="1"/>
        </dgm:presLayoutVars>
      </dgm:prSet>
      <dgm:spPr/>
    </dgm:pt>
    <dgm:pt modelId="{76FC94D9-3208-439C-A63E-D27D71A45C0D}" type="pres">
      <dgm:prSet presAssocID="{0B42E06C-A1B3-48D7-9A25-3AED9FB785D1}" presName="negativeSpace" presStyleCnt="0"/>
      <dgm:spPr/>
    </dgm:pt>
    <dgm:pt modelId="{5F8B0E50-DECC-4A7E-A46E-113C91AAFE14}" type="pres">
      <dgm:prSet presAssocID="{0B42E06C-A1B3-48D7-9A25-3AED9FB785D1}" presName="childText" presStyleLbl="conFgAcc1" presStyleIdx="0" presStyleCnt="1" custLinFactNeighborX="-732" custLinFactNeighborY="-1600">
        <dgm:presLayoutVars>
          <dgm:bulletEnabled val="1"/>
        </dgm:presLayoutVars>
      </dgm:prSet>
      <dgm:spPr/>
    </dgm:pt>
  </dgm:ptLst>
  <dgm:cxnLst>
    <dgm:cxn modelId="{F8169A00-896D-4D3A-AF87-212FFAE9EC3F}" type="presOf" srcId="{D2E438A6-448A-460C-88E8-F620469D77D0}" destId="{5F8B0E50-DECC-4A7E-A46E-113C91AAFE14}" srcOrd="0" destOrd="1" presId="urn:microsoft.com/office/officeart/2005/8/layout/list1"/>
    <dgm:cxn modelId="{16401039-663C-4834-809B-B097A041FE38}" srcId="{0B42E06C-A1B3-48D7-9A25-3AED9FB785D1}" destId="{F277B475-5692-4332-904F-607C78657E4C}" srcOrd="3" destOrd="0" parTransId="{F5974F3D-34F9-4DA0-865C-E89FE64AE70B}" sibTransId="{C4CBE7E5-8B1A-4B56-B418-04CC9B3EE7D3}"/>
    <dgm:cxn modelId="{B122FC67-0278-440A-9F62-EDA498BF60D5}" type="presOf" srcId="{F277B475-5692-4332-904F-607C78657E4C}" destId="{5F8B0E50-DECC-4A7E-A46E-113C91AAFE14}" srcOrd="0" destOrd="3" presId="urn:microsoft.com/office/officeart/2005/8/layout/list1"/>
    <dgm:cxn modelId="{2471BE70-86A9-414D-89F7-3ECD36B300D4}" type="presOf" srcId="{5A401281-84AC-47B7-A42C-1A6C6A0B7626}" destId="{5F8B0E50-DECC-4A7E-A46E-113C91AAFE14}" srcOrd="0" destOrd="2" presId="urn:microsoft.com/office/officeart/2005/8/layout/list1"/>
    <dgm:cxn modelId="{3742C854-5EE3-4EAD-B705-F8F38E6534D6}" type="presOf" srcId="{954AB44B-3D61-4133-AC00-466AFF18E51C}" destId="{5F8B0E50-DECC-4A7E-A46E-113C91AAFE14}" srcOrd="0" destOrd="0" presId="urn:microsoft.com/office/officeart/2005/8/layout/list1"/>
    <dgm:cxn modelId="{066DC87B-75AD-4696-A51B-0637434442DD}" srcId="{0B42E06C-A1B3-48D7-9A25-3AED9FB785D1}" destId="{954AB44B-3D61-4133-AC00-466AFF18E51C}" srcOrd="0" destOrd="0" parTransId="{3CDEB135-D887-4E98-BF43-E53C6133BA39}" sibTransId="{995E82AD-E584-43E9-A89F-B98C56B2B714}"/>
    <dgm:cxn modelId="{B419A1A5-55B2-481F-A31B-9AA767F06E0B}" type="presOf" srcId="{0B42E06C-A1B3-48D7-9A25-3AED9FB785D1}" destId="{F0AFF909-226B-4EF5-8D95-F4C97BC1E02A}" srcOrd="0" destOrd="0" presId="urn:microsoft.com/office/officeart/2005/8/layout/list1"/>
    <dgm:cxn modelId="{F9DEB3C8-6879-4F99-BB47-B54ACB2A773B}" srcId="{0B42E06C-A1B3-48D7-9A25-3AED9FB785D1}" destId="{5A401281-84AC-47B7-A42C-1A6C6A0B7626}" srcOrd="2" destOrd="0" parTransId="{1794BA3B-71FE-41C3-99E2-E36F1554C10D}" sibTransId="{C314FFE8-7E26-4E3F-8E1F-043F7D94EFCC}"/>
    <dgm:cxn modelId="{6F2850D9-4758-46FF-9209-EB3486CD2118}" type="presOf" srcId="{0B42E06C-A1B3-48D7-9A25-3AED9FB785D1}" destId="{D8815EEF-E9C4-475D-A970-0FBE57B256A3}" srcOrd="1" destOrd="0" presId="urn:microsoft.com/office/officeart/2005/8/layout/list1"/>
    <dgm:cxn modelId="{8A73E8F9-6F51-4BF3-8FAA-B0FBE5E9283F}" srcId="{304B30CD-3BA8-4D2C-8929-DF5230D332B6}" destId="{0B42E06C-A1B3-48D7-9A25-3AED9FB785D1}" srcOrd="0" destOrd="0" parTransId="{63E4A61B-1DB3-4F89-99FA-5DD5C550215D}" sibTransId="{0F629D23-A6FB-4154-8BC6-E83CC058D4DA}"/>
    <dgm:cxn modelId="{D00519FC-1AAB-40D4-A765-C6431DE4F771}" srcId="{0B42E06C-A1B3-48D7-9A25-3AED9FB785D1}" destId="{D2E438A6-448A-460C-88E8-F620469D77D0}" srcOrd="1" destOrd="0" parTransId="{DBDC4C61-BDBB-436A-AC5D-0CFA4F7374E8}" sibTransId="{F12BF776-C323-4A27-9B95-80EB98768CF6}"/>
    <dgm:cxn modelId="{74B969FD-865B-4FF2-BB02-BA7EF5E476F5}" type="presOf" srcId="{304B30CD-3BA8-4D2C-8929-DF5230D332B6}" destId="{0A807732-00C6-4E5E-911B-A6F76F441E4E}" srcOrd="0" destOrd="0" presId="urn:microsoft.com/office/officeart/2005/8/layout/list1"/>
    <dgm:cxn modelId="{1D726F0A-BD37-40C0-BB5E-9DA109372E57}" type="presParOf" srcId="{0A807732-00C6-4E5E-911B-A6F76F441E4E}" destId="{2F2ADDF7-5497-4730-91DE-E6E853F1FEEF}" srcOrd="0" destOrd="0" presId="urn:microsoft.com/office/officeart/2005/8/layout/list1"/>
    <dgm:cxn modelId="{EA0DFF68-9EE1-40D6-A431-FB412D27C4CD}" type="presParOf" srcId="{2F2ADDF7-5497-4730-91DE-E6E853F1FEEF}" destId="{F0AFF909-226B-4EF5-8D95-F4C97BC1E02A}" srcOrd="0" destOrd="0" presId="urn:microsoft.com/office/officeart/2005/8/layout/list1"/>
    <dgm:cxn modelId="{686C59A8-39B6-4772-91F5-2BD506F62061}" type="presParOf" srcId="{2F2ADDF7-5497-4730-91DE-E6E853F1FEEF}" destId="{D8815EEF-E9C4-475D-A970-0FBE57B256A3}" srcOrd="1" destOrd="0" presId="urn:microsoft.com/office/officeart/2005/8/layout/list1"/>
    <dgm:cxn modelId="{1EEA9E5E-BEBF-4121-B777-F395ABE66FB0}" type="presParOf" srcId="{0A807732-00C6-4E5E-911B-A6F76F441E4E}" destId="{76FC94D9-3208-439C-A63E-D27D71A45C0D}" srcOrd="1" destOrd="0" presId="urn:microsoft.com/office/officeart/2005/8/layout/list1"/>
    <dgm:cxn modelId="{EEE8149A-92A3-49DA-BC14-DD8F4A145E7B}" type="presParOf" srcId="{0A807732-00C6-4E5E-911B-A6F76F441E4E}" destId="{5F8B0E50-DECC-4A7E-A46E-113C91AAFE14}" srcOrd="2" destOrd="0" presId="urn:microsoft.com/office/officeart/2005/8/layout/list1"/>
  </dgm:cxnLst>
  <dgm:bg>
    <a:solidFill>
      <a:srgbClr val="00B050"/>
    </a:solidFill>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8B0E50-DECC-4A7E-A46E-113C91AAFE14}">
      <dsp:nvSpPr>
        <dsp:cNvPr id="0" name=""/>
        <dsp:cNvSpPr/>
      </dsp:nvSpPr>
      <dsp:spPr>
        <a:xfrm>
          <a:off x="0" y="0"/>
          <a:ext cx="8774938" cy="2778300"/>
        </a:xfrm>
        <a:prstGeom prst="rect">
          <a:avLst/>
        </a:prstGeom>
        <a:solidFill>
          <a:srgbClr val="00B0F0">
            <a:alpha val="0"/>
          </a:srgbClr>
        </a:soli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681033" tIns="749808" rIns="681033"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solidFill>
                <a:schemeClr val="bg1"/>
              </a:solidFill>
              <a:latin typeface="Calibri" pitchFamily="34" charset="0"/>
              <a:cs typeface="Calibri" pitchFamily="34" charset="0"/>
            </a:rPr>
            <a:t>Avoid </a:t>
          </a:r>
          <a:r>
            <a:rPr lang="en-US" sz="1800" kern="1200" dirty="0">
              <a:solidFill>
                <a:schemeClr val="bg1"/>
              </a:solidFill>
              <a:latin typeface="Calibri" pitchFamily="34" charset="0"/>
              <a:cs typeface="Calibri" pitchFamily="34" charset="0"/>
            </a:rPr>
            <a:t>common forms of deadlock</a:t>
          </a:r>
        </a:p>
        <a:p>
          <a:pPr marL="171450" lvl="1" indent="-171450" algn="l" defTabSz="800100">
            <a:lnSpc>
              <a:spcPct val="90000"/>
            </a:lnSpc>
            <a:spcBef>
              <a:spcPct val="0"/>
            </a:spcBef>
            <a:spcAft>
              <a:spcPct val="15000"/>
            </a:spcAft>
            <a:buChar char="•"/>
          </a:pPr>
          <a:r>
            <a:rPr lang="en-US" sz="1800" kern="1200" dirty="0">
              <a:solidFill>
                <a:schemeClr val="bg1"/>
              </a:solidFill>
              <a:latin typeface="Calibri" pitchFamily="34" charset="0"/>
              <a:cs typeface="Calibri" pitchFamily="34" charset="0"/>
            </a:rPr>
            <a:t>When two transactions acquire a shared lock on a resource and try to update data simultaneously, the same transaction attempts the lock conversion to an exclusive lock</a:t>
          </a:r>
        </a:p>
        <a:p>
          <a:pPr marL="171450" lvl="1" indent="-171450" algn="l" defTabSz="800100">
            <a:lnSpc>
              <a:spcPct val="90000"/>
            </a:lnSpc>
            <a:spcBef>
              <a:spcPct val="0"/>
            </a:spcBef>
            <a:spcAft>
              <a:spcPct val="15000"/>
            </a:spcAft>
            <a:buChar char="•"/>
          </a:pPr>
          <a:r>
            <a:rPr lang="en-US" sz="1800" kern="1200" dirty="0">
              <a:solidFill>
                <a:schemeClr val="bg1"/>
              </a:solidFill>
              <a:latin typeface="Calibri" pitchFamily="34" charset="0"/>
              <a:cs typeface="Calibri" pitchFamily="34" charset="0"/>
            </a:rPr>
            <a:t>Only one transaction can obtain an update lock to a resource at a time</a:t>
          </a:r>
        </a:p>
        <a:p>
          <a:pPr marL="171450" lvl="1" indent="-171450" algn="l" defTabSz="800100">
            <a:lnSpc>
              <a:spcPct val="90000"/>
            </a:lnSpc>
            <a:spcBef>
              <a:spcPct val="0"/>
            </a:spcBef>
            <a:spcAft>
              <a:spcPct val="15000"/>
            </a:spcAft>
            <a:buChar char="•"/>
          </a:pPr>
          <a:r>
            <a:rPr lang="en-US" sz="1800" kern="1200" dirty="0">
              <a:solidFill>
                <a:schemeClr val="bg1"/>
              </a:solidFill>
              <a:latin typeface="Calibri" pitchFamily="34" charset="0"/>
              <a:cs typeface="Calibri" pitchFamily="34" charset="0"/>
            </a:rPr>
            <a:t>When a transaction modifies a resource, then the update lock is converted to an exclusive lock</a:t>
          </a:r>
        </a:p>
      </dsp:txBody>
      <dsp:txXfrm>
        <a:off x="0" y="0"/>
        <a:ext cx="8774938" cy="2778300"/>
      </dsp:txXfrm>
    </dsp:sp>
    <dsp:sp modelId="{D8815EEF-E9C4-475D-A970-0FBE57B256A3}">
      <dsp:nvSpPr>
        <dsp:cNvPr id="0" name=""/>
        <dsp:cNvSpPr/>
      </dsp:nvSpPr>
      <dsp:spPr>
        <a:xfrm>
          <a:off x="438746" y="217666"/>
          <a:ext cx="6142456" cy="322195"/>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32170" tIns="0" rIns="232170" bIns="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bg1"/>
              </a:solidFill>
              <a:latin typeface="Calibri" pitchFamily="34" charset="0"/>
              <a:cs typeface="Calibri" pitchFamily="34" charset="0"/>
            </a:rPr>
            <a:t>Update Locks</a:t>
          </a:r>
        </a:p>
      </dsp:txBody>
      <dsp:txXfrm>
        <a:off x="454474" y="233394"/>
        <a:ext cx="6111000" cy="29073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C9745A7-3A7A-4396-8791-3781969FD01B}" type="datetimeFigureOut">
              <a:rPr lang="en-US" smtClean="0"/>
              <a:t>10/28/2021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1F3D62EB-6714-43B5-9423-52F5EDC25A6A}" type="slidenum">
              <a:rPr lang="en-US" smtClean="0"/>
              <a:t>‹#›</a:t>
            </a:fld>
            <a:endParaRPr lang="en-US"/>
          </a:p>
        </p:txBody>
      </p:sp>
    </p:spTree>
    <p:extLst>
      <p:ext uri="{BB962C8B-B14F-4D97-AF65-F5344CB8AC3E}">
        <p14:creationId xmlns:p14="http://schemas.microsoft.com/office/powerpoint/2010/main" val="13206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Phiên 14: Giao dịch</a:t>
            </a:r>
          </a:p>
        </p:txBody>
      </p:sp>
      <p:sp>
        <p:nvSpPr>
          <p:cNvPr id="4" name="Slide Number Placeholder 3"/>
          <p:cNvSpPr>
            <a:spLocks noGrp="1"/>
          </p:cNvSpPr>
          <p:nvPr>
            <p:ph type="sldNum" sz="quarter" idx="5"/>
          </p:nvPr>
        </p:nvSpPr>
        <p:spPr/>
        <p:txBody>
          <a:bodyPr/>
          <a:lstStyle/>
          <a:p>
            <a:fld id="{1F3D62EB-6714-43B5-9423-52F5EDC25A6A}" type="slidenum">
              <a:rPr lang="en-US" smtClean="0"/>
              <a:t>1</a:t>
            </a:fld>
            <a:endParaRPr lang="en-US"/>
          </a:p>
        </p:txBody>
      </p:sp>
    </p:spTree>
    <p:extLst>
      <p:ext uri="{BB962C8B-B14F-4D97-AF65-F5344CB8AC3E}">
        <p14:creationId xmlns:p14="http://schemas.microsoft.com/office/powerpoint/2010/main" val="12522904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Mục tiêu</a:t>
            </a:r>
          </a:p>
          <a:p>
            <a:pPr marL="171450" indent="-171450">
              <a:buFont typeface="Arial" panose="020B0604020202020204" pitchFamily="34" charset="0"/>
              <a:buChar char="•"/>
            </a:pPr>
            <a:r>
              <a:rPr lang="en-US" b="0"/>
              <a:t>Đ</a:t>
            </a:r>
            <a:r>
              <a:rPr lang="vi-VN" b="0"/>
              <a:t>ịnh </a:t>
            </a:r>
            <a:r>
              <a:rPr lang="en-US" b="0"/>
              <a:t>nghĩa </a:t>
            </a:r>
            <a:r>
              <a:rPr lang="vi-VN" b="0"/>
              <a:t>và mô tả các giao dịch</a:t>
            </a:r>
          </a:p>
          <a:p>
            <a:pPr marL="171450" indent="-171450">
              <a:buFont typeface="Arial" panose="020B0604020202020204" pitchFamily="34" charset="0"/>
              <a:buChar char="•"/>
            </a:pPr>
            <a:r>
              <a:rPr lang="vi-VN" b="0"/>
              <a:t>Giải thích </a:t>
            </a:r>
            <a:r>
              <a:rPr lang="en-US" b="0"/>
              <a:t>thủ tục </a:t>
            </a:r>
            <a:r>
              <a:rPr lang="vi-VN" b="0"/>
              <a:t>để thực hiện các giao dịch</a:t>
            </a:r>
          </a:p>
          <a:p>
            <a:pPr marL="171450" indent="-171450">
              <a:buFont typeface="Arial" panose="020B0604020202020204" pitchFamily="34" charset="0"/>
              <a:buChar char="•"/>
            </a:pPr>
            <a:r>
              <a:rPr lang="vi-VN" b="0"/>
              <a:t>Giải thích các bước để đánh dấu một giao dịch</a:t>
            </a:r>
          </a:p>
          <a:p>
            <a:pPr marL="171450" indent="-171450">
              <a:buFont typeface="Arial" panose="020B0604020202020204" pitchFamily="34" charset="0"/>
              <a:buChar char="•"/>
            </a:pPr>
            <a:r>
              <a:rPr lang="vi-VN" b="0"/>
              <a:t>Phân biệt giữa các giao dịch ngầm và rõ ràng</a:t>
            </a:r>
          </a:p>
          <a:p>
            <a:pPr marL="171450" indent="-171450">
              <a:buFont typeface="Arial" panose="020B0604020202020204" pitchFamily="34" charset="0"/>
              <a:buChar char="•"/>
            </a:pPr>
            <a:r>
              <a:rPr lang="vi-VN" b="0"/>
              <a:t>Giải thích mức cô lập</a:t>
            </a:r>
          </a:p>
          <a:p>
            <a:pPr marL="171450" indent="-171450">
              <a:buFont typeface="Arial" panose="020B0604020202020204" pitchFamily="34" charset="0"/>
              <a:buChar char="•"/>
            </a:pPr>
            <a:r>
              <a:rPr lang="vi-VN" b="0"/>
              <a:t>Giải thích phạm vi và các </a:t>
            </a:r>
            <a:r>
              <a:rPr lang="en-US" b="0"/>
              <a:t>kiểu</a:t>
            </a:r>
            <a:r>
              <a:rPr lang="vi-VN" b="0"/>
              <a:t> khóa khác nhau</a:t>
            </a:r>
          </a:p>
          <a:p>
            <a:pPr marL="171450" indent="-171450">
              <a:buFont typeface="Arial" panose="020B0604020202020204" pitchFamily="34" charset="0"/>
              <a:buChar char="•"/>
            </a:pPr>
            <a:r>
              <a:rPr lang="vi-VN" b="0"/>
              <a:t>Giải thích quản lý giao dịch</a:t>
            </a:r>
            <a:endParaRPr lang="en-US" b="0"/>
          </a:p>
        </p:txBody>
      </p:sp>
      <p:sp>
        <p:nvSpPr>
          <p:cNvPr id="4" name="Slide Number Placeholder 3"/>
          <p:cNvSpPr>
            <a:spLocks noGrp="1"/>
          </p:cNvSpPr>
          <p:nvPr>
            <p:ph type="sldNum" sz="quarter" idx="5"/>
          </p:nvPr>
        </p:nvSpPr>
        <p:spPr/>
        <p:txBody>
          <a:bodyPr/>
          <a:lstStyle/>
          <a:p>
            <a:fld id="{1F3D62EB-6714-43B5-9423-52F5EDC25A6A}" type="slidenum">
              <a:rPr lang="en-US" smtClean="0"/>
              <a:t>2</a:t>
            </a:fld>
            <a:endParaRPr lang="en-US"/>
          </a:p>
        </p:txBody>
      </p:sp>
    </p:spTree>
    <p:extLst>
      <p:ext uri="{BB962C8B-B14F-4D97-AF65-F5344CB8AC3E}">
        <p14:creationId xmlns:p14="http://schemas.microsoft.com/office/powerpoint/2010/main" val="441548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Giới thiệu</a:t>
            </a:r>
          </a:p>
          <a:p>
            <a:pPr marL="171450" indent="-171450">
              <a:buFont typeface="Arial" panose="020B0604020202020204" pitchFamily="34" charset="0"/>
              <a:buChar char="•"/>
            </a:pPr>
            <a:r>
              <a:rPr lang="en-US"/>
              <a:t>Một giao dịch là m</a:t>
            </a:r>
            <a:r>
              <a:rPr lang="vi-VN"/>
              <a:t>ột đơn vị làm việc duy nhất.</a:t>
            </a:r>
          </a:p>
          <a:p>
            <a:pPr marL="171450" lvl="0" indent="-171450">
              <a:buFont typeface="Arial" panose="020B0604020202020204" pitchFamily="34" charset="0"/>
              <a:buChar char="•"/>
            </a:pPr>
            <a:r>
              <a:rPr lang="en-US"/>
              <a:t>Một giao dịch là c</a:t>
            </a:r>
            <a:r>
              <a:rPr lang="vi-VN"/>
              <a:t>hỉ thành công khi tất cả các sửa đổi dữ liệu được thực hiện trong giao dịch được </a:t>
            </a:r>
            <a:r>
              <a:rPr lang="en-US"/>
              <a:t>xác nhận </a:t>
            </a:r>
            <a:r>
              <a:rPr lang="vi-VN"/>
              <a:t>và được lưu trong cơ sở dữ liệu vĩnh viễn.</a:t>
            </a:r>
            <a:endParaRPr lang="en-US"/>
          </a:p>
          <a:p>
            <a:pPr marL="171450" lvl="0" indent="-171450">
              <a:buFont typeface="Arial" panose="020B0604020202020204" pitchFamily="34" charset="0"/>
              <a:buChar char="•"/>
            </a:pPr>
            <a:r>
              <a:rPr lang="vi-VN"/>
              <a:t>Nếu giao dịch được </a:t>
            </a:r>
            <a:r>
              <a:rPr lang="en-US"/>
              <a:t>hoàn tác </a:t>
            </a:r>
            <a:r>
              <a:rPr lang="vi-VN"/>
              <a:t>hoặc hủy bỏ, thì điều đó có nghĩa là giao dịch đã gặp lỗi và không có thay đổi nào được thực hiện đối với nội dung của cơ sở dữ liệu</a:t>
            </a:r>
            <a:r>
              <a:rPr lang="en-US"/>
              <a:t>.</a:t>
            </a:r>
          </a:p>
          <a:p>
            <a:pPr marL="171450" lvl="0" indent="-171450">
              <a:buFont typeface="Arial" panose="020B0604020202020204" pitchFamily="34" charset="0"/>
              <a:buChar char="•"/>
            </a:pPr>
            <a:r>
              <a:rPr lang="vi-VN"/>
              <a:t>Do đó, một giao dịch có thể được </a:t>
            </a:r>
            <a:r>
              <a:rPr lang="en-US"/>
              <a:t>xác nhận </a:t>
            </a:r>
            <a:r>
              <a:rPr lang="vi-VN"/>
              <a:t>hoặc được </a:t>
            </a:r>
            <a:r>
              <a:rPr lang="en-US"/>
              <a:t>hoàn tác.</a:t>
            </a:r>
          </a:p>
          <a:p>
            <a:pPr marL="171450" lvl="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1F3D62EB-6714-43B5-9423-52F5EDC25A6A}" type="slidenum">
              <a:rPr lang="en-US" smtClean="0"/>
              <a:t>3</a:t>
            </a:fld>
            <a:endParaRPr lang="en-US"/>
          </a:p>
        </p:txBody>
      </p:sp>
    </p:spTree>
    <p:extLst>
      <p:ext uri="{BB962C8B-B14F-4D97-AF65-F5344CB8AC3E}">
        <p14:creationId xmlns:p14="http://schemas.microsoft.com/office/powerpoint/2010/main" val="1523507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Cần giao dịch 1-4</a:t>
            </a:r>
          </a:p>
          <a:p>
            <a:pPr marL="171450" indent="-171450">
              <a:buFont typeface="Arial" panose="020B0604020202020204" pitchFamily="34" charset="0"/>
              <a:buChar char="•"/>
            </a:pPr>
            <a:r>
              <a:rPr lang="vi-VN" b="0"/>
              <a:t>Có nhiều trường hợp mà người dùng cần thực hiện nhiều thay đổi đối với dữ liệu trong nhiều bảng cơ sở dữ liệu.</a:t>
            </a:r>
            <a:endParaRPr lang="en-US" b="0"/>
          </a:p>
          <a:p>
            <a:pPr marL="171450" indent="-171450">
              <a:buFont typeface="Arial" panose="020B0604020202020204" pitchFamily="34" charset="0"/>
              <a:buChar char="•"/>
            </a:pPr>
            <a:r>
              <a:rPr lang="vi-VN" b="0"/>
              <a:t>Trong nhiều trường hợp, dữ liệu sẽ không nhất quán thực hiện các lệnh riêng lẻ.</a:t>
            </a:r>
            <a:endParaRPr lang="en-US" b="0"/>
          </a:p>
          <a:p>
            <a:pPr marL="171450" indent="-171450">
              <a:buFont typeface="Arial" panose="020B0604020202020204" pitchFamily="34" charset="0"/>
              <a:buChar char="•"/>
            </a:pPr>
            <a:r>
              <a:rPr lang="vi-VN" b="0"/>
              <a:t>Giả sử nếu câu lệnh đầu tiên thực thi chính xác nhưng các câu lệnh khác bị lỗi thì dữ liệu vẫn ở trạng thái không chính xác.</a:t>
            </a:r>
            <a:endParaRPr lang="en-US" b="0"/>
          </a:p>
          <a:p>
            <a:pPr marL="171450" indent="-171450">
              <a:buFont typeface="Arial" panose="020B0604020202020204" pitchFamily="34" charset="0"/>
              <a:buChar char="•"/>
            </a:pPr>
            <a:r>
              <a:rPr lang="en-US" b="0"/>
              <a:t>Ví dụ: Một kịch bản tốt sẽ là hoạt động chuyển tiền trong một hệ thống ngân hàng. Việc chuyển tiền sẽ cần một lệnh </a:t>
            </a:r>
            <a:r>
              <a:rPr lang="en-US" sz="1200">
                <a:solidFill>
                  <a:schemeClr val="bg1">
                    <a:lumMod val="95000"/>
                  </a:schemeClr>
                </a:solidFill>
                <a:latin typeface="Courier New" pitchFamily="49" charset="0"/>
                <a:cs typeface="Courier New" pitchFamily="49" charset="0"/>
              </a:rPr>
              <a:t>INSERT</a:t>
            </a:r>
            <a:r>
              <a:rPr lang="en-US" b="0"/>
              <a:t> và hai lệnh </a:t>
            </a:r>
            <a:r>
              <a:rPr lang="en-US" sz="1200">
                <a:solidFill>
                  <a:schemeClr val="bg1">
                    <a:lumMod val="95000"/>
                  </a:schemeClr>
                </a:solidFill>
                <a:latin typeface="Courier New" pitchFamily="49" charset="0"/>
                <a:cs typeface="Courier New" pitchFamily="49" charset="0"/>
              </a:rPr>
              <a:t>UPDATE</a:t>
            </a:r>
            <a:r>
              <a:rPr lang="en-US" b="0"/>
              <a:t>.</a:t>
            </a:r>
          </a:p>
        </p:txBody>
      </p:sp>
      <p:sp>
        <p:nvSpPr>
          <p:cNvPr id="4" name="Slide Number Placeholder 3"/>
          <p:cNvSpPr>
            <a:spLocks noGrp="1"/>
          </p:cNvSpPr>
          <p:nvPr>
            <p:ph type="sldNum" sz="quarter" idx="5"/>
          </p:nvPr>
        </p:nvSpPr>
        <p:spPr/>
        <p:txBody>
          <a:bodyPr/>
          <a:lstStyle/>
          <a:p>
            <a:fld id="{1F3D62EB-6714-43B5-9423-52F5EDC25A6A}" type="slidenum">
              <a:rPr lang="en-US" smtClean="0"/>
              <a:t>4</a:t>
            </a:fld>
            <a:endParaRPr lang="en-US"/>
          </a:p>
        </p:txBody>
      </p:sp>
    </p:spTree>
    <p:extLst>
      <p:ext uri="{BB962C8B-B14F-4D97-AF65-F5344CB8AC3E}">
        <p14:creationId xmlns:p14="http://schemas.microsoft.com/office/powerpoint/2010/main" val="32618685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Cần giao dịch 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t>Định nghĩa giao dịch</a:t>
            </a:r>
          </a:p>
          <a:p>
            <a:pPr marL="171450" indent="-171450">
              <a:buFont typeface="Arial" panose="020B0604020202020204" pitchFamily="34" charset="0"/>
              <a:buChar char="•"/>
            </a:pPr>
            <a:r>
              <a:rPr lang="vi-VN" b="0"/>
              <a:t>Một đơn vị công việc hợp lý phải thể hiện </a:t>
            </a:r>
            <a:r>
              <a:rPr lang="en-US" b="0"/>
              <a:t>4</a:t>
            </a:r>
            <a:r>
              <a:rPr lang="vi-VN" b="0"/>
              <a:t> </a:t>
            </a:r>
            <a:r>
              <a:rPr lang="en-US" b="0"/>
              <a:t>thuộc tính</a:t>
            </a:r>
            <a:r>
              <a:rPr lang="vi-VN" b="0"/>
              <a:t>, được gọi là </a:t>
            </a:r>
            <a:r>
              <a:rPr lang="en-US" b="1"/>
              <a:t>tính</a:t>
            </a:r>
            <a:r>
              <a:rPr lang="en-US" b="0"/>
              <a:t> </a:t>
            </a:r>
            <a:r>
              <a:rPr lang="vi-VN" b="1"/>
              <a:t>nguyên tử</a:t>
            </a:r>
            <a:r>
              <a:rPr lang="vi-VN" b="0"/>
              <a:t>, </a:t>
            </a:r>
            <a:r>
              <a:rPr lang="vi-VN" b="1"/>
              <a:t>tính nhất quán</a:t>
            </a:r>
            <a:r>
              <a:rPr lang="vi-VN" b="0"/>
              <a:t>, </a:t>
            </a:r>
            <a:r>
              <a:rPr lang="vi-VN" b="1"/>
              <a:t>cách ly </a:t>
            </a:r>
            <a:r>
              <a:rPr lang="vi-VN" b="0"/>
              <a:t>và </a:t>
            </a:r>
            <a:r>
              <a:rPr lang="vi-VN" b="1"/>
              <a:t>độ bền </a:t>
            </a:r>
            <a:r>
              <a:rPr lang="vi-VN" b="0"/>
              <a:t>để đủ điều kiện là một giao dịch.</a:t>
            </a:r>
            <a:endParaRPr lang="en-US" b="0"/>
          </a:p>
          <a:p>
            <a:pPr marL="628650" lvl="1" indent="-171450">
              <a:buFont typeface="Arial" panose="020B0604020202020204" pitchFamily="34" charset="0"/>
              <a:buChar char="•"/>
            </a:pPr>
            <a:r>
              <a:rPr lang="vi-VN" b="1"/>
              <a:t>Tính nguyên tử</a:t>
            </a:r>
            <a:r>
              <a:rPr lang="vi-VN" b="0"/>
              <a:t>: Nếu giao dịch có nhiều hoạt động thì tất cả nên được cam kết</a:t>
            </a:r>
            <a:r>
              <a:rPr lang="en-US" b="0"/>
              <a:t>. </a:t>
            </a:r>
            <a:r>
              <a:rPr lang="vi-VN" b="0"/>
              <a:t>Nếu bất kỳ hoạt động nào trong nhóm thất bại sau đó, nó sẽ được khôi phục lại</a:t>
            </a:r>
            <a:r>
              <a:rPr lang="en-US" b="0"/>
              <a:t>.</a:t>
            </a:r>
          </a:p>
          <a:p>
            <a:pPr marL="628650" lvl="1" indent="-171450">
              <a:buFont typeface="Arial" panose="020B0604020202020204" pitchFamily="34" charset="0"/>
              <a:buChar char="•"/>
            </a:pPr>
            <a:r>
              <a:rPr lang="en-US" b="1"/>
              <a:t>Tính nhất quán</a:t>
            </a:r>
            <a:r>
              <a:rPr lang="en-US" b="0"/>
              <a:t>: Chuỗi hoạt động phải nhất quán.</a:t>
            </a:r>
            <a:br>
              <a:rPr lang="en-US" b="0"/>
            </a:br>
            <a:r>
              <a:rPr lang="en-US" b="1"/>
              <a:t>C</a:t>
            </a:r>
            <a:r>
              <a:rPr lang="vi-VN" b="1"/>
              <a:t>ách ly</a:t>
            </a:r>
            <a:r>
              <a:rPr lang="vi-VN" b="0"/>
              <a:t>: Các </a:t>
            </a:r>
            <a:r>
              <a:rPr lang="en-US" b="0"/>
              <a:t>hoạt động </a:t>
            </a:r>
            <a:r>
              <a:rPr lang="vi-VN" b="0"/>
              <a:t>được thực hiện phải được cách ly khỏi các hoạt động khác trên cùng một máy chủ hoặc trên cùng một cơ sở dữ liệu.</a:t>
            </a:r>
            <a:endParaRPr lang="en-US" b="0"/>
          </a:p>
          <a:p>
            <a:pPr marL="628650" lvl="1" indent="-171450">
              <a:buFont typeface="Arial" panose="020B0604020202020204" pitchFamily="34" charset="0"/>
              <a:buChar char="•"/>
            </a:pPr>
            <a:r>
              <a:rPr lang="en-US" b="1"/>
              <a:t>Đ</a:t>
            </a:r>
            <a:r>
              <a:rPr lang="vi-VN" b="1"/>
              <a:t>ộ bền</a:t>
            </a:r>
            <a:r>
              <a:rPr lang="en-US" b="1"/>
              <a:t>: </a:t>
            </a:r>
            <a:r>
              <a:rPr lang="vi-VN" b="0"/>
              <a:t>Các </a:t>
            </a:r>
            <a:r>
              <a:rPr lang="en-US" b="0"/>
              <a:t>hoạt động </a:t>
            </a:r>
            <a:r>
              <a:rPr lang="vi-VN" b="0"/>
              <a:t>được thực hiện trên cơ sở dữ liệu phải được lưu và lưu trữ trong cơ sở dữ liệu vĩnh viễn.</a:t>
            </a:r>
            <a:endParaRPr lang="en-US" b="0"/>
          </a:p>
        </p:txBody>
      </p:sp>
      <p:sp>
        <p:nvSpPr>
          <p:cNvPr id="4" name="Slide Number Placeholder 3"/>
          <p:cNvSpPr>
            <a:spLocks noGrp="1"/>
          </p:cNvSpPr>
          <p:nvPr>
            <p:ph type="sldNum" sz="quarter" idx="5"/>
          </p:nvPr>
        </p:nvSpPr>
        <p:spPr/>
        <p:txBody>
          <a:bodyPr/>
          <a:lstStyle/>
          <a:p>
            <a:fld id="{1F3D62EB-6714-43B5-9423-52F5EDC25A6A}" type="slidenum">
              <a:rPr lang="en-US" smtClean="0"/>
              <a:t>5</a:t>
            </a:fld>
            <a:endParaRPr lang="en-US"/>
          </a:p>
        </p:txBody>
      </p:sp>
    </p:spTree>
    <p:extLst>
      <p:ext uri="{BB962C8B-B14F-4D97-AF65-F5344CB8AC3E}">
        <p14:creationId xmlns:p14="http://schemas.microsoft.com/office/powerpoint/2010/main" val="2413060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Cần giao dịch 3-4</a:t>
            </a:r>
          </a:p>
          <a:p>
            <a:r>
              <a:rPr lang="en-US" b="1"/>
              <a:t>Thực hiện các giao dịch</a:t>
            </a:r>
          </a:p>
          <a:p>
            <a:pPr marL="171450" lvl="0" indent="-171450">
              <a:buFont typeface="Arial" panose="020B0604020202020204" pitchFamily="34" charset="0"/>
              <a:buChar char="•"/>
            </a:pPr>
            <a:r>
              <a:rPr lang="vi-VN" b="1"/>
              <a:t>Giao dịch tự động cam kết</a:t>
            </a:r>
            <a:r>
              <a:rPr lang="vi-VN" b="0"/>
              <a:t>: Trong chế độ này, không cần phải viết bất kỳ câu lệnh cụ thể nào để bắt đầu và kết thúc các giao dịch. Đây là chế độ mặc định cho SQL Server Database Engine.</a:t>
            </a:r>
            <a:endParaRPr lang="en-US" b="0"/>
          </a:p>
          <a:p>
            <a:pPr marL="171450" lvl="0" indent="-171450">
              <a:buFont typeface="Arial" panose="020B0604020202020204" pitchFamily="34" charset="0"/>
              <a:buChar char="•"/>
            </a:pPr>
            <a:r>
              <a:rPr lang="en-US" b="1"/>
              <a:t>Giao dịch rõ ràng</a:t>
            </a:r>
            <a:r>
              <a:rPr lang="en-US" b="0"/>
              <a:t>: Mỗi giao dịch bắt đầu rõ ràng với câu lệnh </a:t>
            </a:r>
            <a:r>
              <a:rPr lang="en-US" sz="1200" b="1">
                <a:latin typeface="Calibri" panose="020F0502020204030204" pitchFamily="34" charset="0"/>
                <a:cs typeface="Courier New" pitchFamily="49" charset="0"/>
              </a:rPr>
              <a:t>BEGIN TRANSACTION </a:t>
            </a:r>
            <a:r>
              <a:rPr lang="en-US" b="0"/>
              <a:t>và kết thúc giao dịch bằng </a:t>
            </a:r>
            <a:r>
              <a:rPr lang="en-US" b="1"/>
              <a:t>ROLLBACK</a:t>
            </a:r>
            <a:r>
              <a:rPr lang="en-US" b="0"/>
              <a:t> hoặc </a:t>
            </a:r>
            <a:r>
              <a:rPr lang="en-US" b="1"/>
              <a:t>COMMIT</a:t>
            </a:r>
            <a:r>
              <a:rPr lang="en-US" b="0"/>
              <a:t>.</a:t>
            </a:r>
          </a:p>
          <a:p>
            <a:pPr marL="171450" lvl="0" indent="-171450">
              <a:buFont typeface="Arial" panose="020B0604020202020204" pitchFamily="34" charset="0"/>
              <a:buChar char="•"/>
            </a:pPr>
            <a:r>
              <a:rPr lang="vi-VN" b="1"/>
              <a:t>Giao dịch ngầm</a:t>
            </a:r>
            <a:r>
              <a:rPr lang="vi-VN" b="0"/>
              <a:t>: </a:t>
            </a:r>
            <a:r>
              <a:rPr lang="en-US" b="0"/>
              <a:t>Một g</a:t>
            </a:r>
            <a:r>
              <a:rPr lang="vi-VN" b="0"/>
              <a:t>iao dịch mới được tự động bắt đầu khi giao dịch trước đó hoàn tất và mọi giao dịch được hoàn thành rõ r</a:t>
            </a:r>
            <a:r>
              <a:rPr lang="en-US" b="0"/>
              <a:t>à</a:t>
            </a:r>
            <a:r>
              <a:rPr lang="vi-VN" b="0"/>
              <a:t>ng</a:t>
            </a:r>
            <a:r>
              <a:rPr lang="en-US" b="0"/>
              <a:t>.</a:t>
            </a:r>
            <a:endParaRPr lang="en-US" sz="1200" b="1">
              <a:latin typeface="Calibri" panose="020F0502020204030204" pitchFamily="34" charset="0"/>
              <a:cs typeface="Courier New" pitchFamily="49" charset="0"/>
            </a:endParaRPr>
          </a:p>
          <a:p>
            <a:pPr marL="171450" lvl="0" indent="-171450">
              <a:buFont typeface="Arial" panose="020B0604020202020204" pitchFamily="34" charset="0"/>
              <a:buChar char="•"/>
            </a:pPr>
            <a:r>
              <a:rPr lang="en-US" b="1"/>
              <a:t>Batch-scoped Transactions: </a:t>
            </a:r>
            <a:r>
              <a:rPr lang="en-US" b="0"/>
              <a:t>Các giao dịch này có liên quan đến nhiều tập kết quả đang hoạt động.</a:t>
            </a:r>
          </a:p>
          <a:p>
            <a:pPr marL="171450" lvl="0" indent="-171450">
              <a:buFont typeface="Arial" panose="020B0604020202020204" pitchFamily="34" charset="0"/>
              <a:buChar char="•"/>
            </a:pPr>
            <a:r>
              <a:rPr lang="vi-VN" b="1"/>
              <a:t>Giao dịch phân </a:t>
            </a:r>
            <a:r>
              <a:rPr lang="en-US" b="1"/>
              <a:t>tán</a:t>
            </a:r>
            <a:r>
              <a:rPr lang="en-US" b="0"/>
              <a:t>: </a:t>
            </a:r>
            <a:r>
              <a:rPr lang="vi-VN" b="0"/>
              <a:t>Nó kéo </a:t>
            </a:r>
            <a:r>
              <a:rPr lang="en-US" b="0"/>
              <a:t>2</a:t>
            </a:r>
            <a:r>
              <a:rPr lang="vi-VN" b="0"/>
              <a:t> hoặc nhiều máy chủ được gọi là quản lý tài nguyên.</a:t>
            </a:r>
            <a:endParaRPr lang="en-US" b="0"/>
          </a:p>
        </p:txBody>
      </p:sp>
      <p:sp>
        <p:nvSpPr>
          <p:cNvPr id="4" name="Slide Number Placeholder 3"/>
          <p:cNvSpPr>
            <a:spLocks noGrp="1"/>
          </p:cNvSpPr>
          <p:nvPr>
            <p:ph type="sldNum" sz="quarter" idx="5"/>
          </p:nvPr>
        </p:nvSpPr>
        <p:spPr/>
        <p:txBody>
          <a:bodyPr/>
          <a:lstStyle/>
          <a:p>
            <a:fld id="{1F3D62EB-6714-43B5-9423-52F5EDC25A6A}" type="slidenum">
              <a:rPr lang="en-US" smtClean="0"/>
              <a:t>6</a:t>
            </a:fld>
            <a:endParaRPr lang="en-US"/>
          </a:p>
        </p:txBody>
      </p:sp>
    </p:spTree>
    <p:extLst>
      <p:ext uri="{BB962C8B-B14F-4D97-AF65-F5344CB8AC3E}">
        <p14:creationId xmlns:p14="http://schemas.microsoft.com/office/powerpoint/2010/main" val="4048181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Cần giao dịch 4-4</a:t>
            </a:r>
          </a:p>
          <a:p>
            <a:r>
              <a:rPr lang="en-US" b="1"/>
              <a:t>Các lô giao dịch mở rộng</a:t>
            </a:r>
          </a:p>
          <a:p>
            <a:pPr marL="171450" indent="-171450">
              <a:buFont typeface="Arial" panose="020B0604020202020204" pitchFamily="34" charset="0"/>
              <a:buChar char="•"/>
            </a:pPr>
            <a:r>
              <a:rPr lang="vi-VN" b="0"/>
              <a:t>Các câu lệnh giao dịch xác định khối mã sẽ thất bại hoặc thành công và cung cấp cơ sở nơi công cụ cơ sở dữ liệu có thể hoàn tác hoặc quay lại các hoạt động.</a:t>
            </a:r>
            <a:endParaRPr lang="en-US" b="0"/>
          </a:p>
          <a:p>
            <a:pPr marL="171450" indent="-171450">
              <a:buFont typeface="Arial" panose="020B0604020202020204" pitchFamily="34" charset="0"/>
              <a:buChar char="•"/>
            </a:pPr>
            <a:r>
              <a:rPr lang="vi-VN" b="0"/>
              <a:t>Lỗi gặp phải trong quá trình thực hiện hàng loạt đơn giản có khả năng thành công một phần, đó không phải là kết quả mong muốn.</a:t>
            </a:r>
            <a:endParaRPr lang="en-US" b="0"/>
          </a:p>
          <a:p>
            <a:pPr marL="171450" indent="-171450">
              <a:buFont typeface="Arial" panose="020B0604020202020204" pitchFamily="34" charset="0"/>
              <a:buChar char="•"/>
            </a:pPr>
            <a:r>
              <a:rPr lang="vi-VN" b="0"/>
              <a:t>Điều này cũng dẫn đến sự không nhất quán trong bảng và cơ sở dữ liệu</a:t>
            </a:r>
            <a:r>
              <a:rPr lang="en-US" b="0"/>
              <a:t>.</a:t>
            </a:r>
          </a:p>
          <a:p>
            <a:pPr marL="171450" indent="-171450">
              <a:buFont typeface="Arial" panose="020B0604020202020204" pitchFamily="34" charset="0"/>
              <a:buChar char="•"/>
            </a:pPr>
            <a:r>
              <a:rPr lang="vi-VN" b="0"/>
              <a:t>Người dùng có thể thêm mã xử lý lỗi để </a:t>
            </a:r>
            <a:r>
              <a:rPr lang="en-US" b="0"/>
              <a:t>hoàn tác </a:t>
            </a:r>
            <a:r>
              <a:rPr lang="vi-VN" b="0"/>
              <a:t>giao dịch trong trường hợp lỗi</a:t>
            </a:r>
            <a:r>
              <a:rPr lang="en-US" b="0"/>
              <a:t>.</a:t>
            </a:r>
          </a:p>
          <a:p>
            <a:pPr marL="171450" indent="-171450">
              <a:buFont typeface="Arial" panose="020B0604020202020204" pitchFamily="34" charset="0"/>
              <a:buChar char="•"/>
            </a:pPr>
            <a:r>
              <a:rPr lang="vi-VN" b="0"/>
              <a:t>Mã xử lý lỗi sẽ hoàn tác các thay đổi một phần </a:t>
            </a:r>
            <a:r>
              <a:rPr lang="en-US" b="0"/>
              <a:t>đã </a:t>
            </a:r>
            <a:r>
              <a:rPr lang="vi-VN" b="0"/>
              <a:t>được thực hiện trước khi xảy ra lỗi</a:t>
            </a:r>
            <a:r>
              <a:rPr lang="en-US" b="0"/>
              <a:t>.</a:t>
            </a:r>
          </a:p>
        </p:txBody>
      </p:sp>
      <p:sp>
        <p:nvSpPr>
          <p:cNvPr id="4" name="Slide Number Placeholder 3"/>
          <p:cNvSpPr>
            <a:spLocks noGrp="1"/>
          </p:cNvSpPr>
          <p:nvPr>
            <p:ph type="sldNum" sz="quarter" idx="5"/>
          </p:nvPr>
        </p:nvSpPr>
        <p:spPr/>
        <p:txBody>
          <a:bodyPr/>
          <a:lstStyle/>
          <a:p>
            <a:fld id="{1F3D62EB-6714-43B5-9423-52F5EDC25A6A}" type="slidenum">
              <a:rPr lang="en-US" smtClean="0"/>
              <a:t>7</a:t>
            </a:fld>
            <a:endParaRPr lang="en-US"/>
          </a:p>
        </p:txBody>
      </p:sp>
    </p:spTree>
    <p:extLst>
      <p:ext uri="{BB962C8B-B14F-4D97-AF65-F5344CB8AC3E}">
        <p14:creationId xmlns:p14="http://schemas.microsoft.com/office/powerpoint/2010/main" val="1177943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Kiểm soát giao dịch</a:t>
            </a:r>
          </a:p>
          <a:p>
            <a:pPr marL="171450" indent="-171450">
              <a:buFont typeface="Arial" panose="020B0604020202020204" pitchFamily="34" charset="0"/>
              <a:buChar char="•"/>
            </a:pPr>
            <a:r>
              <a:rPr lang="vi-VN" b="0"/>
              <a:t>Giao dịch có thể được kiểm soát thông qua các ứng dụng bằng cách chỉ định sự bắt đầu và kết thúc giao dịch</a:t>
            </a:r>
            <a:r>
              <a:rPr lang="en-US" b="0"/>
              <a:t>.</a:t>
            </a:r>
          </a:p>
          <a:p>
            <a:pPr marL="171450" indent="-171450">
              <a:buFont typeface="Arial" panose="020B0604020202020204" pitchFamily="34" charset="0"/>
              <a:buChar char="•"/>
            </a:pPr>
            <a:r>
              <a:rPr lang="vi-VN" b="0"/>
              <a:t>Giao dịch được quản lý ở cấp độ kết nối, theo mặc định</a:t>
            </a:r>
            <a:r>
              <a:rPr lang="en-US" b="0"/>
              <a:t>.</a:t>
            </a:r>
          </a:p>
          <a:p>
            <a:pPr marL="171450" indent="-171450">
              <a:buFont typeface="Arial" panose="020B0604020202020204" pitchFamily="34" charset="0"/>
              <a:buChar char="•"/>
            </a:pPr>
            <a:r>
              <a:rPr lang="vi-VN" b="0"/>
              <a:t>Khi một giao dịch được khởi động trên một kết nối, tất cả các câu lệnh T-SQL được thực thi trên cùng một kết nối và là một phần của kết nối cho đến khi giao dịch kết thúc.</a:t>
            </a:r>
            <a:endParaRPr lang="en-US" b="0"/>
          </a:p>
        </p:txBody>
      </p:sp>
      <p:sp>
        <p:nvSpPr>
          <p:cNvPr id="4" name="Slide Number Placeholder 3"/>
          <p:cNvSpPr>
            <a:spLocks noGrp="1"/>
          </p:cNvSpPr>
          <p:nvPr>
            <p:ph type="sldNum" sz="quarter" idx="5"/>
          </p:nvPr>
        </p:nvSpPr>
        <p:spPr/>
        <p:txBody>
          <a:bodyPr/>
          <a:lstStyle/>
          <a:p>
            <a:fld id="{1F3D62EB-6714-43B5-9423-52F5EDC25A6A}" type="slidenum">
              <a:rPr lang="en-US" smtClean="0"/>
              <a:t>8</a:t>
            </a:fld>
            <a:endParaRPr lang="en-US"/>
          </a:p>
        </p:txBody>
      </p:sp>
    </p:spTree>
    <p:extLst>
      <p:ext uri="{BB962C8B-B14F-4D97-AF65-F5344CB8AC3E}">
        <p14:creationId xmlns:p14="http://schemas.microsoft.com/office/powerpoint/2010/main" val="108772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Bắt đầu và kết thúc phiên bằng cách sử dụng Transact-SQL 1-3</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ourier New" pitchFamily="49" charset="0"/>
                <a:cs typeface="Courier New" pitchFamily="49" charset="0"/>
              </a:rPr>
              <a:t>BEGIN TRANSACTION</a:t>
            </a:r>
            <a:r>
              <a:rPr lang="en-US" sz="1200" b="1">
                <a:latin typeface="Calibri" pitchFamily="34" charset="0"/>
                <a:cs typeface="Calibri" pitchFamily="34" charset="0"/>
              </a:rPr>
              <a:t> </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Câu lệnh </a:t>
            </a:r>
            <a:r>
              <a:rPr lang="en-US" sz="1200" b="0">
                <a:latin typeface="Courier New" pitchFamily="49" charset="0"/>
                <a:cs typeface="Courier New" pitchFamily="49" charset="0"/>
              </a:rPr>
              <a:t>BEGIN TRANSACTION</a:t>
            </a:r>
            <a:r>
              <a:rPr lang="en-US" sz="1200" b="0">
                <a:latin typeface="Calibri" pitchFamily="34" charset="0"/>
                <a:cs typeface="Calibri" pitchFamily="34" charset="0"/>
              </a:rPr>
              <a:t> </a:t>
            </a:r>
            <a:r>
              <a:rPr lang="en-US" b="0"/>
              <a:t>đánh dấu điểm bắt đầu của một giao dịch rõ ràng hoặc cục bộ.</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COMMIT TRANSACTION</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Câu lệnh COMMIT TRANSACTION kết đánh dấu kết thúc thành công một giao dịch ngầm hoặc rõ ràng.</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COMMIT WORK</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Câu lệnh COMMIT WORK đánh dấu sự kết thúc của giao dịch.</a:t>
            </a:r>
          </a:p>
        </p:txBody>
      </p:sp>
      <p:sp>
        <p:nvSpPr>
          <p:cNvPr id="4" name="Slide Number Placeholder 3"/>
          <p:cNvSpPr>
            <a:spLocks noGrp="1"/>
          </p:cNvSpPr>
          <p:nvPr>
            <p:ph type="sldNum" sz="quarter" idx="5"/>
          </p:nvPr>
        </p:nvSpPr>
        <p:spPr/>
        <p:txBody>
          <a:bodyPr/>
          <a:lstStyle/>
          <a:p>
            <a:fld id="{1F3D62EB-6714-43B5-9423-52F5EDC25A6A}" type="slidenum">
              <a:rPr lang="en-US" smtClean="0"/>
              <a:t>9</a:t>
            </a:fld>
            <a:endParaRPr lang="en-US"/>
          </a:p>
        </p:txBody>
      </p:sp>
    </p:spTree>
    <p:extLst>
      <p:ext uri="{BB962C8B-B14F-4D97-AF65-F5344CB8AC3E}">
        <p14:creationId xmlns:p14="http://schemas.microsoft.com/office/powerpoint/2010/main" val="591066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Bắt đầu và kết thúc phiên bằng cách sử dụng Transact-SQL 2-3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latin typeface="Courier New" pitchFamily="49" charset="0"/>
                <a:cs typeface="Courier New" pitchFamily="49" charset="0"/>
              </a:rPr>
              <a:t>ROLLBACK TRANSACTION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Giao dịch này </a:t>
            </a:r>
            <a:r>
              <a:rPr lang="en-US" b="0"/>
              <a:t>hoàn tác </a:t>
            </a:r>
            <a:r>
              <a:rPr lang="vi-VN" b="0"/>
              <a:t>hoặc</a:t>
            </a:r>
            <a:r>
              <a:rPr lang="en-US" b="0"/>
              <a:t> h</a:t>
            </a:r>
            <a:r>
              <a:rPr lang="vi-VN" b="0"/>
              <a:t>ủy một giao dịch ngầm hoặc rõ ràng vào điểm bắt đầu của giao dịch hoặc vào một điểm lưu trữ trong giao dịch.</a:t>
            </a:r>
            <a:endParaRPr lang="en-US" b="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Nó được sử dụng để xóa tất cả các sửa đổi dữ liệu được thực hiện từ đầu giao dịch hoặc đến điểm lưu trữ. Nó cũng </a:t>
            </a:r>
            <a:r>
              <a:rPr lang="en-US" b="0"/>
              <a:t>phóng thích </a:t>
            </a:r>
            <a:r>
              <a:rPr lang="vi-VN" b="0"/>
              <a:t>các tài nguyên được </a:t>
            </a:r>
            <a:r>
              <a:rPr lang="en-US" b="0"/>
              <a:t>giữ </a:t>
            </a:r>
            <a:r>
              <a:rPr lang="vi-VN" b="0"/>
              <a:t>bởi giao dịch</a:t>
            </a:r>
            <a:r>
              <a:rPr lang="en-US" b="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ROLLBACK WORK</a:t>
            </a:r>
          </a:p>
        </p:txBody>
      </p:sp>
      <p:sp>
        <p:nvSpPr>
          <p:cNvPr id="4" name="Slide Number Placeholder 3"/>
          <p:cNvSpPr>
            <a:spLocks noGrp="1"/>
          </p:cNvSpPr>
          <p:nvPr>
            <p:ph type="sldNum" sz="quarter" idx="5"/>
          </p:nvPr>
        </p:nvSpPr>
        <p:spPr/>
        <p:txBody>
          <a:bodyPr/>
          <a:lstStyle/>
          <a:p>
            <a:fld id="{1F3D62EB-6714-43B5-9423-52F5EDC25A6A}" type="slidenum">
              <a:rPr lang="en-US" smtClean="0"/>
              <a:t>10</a:t>
            </a:fld>
            <a:endParaRPr lang="en-US"/>
          </a:p>
        </p:txBody>
      </p:sp>
    </p:spTree>
    <p:extLst>
      <p:ext uri="{BB962C8B-B14F-4D97-AF65-F5344CB8AC3E}">
        <p14:creationId xmlns:p14="http://schemas.microsoft.com/office/powerpoint/2010/main" val="2366918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Bắt đầu và kết thúc phiên bằng cách sử dụng Transact-SQL 2-3</a:t>
            </a:r>
          </a:p>
          <a:p>
            <a:pPr marL="171450" indent="-171450">
              <a:buFont typeface="Arial" panose="020B0604020202020204" pitchFamily="34" charset="0"/>
              <a:buChar char="•"/>
            </a:pPr>
            <a:r>
              <a:rPr lang="en-US" b="1"/>
              <a:t>SAVE TRANSACTION</a:t>
            </a:r>
          </a:p>
          <a:p>
            <a:pPr marL="628650" lvl="1" indent="-171450">
              <a:buFont typeface="Arial" panose="020B0604020202020204" pitchFamily="34" charset="0"/>
              <a:buChar char="•"/>
            </a:pPr>
            <a:r>
              <a:rPr lang="vi-VN"/>
              <a:t>Câu lệnh SAVE TRANSACTION</a:t>
            </a:r>
            <a:r>
              <a:rPr lang="en-US"/>
              <a:t> </a:t>
            </a:r>
            <a:r>
              <a:rPr lang="vi-VN"/>
              <a:t>đặt điểm lưu trữ trong giao dịch</a:t>
            </a:r>
            <a:r>
              <a:rPr lang="en-US"/>
              <a:t>.</a:t>
            </a:r>
          </a:p>
        </p:txBody>
      </p:sp>
      <p:sp>
        <p:nvSpPr>
          <p:cNvPr id="4" name="Slide Number Placeholder 3"/>
          <p:cNvSpPr>
            <a:spLocks noGrp="1"/>
          </p:cNvSpPr>
          <p:nvPr>
            <p:ph type="sldNum" sz="quarter" idx="5"/>
          </p:nvPr>
        </p:nvSpPr>
        <p:spPr/>
        <p:txBody>
          <a:bodyPr/>
          <a:lstStyle/>
          <a:p>
            <a:fld id="{1F3D62EB-6714-43B5-9423-52F5EDC25A6A}" type="slidenum">
              <a:rPr lang="en-US" smtClean="0"/>
              <a:t>11</a:t>
            </a:fld>
            <a:endParaRPr lang="en-US"/>
          </a:p>
        </p:txBody>
      </p:sp>
    </p:spTree>
    <p:extLst>
      <p:ext uri="{BB962C8B-B14F-4D97-AF65-F5344CB8AC3E}">
        <p14:creationId xmlns:p14="http://schemas.microsoft.com/office/powerpoint/2010/main" val="2570651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@@TRANCOUNT</a:t>
            </a:r>
          </a:p>
          <a:p>
            <a:pPr marL="171450" indent="-171450">
              <a:buFont typeface="Arial" panose="020B0604020202020204" pitchFamily="34" charset="0"/>
              <a:buChar char="•"/>
            </a:pPr>
            <a:r>
              <a:rPr lang="en-US" sz="1200">
                <a:latin typeface="Courier New" pitchFamily="49" charset="0"/>
                <a:cs typeface="Courier New" pitchFamily="49" charset="0"/>
              </a:rPr>
              <a:t>@@TRANCOUNT</a:t>
            </a:r>
            <a:r>
              <a:rPr lang="en-US" sz="1200">
                <a:latin typeface="Calibri" pitchFamily="34" charset="0"/>
                <a:cs typeface="Calibri" pitchFamily="34" charset="0"/>
              </a:rPr>
              <a:t> là h</a:t>
            </a:r>
            <a:r>
              <a:rPr lang="en-US" b="0"/>
              <a:t>àm hệ thống trả về một số câu lệnh </a:t>
            </a:r>
            <a:r>
              <a:rPr lang="en-US" sz="1200" b="1">
                <a:latin typeface="Courier New" pitchFamily="49" charset="0"/>
                <a:cs typeface="Courier New" pitchFamily="49" charset="0"/>
              </a:rPr>
              <a:t>BEGIN TRANSACTION</a:t>
            </a:r>
            <a:r>
              <a:rPr lang="en-US" sz="1200" b="1">
                <a:latin typeface="Calibri" pitchFamily="34" charset="0"/>
                <a:cs typeface="Calibri" pitchFamily="34" charset="0"/>
              </a:rPr>
              <a:t> </a:t>
            </a:r>
            <a:r>
              <a:rPr lang="en-US" b="0"/>
              <a:t>xảy ra trong kết nối hiện tại.</a:t>
            </a:r>
          </a:p>
          <a:p>
            <a:pPr marL="171450" indent="-171450">
              <a:buFont typeface="Arial" panose="020B0604020202020204" pitchFamily="34" charset="0"/>
              <a:buChar char="•"/>
            </a:pPr>
            <a:r>
              <a:rPr lang="en-US" b="0"/>
              <a:t>Cú pháp:</a:t>
            </a:r>
          </a:p>
          <a:p>
            <a:pPr marL="0" indent="0">
              <a:buFont typeface="Arial" panose="020B0604020202020204" pitchFamily="34" charset="0"/>
              <a:buNone/>
            </a:pPr>
            <a:r>
              <a:rPr lang="en-US"/>
              <a:t>	@@TRANCOUNT</a:t>
            </a:r>
            <a:endParaRPr lang="en-US" b="0"/>
          </a:p>
        </p:txBody>
      </p:sp>
      <p:sp>
        <p:nvSpPr>
          <p:cNvPr id="4" name="Slide Number Placeholder 3"/>
          <p:cNvSpPr>
            <a:spLocks noGrp="1"/>
          </p:cNvSpPr>
          <p:nvPr>
            <p:ph type="sldNum" sz="quarter" idx="5"/>
          </p:nvPr>
        </p:nvSpPr>
        <p:spPr/>
        <p:txBody>
          <a:bodyPr/>
          <a:lstStyle/>
          <a:p>
            <a:fld id="{1F3D62EB-6714-43B5-9423-52F5EDC25A6A}" type="slidenum">
              <a:rPr lang="en-US" smtClean="0"/>
              <a:t>12</a:t>
            </a:fld>
            <a:endParaRPr lang="en-US"/>
          </a:p>
        </p:txBody>
      </p:sp>
    </p:spTree>
    <p:extLst>
      <p:ext uri="{BB962C8B-B14F-4D97-AF65-F5344CB8AC3E}">
        <p14:creationId xmlns:p14="http://schemas.microsoft.com/office/powerpoint/2010/main" val="2590929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Đánh dấu một giao dịch</a:t>
            </a:r>
          </a:p>
          <a:p>
            <a:pPr marL="171450" indent="-171450">
              <a:buFont typeface="Arial" panose="020B0604020202020204" pitchFamily="34" charset="0"/>
              <a:buChar char="•"/>
            </a:pPr>
            <a:r>
              <a:rPr lang="vi-VN" b="0"/>
              <a:t>Người dùng có thể sử dụng </a:t>
            </a:r>
            <a:r>
              <a:rPr lang="en-US" b="0"/>
              <a:t>đánh dấu </a:t>
            </a:r>
            <a:r>
              <a:rPr lang="vi-VN" b="0"/>
              <a:t>giao dịch để khôi phục các bản cập nhật liên quan được thực hiện cho </a:t>
            </a:r>
            <a:r>
              <a:rPr lang="en-US" b="0"/>
              <a:t>2</a:t>
            </a:r>
            <a:r>
              <a:rPr lang="vi-VN" b="0"/>
              <a:t> hoặc nhiều cơ sở dữ liệu liên quan.</a:t>
            </a:r>
            <a:endParaRPr lang="en-US" b="0"/>
          </a:p>
          <a:p>
            <a:pPr marL="171450" indent="-171450">
              <a:buFont typeface="Arial" panose="020B0604020202020204" pitchFamily="34" charset="0"/>
              <a:buChar char="•"/>
            </a:pPr>
            <a:r>
              <a:rPr lang="vi-VN" b="0"/>
              <a:t>Đánh dấu các giao dịch liên quan trên cơ sở thường xuyên trong mỗi cơ sở dữ liệu liên quan, tạo một chuỗi các điểm khôi phục phổ biến trong cơ sở dữ liệu.</a:t>
            </a:r>
            <a:endParaRPr lang="en-US" b="0"/>
          </a:p>
          <a:p>
            <a:r>
              <a:rPr lang="vi-VN" b="1"/>
              <a:t>Mối quan tâm để sử dụng các giao dịch được đánh dấu</a:t>
            </a:r>
            <a:endParaRPr lang="en-US" b="1"/>
          </a:p>
          <a:p>
            <a:pPr marL="171450" indent="-171450">
              <a:buFont typeface="Arial" panose="020B0604020202020204" pitchFamily="34" charset="0"/>
              <a:buChar char="•"/>
            </a:pPr>
            <a:r>
              <a:rPr lang="vi-VN"/>
              <a:t>Khi </a:t>
            </a:r>
            <a:r>
              <a:rPr lang="en-US"/>
              <a:t>đánh dấu</a:t>
            </a:r>
            <a:r>
              <a:rPr lang="vi-VN"/>
              <a:t> giao dịch </a:t>
            </a:r>
            <a:r>
              <a:rPr lang="en-US"/>
              <a:t>nó </a:t>
            </a:r>
            <a:r>
              <a:rPr lang="vi-VN"/>
              <a:t>tiêu thụ không gian nhật ký, </a:t>
            </a:r>
            <a:r>
              <a:rPr lang="vi-VN" i="1"/>
              <a:t>chỉ sử dụng chúng cho các giao dịch đóng vai trò quan trọng trong chiến lược phục hồi cơ sở dữ liệu</a:t>
            </a:r>
            <a:r>
              <a:rPr lang="vi-VN"/>
              <a:t>.</a:t>
            </a:r>
          </a:p>
          <a:p>
            <a:pPr marL="171450" indent="-171450">
              <a:buFont typeface="Arial" panose="020B0604020202020204" pitchFamily="34" charset="0"/>
              <a:buChar char="•"/>
            </a:pPr>
            <a:r>
              <a:rPr lang="vi-VN"/>
              <a:t>Khi giao dịch được đánh dấu được cam kết, thì một hàng được chèn vào bảng </a:t>
            </a:r>
            <a:r>
              <a:rPr lang="vi-VN" b="1"/>
              <a:t>LogMarkHistory</a:t>
            </a:r>
            <a:r>
              <a:rPr lang="vi-VN"/>
              <a:t> trong </a:t>
            </a:r>
            <a:r>
              <a:rPr lang="vi-VN" b="1"/>
              <a:t>msdb</a:t>
            </a:r>
            <a:r>
              <a:rPr lang="vi-VN"/>
              <a:t>.</a:t>
            </a:r>
          </a:p>
          <a:p>
            <a:pPr marL="171450" indent="-171450">
              <a:buFont typeface="Arial" panose="020B0604020202020204" pitchFamily="34" charset="0"/>
              <a:buChar char="•"/>
            </a:pPr>
            <a:r>
              <a:rPr lang="vi-VN"/>
              <a:t>Nếu giao dịch được đánh dấu trải </a:t>
            </a:r>
            <a:r>
              <a:rPr lang="en-US"/>
              <a:t>dài</a:t>
            </a:r>
            <a:r>
              <a:rPr lang="vi-VN"/>
              <a:t> nhiều cơ sở dữ liệu trên các máy chủ khác nhau hoặc trên cùng một máy chủ cơ sở dữ liệu, các </a:t>
            </a:r>
            <a:r>
              <a:rPr lang="en-US"/>
              <a:t>đánh dấu </a:t>
            </a:r>
            <a:r>
              <a:rPr lang="vi-VN"/>
              <a:t>phải được ghi lại trong các bản ghi của tất cả các cơ sở dữ liệu bị ảnh hưởng.</a:t>
            </a:r>
            <a:endParaRPr lang="en-US"/>
          </a:p>
          <a:p>
            <a:pPr marL="171450" indent="-171450">
              <a:buFont typeface="Arial" panose="020B0604020202020204" pitchFamily="34" charset="0"/>
              <a:buChar char="•"/>
            </a:pPr>
            <a:endParaRPr lang="en-US" b="0"/>
          </a:p>
        </p:txBody>
      </p:sp>
      <p:sp>
        <p:nvSpPr>
          <p:cNvPr id="4" name="Slide Number Placeholder 3"/>
          <p:cNvSpPr>
            <a:spLocks noGrp="1"/>
          </p:cNvSpPr>
          <p:nvPr>
            <p:ph type="sldNum" sz="quarter" idx="5"/>
          </p:nvPr>
        </p:nvSpPr>
        <p:spPr/>
        <p:txBody>
          <a:bodyPr/>
          <a:lstStyle/>
          <a:p>
            <a:fld id="{1F3D62EB-6714-43B5-9423-52F5EDC25A6A}" type="slidenum">
              <a:rPr lang="en-US" smtClean="0"/>
              <a:t>13</a:t>
            </a:fld>
            <a:endParaRPr lang="en-US"/>
          </a:p>
        </p:txBody>
      </p:sp>
    </p:spTree>
    <p:extLst>
      <p:ext uri="{BB962C8B-B14F-4D97-AF65-F5344CB8AC3E}">
        <p14:creationId xmlns:p14="http://schemas.microsoft.com/office/powerpoint/2010/main" val="8506274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vi-VN" b="1"/>
              <a:t>Tạo các giao dịch được đánh dấu</a:t>
            </a:r>
            <a:endParaRPr lang="en-US" b="1"/>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a:t>Để tạo một giao dịch được đánh dấu </a:t>
            </a:r>
            <a:r>
              <a:rPr lang="en-US"/>
              <a:t>ng</a:t>
            </a:r>
            <a:r>
              <a:rPr lang="vi-VN"/>
              <a:t>ư</a:t>
            </a:r>
            <a:r>
              <a:rPr lang="en-US"/>
              <a:t>ời dùng có thể sử dụng </a:t>
            </a:r>
            <a:r>
              <a:rPr lang="vi-VN"/>
              <a:t>câu lệnh </a:t>
            </a:r>
            <a:r>
              <a:rPr lang="en-US" sz="1200" b="1">
                <a:cs typeface="Courier New" pitchFamily="49" charset="0"/>
              </a:rPr>
              <a:t>BEGIN TRANSACTION</a:t>
            </a:r>
            <a:r>
              <a:rPr lang="en-US" sz="1200" b="1">
                <a:latin typeface="Calibri" pitchFamily="34" charset="0"/>
                <a:cs typeface="Calibri" pitchFamily="34" charset="0"/>
              </a:rPr>
              <a:t> </a:t>
            </a:r>
            <a:r>
              <a:rPr lang="vi-VN"/>
              <a:t>và sử dụng mệnh đề </a:t>
            </a:r>
            <a:r>
              <a:rPr lang="en-US" sz="1200" b="1">
                <a:cs typeface="Courier New" pitchFamily="49" charset="0"/>
              </a:rPr>
              <a:t>WITH MARK</a:t>
            </a:r>
            <a:r>
              <a:rPr lang="en-US" sz="1200" b="1">
                <a:latin typeface="Calibri" pitchFamily="34" charset="0"/>
                <a:cs typeface="Calibri" pitchFamily="34" charset="0"/>
              </a:rPr>
              <a:t> [description] </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sz="1200" b="0">
                <a:latin typeface="Calibri" pitchFamily="34" charset="0"/>
                <a:cs typeface="Calibri" pitchFamily="34" charset="0"/>
              </a:rPr>
              <a:t>Nhật ký giao dịch ghi lại mô tả đánh dấu, tên, người dùng, cơ sở dữ liệu, thông tin </a:t>
            </a:r>
            <a:r>
              <a:rPr lang="en-US" sz="1200" b="0">
                <a:latin typeface="Calibri" pitchFamily="34" charset="0"/>
                <a:cs typeface="Calibri" pitchFamily="34" charset="0"/>
              </a:rPr>
              <a:t>ngày giờ</a:t>
            </a:r>
            <a:r>
              <a:rPr lang="vi-VN" sz="1200" b="0">
                <a:latin typeface="Calibri" pitchFamily="34" charset="0"/>
                <a:cs typeface="Calibri" pitchFamily="34" charset="0"/>
              </a:rPr>
              <a:t> và số thứ tự nhật ký</a:t>
            </a:r>
            <a:r>
              <a:rPr lang="en-US" sz="1200" b="0">
                <a:latin typeface="Calibri" pitchFamily="34" charset="0"/>
                <a:cs typeface="Calibri" pitchFamily="34" charset="0"/>
              </a:rPr>
              <a:t>.</a:t>
            </a:r>
          </a:p>
          <a:p>
            <a:pPr marL="171450" indent="-171450">
              <a:buFont typeface="Arial" panose="020B0604020202020204" pitchFamily="34" charset="0"/>
              <a:buChar char="•"/>
            </a:pPr>
            <a:r>
              <a:rPr lang="vi-VN"/>
              <a:t>Các bước để tạo một giao dịch được đánh dấu trong một tập hợp các cơ sở dữ liệu:</a:t>
            </a:r>
            <a:endParaRPr lang="en-US"/>
          </a:p>
          <a:p>
            <a:pPr marL="628650" lvl="1" indent="-171450">
              <a:buFont typeface="Arial" panose="020B0604020202020204" pitchFamily="34" charset="0"/>
              <a:buChar char="•"/>
            </a:pPr>
            <a:r>
              <a:rPr lang="vi-VN"/>
              <a:t>Đặt tên cho giao dịch trong câu lệnh </a:t>
            </a:r>
            <a:r>
              <a:rPr lang="en-US" sz="1200" b="1">
                <a:cs typeface="Courier New" pitchFamily="49" charset="0"/>
              </a:rPr>
              <a:t>BEGIN TRAN</a:t>
            </a:r>
            <a:r>
              <a:rPr lang="en-US" sz="1200" b="1">
                <a:latin typeface="Calibri" pitchFamily="34" charset="0"/>
                <a:cs typeface="Calibri" pitchFamily="34" charset="0"/>
              </a:rPr>
              <a:t> </a:t>
            </a:r>
            <a:r>
              <a:rPr lang="vi-VN"/>
              <a:t>và sử dụng mệnh đề </a:t>
            </a:r>
            <a:r>
              <a:rPr lang="en-US" sz="1200" b="1">
                <a:cs typeface="Courier New" pitchFamily="49" charset="0"/>
              </a:rPr>
              <a:t>WITH MARK</a:t>
            </a:r>
            <a:r>
              <a:rPr lang="en-US" sz="1200" b="1">
                <a:latin typeface="Calibri" pitchFamily="34" charset="0"/>
                <a:cs typeface="Calibri" pitchFamily="34" charset="0"/>
              </a:rPr>
              <a:t> </a:t>
            </a:r>
            <a:endParaRPr lang="vi-VN" b="1"/>
          </a:p>
          <a:p>
            <a:pPr marL="628650" lvl="1" indent="-171450">
              <a:buFont typeface="Arial" panose="020B0604020202020204" pitchFamily="34" charset="0"/>
              <a:buChar char="•"/>
            </a:pPr>
            <a:r>
              <a:rPr lang="vi-VN"/>
              <a:t>Thực hiện một bản cập nhật chống lại tất cả các cơ sở dữ liệu trong tập hợp</a:t>
            </a:r>
            <a:r>
              <a:rPr lang="en-US" b="0"/>
              <a:t>.</a:t>
            </a:r>
            <a:endParaRPr lang="en-US"/>
          </a:p>
        </p:txBody>
      </p:sp>
      <p:sp>
        <p:nvSpPr>
          <p:cNvPr id="4" name="Slide Number Placeholder 3"/>
          <p:cNvSpPr>
            <a:spLocks noGrp="1"/>
          </p:cNvSpPr>
          <p:nvPr>
            <p:ph type="sldNum" sz="quarter" idx="5"/>
          </p:nvPr>
        </p:nvSpPr>
        <p:spPr/>
        <p:txBody>
          <a:bodyPr/>
          <a:lstStyle/>
          <a:p>
            <a:fld id="{1F3D62EB-6714-43B5-9423-52F5EDC25A6A}" type="slidenum">
              <a:rPr lang="en-US" smtClean="0"/>
              <a:t>14</a:t>
            </a:fld>
            <a:endParaRPr lang="en-US"/>
          </a:p>
        </p:txBody>
      </p:sp>
    </p:spTree>
    <p:extLst>
      <p:ext uri="{BB962C8B-B14F-4D97-AF65-F5344CB8AC3E}">
        <p14:creationId xmlns:p14="http://schemas.microsoft.com/office/powerpoint/2010/main" val="34673558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Sự khác biệt giữa giao dịch ngầm và rõ ràng</a:t>
            </a:r>
          </a:p>
          <a:p>
            <a:pPr marL="171450" indent="-171450">
              <a:buFont typeface="Arial" panose="020B0604020202020204" pitchFamily="34" charset="0"/>
              <a:buChar char="•"/>
            </a:pPr>
            <a:r>
              <a:rPr lang="en-US" b="0"/>
              <a:t>Bảng sau liệt kê sự khác biệt giữa các giao dịch ngầm và rõ ràng:</a:t>
            </a:r>
          </a:p>
          <a:p>
            <a:pPr marL="628650" lvl="1" indent="-171450">
              <a:buFont typeface="Arial" panose="020B0604020202020204" pitchFamily="34" charset="0"/>
              <a:buChar char="•"/>
            </a:pPr>
            <a:r>
              <a:rPr lang="en-US" b="1"/>
              <a:t>Implicit</a:t>
            </a:r>
          </a:p>
          <a:p>
            <a:pPr marL="1085850" lvl="2" indent="-171450">
              <a:buFont typeface="Arial" panose="020B0604020202020204" pitchFamily="34" charset="0"/>
              <a:buChar char="•"/>
            </a:pPr>
            <a:r>
              <a:rPr lang="vi-VN" b="0"/>
              <a:t>Các giao dịch này được duy trì bởi SQL Server cho từng câu lệnh DML và DDL</a:t>
            </a:r>
            <a:r>
              <a:rPr lang="en-US" b="0"/>
              <a:t>.</a:t>
            </a:r>
          </a:p>
          <a:p>
            <a:pPr marL="1085850" lvl="2" indent="-171450">
              <a:buFont typeface="Arial" panose="020B0604020202020204" pitchFamily="34" charset="0"/>
              <a:buChar char="•"/>
            </a:pPr>
            <a:r>
              <a:rPr lang="en-US" b="0"/>
              <a:t>Các câu lệnh DML và DDL này thực thi theo các giao dịch ngầm.</a:t>
            </a:r>
          </a:p>
          <a:p>
            <a:pPr marL="1085850" lvl="2" indent="-171450">
              <a:buFont typeface="Arial" panose="020B0604020202020204" pitchFamily="34" charset="0"/>
              <a:buChar char="•"/>
            </a:pPr>
            <a:r>
              <a:rPr lang="en-US" b="0"/>
              <a:t>SQL Server sẽ hoàn tác toàn bộ câu lệnh.</a:t>
            </a:r>
          </a:p>
          <a:p>
            <a:pPr marL="628650" lvl="1" indent="-171450">
              <a:buFont typeface="Arial" panose="020B0604020202020204" pitchFamily="34" charset="0"/>
              <a:buChar char="•"/>
            </a:pPr>
            <a:r>
              <a:rPr lang="en-US" b="1"/>
              <a:t>Explicit</a:t>
            </a:r>
          </a:p>
          <a:p>
            <a:pPr marL="1085850" lvl="2" indent="-171450">
              <a:buFont typeface="Arial" panose="020B0604020202020204" pitchFamily="34" charset="0"/>
              <a:buChar char="•"/>
            </a:pPr>
            <a:r>
              <a:rPr lang="vi-VN" b="0" i="0"/>
              <a:t>Các giao dịch này được xác định bởi các lập trình viên</a:t>
            </a:r>
            <a:r>
              <a:rPr lang="en-US" b="0" i="0"/>
              <a:t>.</a:t>
            </a:r>
          </a:p>
          <a:p>
            <a:pPr marL="1085850" lvl="2" indent="-171450">
              <a:buFont typeface="Arial" panose="020B0604020202020204" pitchFamily="34" charset="0"/>
              <a:buChar char="•"/>
            </a:pPr>
            <a:r>
              <a:rPr lang="vi-VN" b="0" i="0"/>
              <a:t>Các câu lệnh DML được bao gồm để thực thi dưới dạng một đơn vị</a:t>
            </a:r>
            <a:r>
              <a:rPr lang="en-US" b="0" i="0"/>
              <a:t>.</a:t>
            </a:r>
          </a:p>
          <a:p>
            <a:pPr marL="1085850" lvl="2" indent="-171450">
              <a:buFont typeface="Arial" panose="020B0604020202020204" pitchFamily="34" charset="0"/>
              <a:buChar char="•"/>
            </a:pPr>
            <a:r>
              <a:rPr lang="en-US" b="0" i="0"/>
              <a:t>Câu lệnh SELECT không bao gồm vì chúng không sửa đổi dữ liệu.</a:t>
            </a:r>
          </a:p>
        </p:txBody>
      </p:sp>
      <p:sp>
        <p:nvSpPr>
          <p:cNvPr id="4" name="Slide Number Placeholder 3"/>
          <p:cNvSpPr>
            <a:spLocks noGrp="1"/>
          </p:cNvSpPr>
          <p:nvPr>
            <p:ph type="sldNum" sz="quarter" idx="5"/>
          </p:nvPr>
        </p:nvSpPr>
        <p:spPr/>
        <p:txBody>
          <a:bodyPr/>
          <a:lstStyle/>
          <a:p>
            <a:fld id="{1F3D62EB-6714-43B5-9423-52F5EDC25A6A}" type="slidenum">
              <a:rPr lang="en-US" smtClean="0"/>
              <a:t>15</a:t>
            </a:fld>
            <a:endParaRPr lang="en-US"/>
          </a:p>
        </p:txBody>
      </p:sp>
    </p:spTree>
    <p:extLst>
      <p:ext uri="{BB962C8B-B14F-4D97-AF65-F5344CB8AC3E}">
        <p14:creationId xmlns:p14="http://schemas.microsoft.com/office/powerpoint/2010/main" val="1194116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a:t>Mức cô lập 1-2</a:t>
            </a:r>
          </a:p>
          <a:p>
            <a:pPr marL="171450" indent="-171450">
              <a:buFont typeface="Arial" panose="020B0604020202020204" pitchFamily="34" charset="0"/>
              <a:buChar char="•"/>
            </a:pPr>
            <a:r>
              <a:rPr lang="vi-VN"/>
              <a:t>Giao dịch xác định mức độ </a:t>
            </a:r>
            <a:r>
              <a:rPr lang="en-US"/>
              <a:t>cô lập </a:t>
            </a:r>
            <a:r>
              <a:rPr lang="vi-VN"/>
              <a:t>mà một giao dịch phải được </a:t>
            </a:r>
            <a:r>
              <a:rPr lang="en-US"/>
              <a:t>cô lập </a:t>
            </a:r>
            <a:r>
              <a:rPr lang="vi-VN"/>
              <a:t>từ các sửa đổi dữ liệu hoặc tài nguyên được thực hiện bởi các giao dịch khác</a:t>
            </a:r>
            <a:r>
              <a:rPr lang="en-US"/>
              <a:t>.</a:t>
            </a:r>
          </a:p>
          <a:p>
            <a:pPr marL="171450" indent="-171450">
              <a:buFont typeface="Arial" panose="020B0604020202020204" pitchFamily="34" charset="0"/>
              <a:buChar char="•"/>
            </a:pPr>
            <a:r>
              <a:rPr lang="vi-VN"/>
              <a:t>Mức độ </a:t>
            </a:r>
            <a:r>
              <a:rPr lang="en-US"/>
              <a:t>cô lập </a:t>
            </a:r>
            <a:r>
              <a:rPr lang="vi-VN"/>
              <a:t>được xác định theo những gì các tác dụng phụ đồng thời như được phép đọc bẩn</a:t>
            </a:r>
            <a:r>
              <a:rPr lang="en-US"/>
              <a:t>.</a:t>
            </a:r>
          </a:p>
          <a:p>
            <a:pPr marL="171450" indent="-171450">
              <a:buFont typeface="Arial" panose="020B0604020202020204" pitchFamily="34" charset="0"/>
              <a:buChar char="•"/>
            </a:pPr>
            <a:r>
              <a:rPr lang="vi-VN"/>
              <a:t>Khi một giao dịch thay đổi giá trị và giao dịch thứ hai đọc cùng một giá trị trước khi thay đổi ban đầu đã được cam kết hoặc </a:t>
            </a:r>
            <a:r>
              <a:rPr lang="en-US"/>
              <a:t>hoàn tác</a:t>
            </a:r>
            <a:r>
              <a:rPr lang="vi-VN"/>
              <a:t>, nó được gọi là đọc bẩn</a:t>
            </a:r>
            <a:r>
              <a:rPr lang="en-US"/>
              <a:t>.</a:t>
            </a:r>
          </a:p>
          <a:p>
            <a:pPr marL="171450" indent="-171450">
              <a:buFont typeface="Arial" panose="020B0604020202020204" pitchFamily="34" charset="0"/>
              <a:buChar char="•"/>
            </a:pPr>
            <a:r>
              <a:rPr lang="vi-VN"/>
              <a:t>Một giao dịch có được một khóa độc quyền mỗi lần trên mỗi dữ liệu mà nó sửa đổi và nó giữ khóa đó cho đến khi giao dịch hoàn tất, không phân biệt mức </a:t>
            </a:r>
            <a:r>
              <a:rPr lang="en-US"/>
              <a:t>cô lập </a:t>
            </a:r>
            <a:r>
              <a:rPr lang="vi-VN"/>
              <a:t>được đặt cho giao dịch đó</a:t>
            </a:r>
            <a:r>
              <a:rPr lang="en-US"/>
              <a:t>.</a:t>
            </a:r>
          </a:p>
          <a:p>
            <a:pPr marL="171450" indent="-171450">
              <a:buFont typeface="Arial" panose="020B0604020202020204" pitchFamily="34" charset="0"/>
              <a:buChar char="•"/>
            </a:pPr>
            <a:r>
              <a:rPr lang="vi-VN"/>
              <a:t>Một mức </a:t>
            </a:r>
            <a:r>
              <a:rPr lang="en-US"/>
              <a:t>cô lập </a:t>
            </a:r>
            <a:r>
              <a:rPr lang="vi-VN"/>
              <a:t>thấp hơn làm tăng khả năng của một số người dùng để truy cập dữ liệu cùng một lúc. Mức cô lập cao hơn làm giảm các loại hiệu ứng đồng thời mà người dùng có thể gặp phải</a:t>
            </a:r>
            <a:r>
              <a:rPr lang="en-US"/>
              <a:t>.</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16</a:t>
            </a:fld>
            <a:endParaRPr lang="en-US" dirty="0"/>
          </a:p>
        </p:txBody>
      </p:sp>
    </p:spTree>
    <p:extLst>
      <p:ext uri="{BB962C8B-B14F-4D97-AF65-F5344CB8AC3E}">
        <p14:creationId xmlns:p14="http://schemas.microsoft.com/office/powerpoint/2010/main" val="16034921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Mức cô lập 2-2</a:t>
            </a:r>
          </a:p>
          <a:p>
            <a:pPr marL="171450" indent="-171450">
              <a:buFont typeface="Arial" panose="020B0604020202020204" pitchFamily="34" charset="0"/>
              <a:buChar char="•"/>
            </a:pPr>
            <a:r>
              <a:rPr lang="vi-VN"/>
              <a:t>Bảng sau liệt kê các hiệu ứng đồng thời được </a:t>
            </a:r>
            <a:r>
              <a:rPr lang="en-US"/>
              <a:t>cho </a:t>
            </a:r>
            <a:r>
              <a:rPr lang="vi-VN"/>
              <a:t>phép bởi các mức </a:t>
            </a:r>
            <a:r>
              <a:rPr lang="en-US"/>
              <a:t>cô lập </a:t>
            </a:r>
            <a:r>
              <a:rPr lang="vi-VN"/>
              <a:t>khác nhau</a:t>
            </a:r>
            <a:r>
              <a:rPr lang="en-US"/>
              <a:t>:</a:t>
            </a:r>
          </a:p>
        </p:txBody>
      </p:sp>
      <p:sp>
        <p:nvSpPr>
          <p:cNvPr id="4" name="Slide Number Placeholder 3"/>
          <p:cNvSpPr>
            <a:spLocks noGrp="1"/>
          </p:cNvSpPr>
          <p:nvPr>
            <p:ph type="sldNum" sz="quarter" idx="5"/>
          </p:nvPr>
        </p:nvSpPr>
        <p:spPr/>
        <p:txBody>
          <a:bodyPr/>
          <a:lstStyle/>
          <a:p>
            <a:fld id="{1F3D62EB-6714-43B5-9423-52F5EDC25A6A}" type="slidenum">
              <a:rPr lang="en-US" smtClean="0"/>
              <a:t>17</a:t>
            </a:fld>
            <a:endParaRPr lang="en-US"/>
          </a:p>
        </p:txBody>
      </p:sp>
    </p:spTree>
    <p:extLst>
      <p:ext uri="{BB962C8B-B14F-4D97-AF65-F5344CB8AC3E}">
        <p14:creationId xmlns:p14="http://schemas.microsoft.com/office/powerpoint/2010/main" val="5391417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Phạm vi và các loại khóa khác nhau 1-5</a:t>
            </a:r>
          </a:p>
          <a:p>
            <a:pPr marL="171450" indent="-171450">
              <a:buFont typeface="Arial" panose="020B0604020202020204" pitchFamily="34" charset="0"/>
              <a:buChar char="•"/>
            </a:pPr>
            <a:r>
              <a:rPr lang="vi-VN" b="0"/>
              <a:t>SQL Server Database Engine khóa các tài nguyên sử dụng các chế độ khóa khác nhau, xác định các tài nguyên có thể truy cập được đối với các giao dịch đồng thời</a:t>
            </a:r>
            <a:r>
              <a:rPr lang="en-US" b="0"/>
              <a:t>.</a:t>
            </a:r>
          </a:p>
        </p:txBody>
      </p:sp>
      <p:sp>
        <p:nvSpPr>
          <p:cNvPr id="4" name="Slide Number Placeholder 3"/>
          <p:cNvSpPr>
            <a:spLocks noGrp="1"/>
          </p:cNvSpPr>
          <p:nvPr>
            <p:ph type="sldNum" sz="quarter" idx="5"/>
          </p:nvPr>
        </p:nvSpPr>
        <p:spPr/>
        <p:txBody>
          <a:bodyPr/>
          <a:lstStyle/>
          <a:p>
            <a:fld id="{1F3D62EB-6714-43B5-9423-52F5EDC25A6A}" type="slidenum">
              <a:rPr lang="en-US" smtClean="0"/>
              <a:t>18</a:t>
            </a:fld>
            <a:endParaRPr lang="en-US"/>
          </a:p>
        </p:txBody>
      </p:sp>
    </p:spTree>
    <p:extLst>
      <p:ext uri="{BB962C8B-B14F-4D97-AF65-F5344CB8AC3E}">
        <p14:creationId xmlns:p14="http://schemas.microsoft.com/office/powerpoint/2010/main" val="12654466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Phạm vi và các loại khóa khác nhau 2-5</a:t>
            </a:r>
          </a:p>
          <a:p>
            <a:pPr marL="171450" indent="-171450">
              <a:buFont typeface="Arial" panose="020B0604020202020204" pitchFamily="34" charset="0"/>
              <a:buChar char="•"/>
            </a:pPr>
            <a:r>
              <a:rPr lang="vi-VN"/>
              <a:t>Các loại khóa khác nhau như sau</a:t>
            </a:r>
            <a:r>
              <a:rPr lang="en-US"/>
              <a:t>:</a:t>
            </a:r>
          </a:p>
          <a:p>
            <a:pPr marL="628650" lvl="1" indent="-171450">
              <a:buFont typeface="Arial" panose="020B0604020202020204" pitchFamily="34" charset="0"/>
              <a:buChar char="•"/>
            </a:pPr>
            <a:r>
              <a:rPr lang="en-US" b="1"/>
              <a:t>Khóa cập nhật</a:t>
            </a:r>
            <a:r>
              <a:rPr lang="en-US"/>
              <a:t>:</a:t>
            </a:r>
          </a:p>
          <a:p>
            <a:pPr marL="1085850" lvl="2" indent="-171450">
              <a:buFont typeface="Arial" panose="020B0604020202020204" pitchFamily="34" charset="0"/>
              <a:buChar char="•"/>
            </a:pPr>
            <a:r>
              <a:rPr lang="vi-VN"/>
              <a:t>Tránh các hình thức bế tắc phổ biến</a:t>
            </a:r>
          </a:p>
          <a:p>
            <a:pPr marL="1085850" lvl="2" indent="-171450">
              <a:buFont typeface="Arial" panose="020B0604020202020204" pitchFamily="34" charset="0"/>
              <a:buChar char="•"/>
            </a:pPr>
            <a:r>
              <a:rPr lang="vi-VN"/>
              <a:t>Khi </a:t>
            </a:r>
            <a:r>
              <a:rPr lang="en-US"/>
              <a:t>2</a:t>
            </a:r>
            <a:r>
              <a:rPr lang="vi-VN"/>
              <a:t> giao dịch có được khóa chia sẻ trên tài nguyên và cố gắng cập nhật dữ liệu cùng một lúc, cùng một giao dịch </a:t>
            </a:r>
            <a:r>
              <a:rPr lang="en-US"/>
              <a:t>sẽ</a:t>
            </a:r>
            <a:r>
              <a:rPr lang="vi-VN"/>
              <a:t> cố gắng chuyển đổi khóa thành một khóa độc quyền</a:t>
            </a:r>
          </a:p>
          <a:p>
            <a:pPr marL="1085850" lvl="2" indent="-171450">
              <a:buFont typeface="Arial" panose="020B0604020202020204" pitchFamily="34" charset="0"/>
              <a:buChar char="•"/>
            </a:pPr>
            <a:r>
              <a:rPr lang="vi-VN"/>
              <a:t>Chỉ có một giao dịch có thể có được </a:t>
            </a:r>
            <a:r>
              <a:rPr lang="en-US"/>
              <a:t>1</a:t>
            </a:r>
            <a:r>
              <a:rPr lang="vi-VN"/>
              <a:t> khóa cập nhật cho một tài nguyên tại một thời điểm</a:t>
            </a:r>
          </a:p>
          <a:p>
            <a:pPr marL="1085850" lvl="2" indent="-171450">
              <a:buFont typeface="Arial" panose="020B0604020202020204" pitchFamily="34" charset="0"/>
              <a:buChar char="•"/>
            </a:pPr>
            <a:r>
              <a:rPr lang="vi-VN"/>
              <a:t>Khi giao dịch sửa đổi tài nguyên, thì khóa cập nhật được chuyển đổi thành một khóa độc quyền</a:t>
            </a:r>
            <a:endParaRPr lang="en-US" i="1"/>
          </a:p>
        </p:txBody>
      </p:sp>
      <p:sp>
        <p:nvSpPr>
          <p:cNvPr id="4" name="Slide Number Placeholder 3"/>
          <p:cNvSpPr>
            <a:spLocks noGrp="1"/>
          </p:cNvSpPr>
          <p:nvPr>
            <p:ph type="sldNum" sz="quarter" idx="5"/>
          </p:nvPr>
        </p:nvSpPr>
        <p:spPr/>
        <p:txBody>
          <a:bodyPr/>
          <a:lstStyle/>
          <a:p>
            <a:fld id="{1F3D62EB-6714-43B5-9423-52F5EDC25A6A}" type="slidenum">
              <a:rPr lang="en-US" smtClean="0"/>
              <a:t>19</a:t>
            </a:fld>
            <a:endParaRPr lang="en-US"/>
          </a:p>
        </p:txBody>
      </p:sp>
    </p:spTree>
    <p:extLst>
      <p:ext uri="{BB962C8B-B14F-4D97-AF65-F5344CB8AC3E}">
        <p14:creationId xmlns:p14="http://schemas.microsoft.com/office/powerpoint/2010/main" val="843163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Phạm vi và các loại khóa khác nhau 3-5</a:t>
            </a:r>
          </a:p>
          <a:p>
            <a:pPr marL="171450" indent="-171450">
              <a:buFont typeface="Arial" panose="020B0604020202020204" pitchFamily="34" charset="0"/>
              <a:buChar char="•"/>
            </a:pPr>
            <a:r>
              <a:rPr lang="en-US" b="1"/>
              <a:t>Khóa chia sẽ</a:t>
            </a:r>
            <a:r>
              <a:rPr lang="en-US"/>
              <a:t>:</a:t>
            </a:r>
          </a:p>
          <a:p>
            <a:pPr marL="628650" lvl="1" indent="-171450">
              <a:buFont typeface="Arial" panose="020B0604020202020204" pitchFamily="34" charset="0"/>
              <a:buChar char="•"/>
            </a:pPr>
            <a:r>
              <a:rPr lang="vi-VN"/>
              <a:t>Cho phép các giao dịch song song để đọc </a:t>
            </a:r>
            <a:r>
              <a:rPr lang="en-US"/>
              <a:t>một</a:t>
            </a:r>
            <a:r>
              <a:rPr lang="vi-VN"/>
              <a:t> tài nguyên trong kiểm soát đồng thời</a:t>
            </a:r>
          </a:p>
          <a:p>
            <a:pPr marL="628650" lvl="1" indent="-171450">
              <a:buFont typeface="Arial" panose="020B0604020202020204" pitchFamily="34" charset="0"/>
              <a:buChar char="•"/>
            </a:pPr>
            <a:r>
              <a:rPr lang="vi-VN"/>
              <a:t>Giao dịch có thể thay đổi dữ liệu trong khi khóa được chia sẻ tồn tại trên tài nguyên</a:t>
            </a:r>
          </a:p>
          <a:p>
            <a:pPr marL="628650" lvl="1" indent="-171450">
              <a:buFont typeface="Arial" panose="020B0604020202020204" pitchFamily="34" charset="0"/>
              <a:buChar char="•"/>
            </a:pPr>
            <a:r>
              <a:rPr lang="vi-VN"/>
              <a:t>Khóa chia sẻ được phát hành trên một tài nguyên sau khi hoạt động đọc được hoàn thành</a:t>
            </a:r>
            <a:endParaRPr lang="en-US"/>
          </a:p>
          <a:p>
            <a:pPr marL="171450" lvl="0" indent="-171450">
              <a:buFont typeface="Arial" panose="020B0604020202020204" pitchFamily="34" charset="0"/>
              <a:buChar char="•"/>
            </a:pPr>
            <a:r>
              <a:rPr lang="en-US" b="1"/>
              <a:t>Khóa độc quyền</a:t>
            </a:r>
            <a:r>
              <a:rPr lang="en-US"/>
              <a:t>:</a:t>
            </a:r>
          </a:p>
          <a:p>
            <a:pPr marL="628650" lvl="1" indent="-171450">
              <a:buFont typeface="Arial" panose="020B0604020202020204" pitchFamily="34" charset="0"/>
              <a:buChar char="•"/>
            </a:pPr>
            <a:r>
              <a:rPr lang="vi-VN"/>
              <a:t>Các khóa này ngăn chặn truy cập vào các tài nguyên bằng các giao dịch đồng thời.</a:t>
            </a:r>
          </a:p>
          <a:p>
            <a:pPr marL="628650" lvl="1" indent="-171450">
              <a:buFont typeface="Arial" panose="020B0604020202020204" pitchFamily="34" charset="0"/>
              <a:buChar char="•"/>
            </a:pPr>
            <a:r>
              <a:rPr lang="vi-VN"/>
              <a:t>Bằng cách sử dụng một khóa độc quyền, không có giao dịch nào khác có thể thay đổi dữ liệu</a:t>
            </a:r>
            <a:r>
              <a:rPr lang="en-US"/>
              <a:t> </a:t>
            </a:r>
            <a:r>
              <a:rPr lang="vi-VN"/>
              <a:t>và các hoạt động</a:t>
            </a:r>
            <a:r>
              <a:rPr lang="en-US"/>
              <a:t> </a:t>
            </a:r>
            <a:r>
              <a:rPr lang="vi-VN"/>
              <a:t>đọc chỉ diễn ra thông qua mức độ cách ly không được cam kết hoặc gợi ý NOLOCK.</a:t>
            </a:r>
          </a:p>
          <a:p>
            <a:pPr marL="628650" lvl="1" indent="-171450">
              <a:buFont typeface="Arial" panose="020B0604020202020204" pitchFamily="34" charset="0"/>
              <a:buChar char="•"/>
            </a:pPr>
            <a:r>
              <a:rPr lang="en-US"/>
              <a:t>C</a:t>
            </a:r>
            <a:r>
              <a:rPr lang="vi-VN"/>
              <a:t>ác câu lệnh DML thường yêu cầu cả khóa độc quyền và </a:t>
            </a:r>
            <a:r>
              <a:rPr lang="en-US"/>
              <a:t>khóa </a:t>
            </a:r>
            <a:r>
              <a:rPr lang="vi-VN"/>
              <a:t>chia sẻ</a:t>
            </a:r>
            <a:r>
              <a:rPr lang="en-US"/>
              <a:t>.</a:t>
            </a:r>
          </a:p>
        </p:txBody>
      </p:sp>
      <p:sp>
        <p:nvSpPr>
          <p:cNvPr id="4" name="Slide Number Placeholder 3"/>
          <p:cNvSpPr>
            <a:spLocks noGrp="1"/>
          </p:cNvSpPr>
          <p:nvPr>
            <p:ph type="sldNum" sz="quarter" idx="5"/>
          </p:nvPr>
        </p:nvSpPr>
        <p:spPr/>
        <p:txBody>
          <a:bodyPr/>
          <a:lstStyle/>
          <a:p>
            <a:fld id="{1F3D62EB-6714-43B5-9423-52F5EDC25A6A}" type="slidenum">
              <a:rPr lang="en-US" smtClean="0"/>
              <a:t>20</a:t>
            </a:fld>
            <a:endParaRPr lang="en-US"/>
          </a:p>
        </p:txBody>
      </p:sp>
    </p:spTree>
    <p:extLst>
      <p:ext uri="{BB962C8B-B14F-4D97-AF65-F5344CB8AC3E}">
        <p14:creationId xmlns:p14="http://schemas.microsoft.com/office/powerpoint/2010/main" val="30870093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Phạm vi và các loại khóa khác nhau 4-5</a:t>
            </a:r>
          </a:p>
          <a:p>
            <a:pPr marL="171450" indent="-171450">
              <a:buFont typeface="Arial" panose="020B0604020202020204" pitchFamily="34" charset="0"/>
              <a:buChar char="•"/>
            </a:pPr>
            <a:r>
              <a:rPr lang="en-US" b="1"/>
              <a:t>Khóa ý định</a:t>
            </a:r>
            <a:r>
              <a:rPr lang="en-US"/>
              <a:t>:</a:t>
            </a:r>
          </a:p>
          <a:p>
            <a:pPr marL="628650" lvl="1" indent="-171450">
              <a:buFont typeface="Arial" panose="020B0604020202020204" pitchFamily="34" charset="0"/>
              <a:buChar char="•"/>
            </a:pPr>
            <a:r>
              <a:rPr lang="vi-VN"/>
              <a:t>Để ngăn chặn các giao dịch khác thay đổi tài nguyên cấp cao hơn theo cách sẽ làm mất hiệu lực khóa ở cấp thấp hơn.</a:t>
            </a:r>
          </a:p>
          <a:p>
            <a:pPr marL="628650" lvl="1" indent="-171450">
              <a:buFont typeface="Arial" panose="020B0604020202020204" pitchFamily="34" charset="0"/>
              <a:buChar char="•"/>
            </a:pPr>
            <a:r>
              <a:rPr lang="vi-VN"/>
              <a:t>Để cải thiện hiệu quả của công cụ cơ sở dữ liệu </a:t>
            </a:r>
            <a:r>
              <a:rPr lang="en-US"/>
              <a:t>cho việc </a:t>
            </a:r>
            <a:r>
              <a:rPr lang="vi-VN"/>
              <a:t>xác định xung đột khóa đó ở mức độ chi tiết cao hơn</a:t>
            </a:r>
            <a:r>
              <a:rPr lang="en-US"/>
              <a:t>.</a:t>
            </a:r>
          </a:p>
        </p:txBody>
      </p:sp>
      <p:sp>
        <p:nvSpPr>
          <p:cNvPr id="4" name="Slide Number Placeholder 3"/>
          <p:cNvSpPr>
            <a:spLocks noGrp="1"/>
          </p:cNvSpPr>
          <p:nvPr>
            <p:ph type="sldNum" sz="quarter" idx="5"/>
          </p:nvPr>
        </p:nvSpPr>
        <p:spPr/>
        <p:txBody>
          <a:bodyPr/>
          <a:lstStyle/>
          <a:p>
            <a:fld id="{1F3D62EB-6714-43B5-9423-52F5EDC25A6A}" type="slidenum">
              <a:rPr lang="en-US" smtClean="0"/>
              <a:t>21</a:t>
            </a:fld>
            <a:endParaRPr lang="en-US"/>
          </a:p>
        </p:txBody>
      </p:sp>
    </p:spTree>
    <p:extLst>
      <p:ext uri="{BB962C8B-B14F-4D97-AF65-F5344CB8AC3E}">
        <p14:creationId xmlns:p14="http://schemas.microsoft.com/office/powerpoint/2010/main" val="28997477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Phạm vi và các loại khóa khác nhau 5-5</a:t>
            </a:r>
          </a:p>
          <a:p>
            <a:pPr marL="171450" indent="-171450">
              <a:buFont typeface="Arial" panose="020B0604020202020204" pitchFamily="34" charset="0"/>
              <a:buChar char="•"/>
            </a:pPr>
            <a:r>
              <a:rPr lang="vi-VN" b="1"/>
              <a:t>Khóa cập nhật số lượng lớn</a:t>
            </a:r>
            <a:endParaRPr lang="en-US" b="1"/>
          </a:p>
          <a:p>
            <a:pPr marL="628650" lvl="1" indent="-171450">
              <a:buFont typeface="Arial" panose="020B0604020202020204" pitchFamily="34" charset="0"/>
              <a:buChar char="•"/>
            </a:pPr>
            <a:r>
              <a:rPr lang="vi-VN"/>
              <a:t>Khóa cập nhật số lượng lớn được sử dụng bởi công cụ cơ sở dữ liệu. Các khóa này được sử dụng khi một lượng lớn dữ liệu được sao chép vào một bảng.</a:t>
            </a:r>
            <a:r>
              <a:rPr lang="en-US"/>
              <a:t> </a:t>
            </a:r>
          </a:p>
          <a:p>
            <a:pPr marL="628650" lvl="1" indent="-171450">
              <a:buFont typeface="Arial" panose="020B0604020202020204" pitchFamily="34" charset="0"/>
              <a:buChar char="•"/>
            </a:pPr>
            <a:r>
              <a:rPr lang="vi-VN"/>
              <a:t>Những khóa này cho phép nhiều luồng tải dữ liệu số lượng lớn liên tục trong cùng một bảng</a:t>
            </a:r>
            <a:r>
              <a:rPr lang="en-US"/>
              <a:t>.</a:t>
            </a:r>
          </a:p>
          <a:p>
            <a:pPr marL="171450" lvl="0" indent="-171450">
              <a:buFont typeface="Arial" panose="020B0604020202020204" pitchFamily="34" charset="0"/>
              <a:buChar char="•"/>
            </a:pPr>
            <a:r>
              <a:rPr lang="en-US" b="1"/>
              <a:t>Khóa l</a:t>
            </a:r>
            <a:r>
              <a:rPr lang="vi-VN" b="1"/>
              <a:t>ược đồ</a:t>
            </a:r>
            <a:endParaRPr lang="en-US" b="1"/>
          </a:p>
          <a:p>
            <a:pPr marL="628650" lvl="1" indent="-171450">
              <a:buFont typeface="Arial" panose="020B0604020202020204" pitchFamily="34" charset="0"/>
              <a:buChar char="•"/>
            </a:pPr>
            <a:r>
              <a:rPr lang="vi-VN"/>
              <a:t>Khóa sửa đổi lược đồ được sử dụng bởi công cụ cơ sở dữ liệu trong khi thực hiện thao tác DDL bảng như </a:t>
            </a:r>
            <a:r>
              <a:rPr lang="en-US"/>
              <a:t>xóa</a:t>
            </a:r>
            <a:r>
              <a:rPr lang="vi-VN"/>
              <a:t> một bảng hoặc một cột.</a:t>
            </a:r>
          </a:p>
          <a:p>
            <a:pPr marL="628650" lvl="1" indent="-171450">
              <a:buFont typeface="Arial" panose="020B0604020202020204" pitchFamily="34" charset="0"/>
              <a:buChar char="•"/>
            </a:pPr>
            <a:r>
              <a:rPr lang="vi-VN"/>
              <a:t>Khóa ổn định lược đồ được sử dụng bởi công cụ cơ sở dữ liệu trong khi biên dịch và thực thi các truy vấn</a:t>
            </a:r>
            <a:r>
              <a:rPr lang="en-US"/>
              <a:t>.</a:t>
            </a:r>
          </a:p>
          <a:p>
            <a:pPr marL="171450" lvl="0" indent="-171450">
              <a:buFont typeface="Arial" panose="020B0604020202020204" pitchFamily="34" charset="0"/>
              <a:buChar char="•"/>
            </a:pPr>
            <a:r>
              <a:rPr lang="en-US" b="1"/>
              <a:t>Khóa phạm vi khóa </a:t>
            </a:r>
          </a:p>
          <a:p>
            <a:pPr marL="628650" lvl="1" indent="-171450">
              <a:buFont typeface="Arial" panose="020B0604020202020204" pitchFamily="34" charset="0"/>
              <a:buChar char="•"/>
            </a:pPr>
            <a:r>
              <a:rPr lang="en-US"/>
              <a:t>Những loại khóa này bảo vệ một tập hợp các hàng ngầm hiện tại trong một recordset.</a:t>
            </a:r>
          </a:p>
          <a:p>
            <a:pPr marL="628650" lvl="1" indent="-171450">
              <a:buFont typeface="Arial" panose="020B0604020202020204" pitchFamily="34" charset="0"/>
              <a:buChar char="•"/>
            </a:pPr>
            <a:r>
              <a:rPr lang="en-US"/>
              <a:t>Khóa phạm vi khóa ngăn chặn đọc Phantom (</a:t>
            </a:r>
            <a:r>
              <a:rPr lang="vi-VN"/>
              <a:t>khi một người dùng đang lặp lại thao tác đọc trên cùng một bản ghi</a:t>
            </a:r>
            <a:r>
              <a:rPr lang="en-US"/>
              <a:t>)</a:t>
            </a:r>
          </a:p>
        </p:txBody>
      </p:sp>
      <p:sp>
        <p:nvSpPr>
          <p:cNvPr id="4" name="Slide Number Placeholder 3"/>
          <p:cNvSpPr>
            <a:spLocks noGrp="1"/>
          </p:cNvSpPr>
          <p:nvPr>
            <p:ph type="sldNum" sz="quarter" idx="5"/>
          </p:nvPr>
        </p:nvSpPr>
        <p:spPr/>
        <p:txBody>
          <a:bodyPr/>
          <a:lstStyle/>
          <a:p>
            <a:fld id="{1F3D62EB-6714-43B5-9423-52F5EDC25A6A}" type="slidenum">
              <a:rPr lang="en-US" smtClean="0"/>
              <a:t>22</a:t>
            </a:fld>
            <a:endParaRPr lang="en-US"/>
          </a:p>
        </p:txBody>
      </p:sp>
    </p:spTree>
    <p:extLst>
      <p:ext uri="{BB962C8B-B14F-4D97-AF65-F5344CB8AC3E}">
        <p14:creationId xmlns:p14="http://schemas.microsoft.com/office/powerpoint/2010/main" val="10424343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Quản lý giao dịch</a:t>
            </a:r>
          </a:p>
          <a:p>
            <a:pPr marL="171450" indent="-171450">
              <a:buFont typeface="Arial" panose="020B0604020202020204" pitchFamily="34" charset="0"/>
              <a:buChar char="•"/>
            </a:pPr>
            <a:r>
              <a:rPr lang="en-US" b="0"/>
              <a:t>Máy chủ SQL thực hiện một số cấp độ cô lập giao dịch để đảm bảo các thuộc tính </a:t>
            </a:r>
            <a:r>
              <a:rPr lang="en-US" sz="1200">
                <a:latin typeface="Calibri" pitchFamily="34" charset="0"/>
                <a:cs typeface="Calibri" pitchFamily="34" charset="0"/>
              </a:rPr>
              <a:t>ACID </a:t>
            </a:r>
            <a:r>
              <a:rPr lang="en-US" sz="1200" b="0">
                <a:latin typeface="Calibri" pitchFamily="34" charset="0"/>
                <a:cs typeface="Calibri" pitchFamily="34" charset="0"/>
              </a:rPr>
              <a:t>(</a:t>
            </a:r>
            <a:r>
              <a:rPr lang="en-US" b="0"/>
              <a:t>Atomicity, Consistency, Isolation and Durability - Tính nguyên tử, nhất quán, cô lập và độ bền) của các giao dịch này.</a:t>
            </a:r>
          </a:p>
          <a:p>
            <a:pPr marL="171450" indent="-171450">
              <a:buFont typeface="Arial" panose="020B0604020202020204" pitchFamily="34" charset="0"/>
              <a:buChar char="•"/>
            </a:pPr>
            <a:r>
              <a:rPr lang="vi-VN" b="0"/>
              <a:t>Trong thực tế, điều đó có nghĩa là nó sử dụng </a:t>
            </a:r>
            <a:r>
              <a:rPr lang="en-US" b="0"/>
              <a:t>các </a:t>
            </a:r>
            <a:r>
              <a:rPr lang="vi-VN" b="0"/>
              <a:t>khóa để tạo điều kiện tiếp cận giao dịch với các tài nguyên cơ sở dữ liệu được chia sẻ và cũng ngăn chặn sự can thiệp giữa các giao dịch</a:t>
            </a:r>
            <a:r>
              <a:rPr lang="en-US" b="0"/>
              <a:t>.</a:t>
            </a:r>
          </a:p>
        </p:txBody>
      </p:sp>
      <p:sp>
        <p:nvSpPr>
          <p:cNvPr id="4" name="Slide Number Placeholder 3"/>
          <p:cNvSpPr>
            <a:spLocks noGrp="1"/>
          </p:cNvSpPr>
          <p:nvPr>
            <p:ph type="sldNum" sz="quarter" idx="5"/>
          </p:nvPr>
        </p:nvSpPr>
        <p:spPr/>
        <p:txBody>
          <a:bodyPr/>
          <a:lstStyle/>
          <a:p>
            <a:fld id="{1F3D62EB-6714-43B5-9423-52F5EDC25A6A}" type="slidenum">
              <a:rPr lang="en-US" smtClean="0"/>
              <a:t>23</a:t>
            </a:fld>
            <a:endParaRPr lang="en-US"/>
          </a:p>
        </p:txBody>
      </p:sp>
    </p:spTree>
    <p:extLst>
      <p:ext uri="{BB962C8B-B14F-4D97-AF65-F5344CB8AC3E}">
        <p14:creationId xmlns:p14="http://schemas.microsoft.com/office/powerpoint/2010/main" val="32325452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Nhật ký giao dịch 1-2</a:t>
            </a:r>
          </a:p>
          <a:p>
            <a:pPr marL="171450" indent="-171450">
              <a:buFont typeface="Arial" panose="020B0604020202020204" pitchFamily="34" charset="0"/>
              <a:buChar char="•"/>
            </a:pPr>
            <a:r>
              <a:rPr lang="vi-VN" b="0"/>
              <a:t>Nhật ký giao dịch là một thành phần quan trọng của cơ sở dữ liệu và nếu xảy ra lỗi hệ thống, nhật ký giao dịch sẽ được yêu cầu để đưa cơ sở dữ liệu đến một dữ liệu nhất quán.</a:t>
            </a:r>
          </a:p>
          <a:p>
            <a:pPr marL="171450" indent="-171450">
              <a:buFont typeface="Arial" panose="020B0604020202020204" pitchFamily="34" charset="0"/>
              <a:buChar char="•"/>
            </a:pPr>
            <a:r>
              <a:rPr lang="vi-VN" b="0"/>
              <a:t>Nhật ký giao dịch không nên được di chuyển hoặc xóa cho đến khi người dùng hiểu hậu quả của việc thực hiện nó.</a:t>
            </a:r>
            <a:endParaRPr lang="en-US" b="0"/>
          </a:p>
          <a:p>
            <a:pPr marL="171450" indent="-171450">
              <a:buFont typeface="Arial" panose="020B0604020202020204" pitchFamily="34" charset="0"/>
              <a:buChar char="•"/>
            </a:pPr>
            <a:r>
              <a:rPr lang="vi-VN" b="0"/>
              <a:t>Các hoạt động được hỗ trợ bởi nhật ký giao dịch như sau:</a:t>
            </a:r>
            <a:endParaRPr lang="en-US" b="0"/>
          </a:p>
          <a:p>
            <a:pPr marL="628650" lvl="1" indent="-171450">
              <a:buFont typeface="Arial" panose="020B0604020202020204" pitchFamily="34" charset="0"/>
              <a:buChar char="•"/>
            </a:pPr>
            <a:r>
              <a:rPr lang="vi-VN" b="0"/>
              <a:t>Phục hồi giao dịch cá nhân</a:t>
            </a:r>
          </a:p>
          <a:p>
            <a:pPr marL="628650" lvl="1" indent="-171450">
              <a:buFont typeface="Arial" panose="020B0604020202020204" pitchFamily="34" charset="0"/>
              <a:buChar char="•"/>
            </a:pPr>
            <a:r>
              <a:rPr lang="vi-VN" b="0"/>
              <a:t>Phục hồi giao dịch không đầy đủ Khi SQL Server bắt đầu</a:t>
            </a:r>
          </a:p>
          <a:p>
            <a:pPr marL="628650" lvl="1" indent="-171450">
              <a:buFont typeface="Arial" panose="020B0604020202020204" pitchFamily="34" charset="0"/>
              <a:buChar char="•"/>
            </a:pPr>
            <a:r>
              <a:rPr lang="vi-VN" b="0"/>
              <a:t>Hỗ trợ sao chép giao dịch</a:t>
            </a:r>
          </a:p>
          <a:p>
            <a:pPr marL="628650" lvl="1" indent="-171450">
              <a:buFont typeface="Arial" panose="020B0604020202020204" pitchFamily="34" charset="0"/>
              <a:buChar char="•"/>
            </a:pPr>
            <a:r>
              <a:rPr lang="vi-VN" b="0"/>
              <a:t>Giải pháp khắc phục thảm họa và hỗ trợ sẵn có cao</a:t>
            </a:r>
          </a:p>
          <a:p>
            <a:pPr marL="628650" lvl="1" indent="-171450">
              <a:buFont typeface="Arial" panose="020B0604020202020204" pitchFamily="34" charset="0"/>
              <a:buChar char="•"/>
            </a:pPr>
            <a:r>
              <a:rPr lang="en-US" b="0"/>
              <a:t>Hoàn tác</a:t>
            </a:r>
            <a:r>
              <a:rPr lang="vi-VN" b="0"/>
              <a:t> lại một t</a:t>
            </a:r>
            <a:r>
              <a:rPr lang="en-US" b="0"/>
              <a:t>ậ</a:t>
            </a:r>
            <a:r>
              <a:rPr lang="vi-VN" b="0"/>
              <a:t>p</a:t>
            </a:r>
            <a:r>
              <a:rPr lang="en-US" b="0"/>
              <a:t> tin</a:t>
            </a:r>
            <a:r>
              <a:rPr lang="vi-VN" b="0"/>
              <a:t>, khôi phục</a:t>
            </a:r>
            <a:r>
              <a:rPr lang="en-US" b="0"/>
              <a:t> </a:t>
            </a:r>
            <a:r>
              <a:rPr lang="vi-VN" b="0"/>
              <a:t>cơ sở dữ liệu, nhóm file hoặc trang chuyển tiếp đến điểm thất bại</a:t>
            </a:r>
            <a:endParaRPr lang="en-US" b="0"/>
          </a:p>
        </p:txBody>
      </p:sp>
      <p:sp>
        <p:nvSpPr>
          <p:cNvPr id="4" name="Slide Number Placeholder 3"/>
          <p:cNvSpPr>
            <a:spLocks noGrp="1"/>
          </p:cNvSpPr>
          <p:nvPr>
            <p:ph type="sldNum" sz="quarter" idx="5"/>
          </p:nvPr>
        </p:nvSpPr>
        <p:spPr/>
        <p:txBody>
          <a:bodyPr/>
          <a:lstStyle/>
          <a:p>
            <a:fld id="{1F3D62EB-6714-43B5-9423-52F5EDC25A6A}" type="slidenum">
              <a:rPr lang="en-US" smtClean="0"/>
              <a:t>24</a:t>
            </a:fld>
            <a:endParaRPr lang="en-US"/>
          </a:p>
        </p:txBody>
      </p:sp>
    </p:spTree>
    <p:extLst>
      <p:ext uri="{BB962C8B-B14F-4D97-AF65-F5344CB8AC3E}">
        <p14:creationId xmlns:p14="http://schemas.microsoft.com/office/powerpoint/2010/main" val="1932593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Nhật ký giao dịch 2-2</a:t>
            </a:r>
          </a:p>
        </p:txBody>
      </p:sp>
      <p:sp>
        <p:nvSpPr>
          <p:cNvPr id="4" name="Slide Number Placeholder 3"/>
          <p:cNvSpPr>
            <a:spLocks noGrp="1"/>
          </p:cNvSpPr>
          <p:nvPr>
            <p:ph type="sldNum" sz="quarter" idx="5"/>
          </p:nvPr>
        </p:nvSpPr>
        <p:spPr/>
        <p:txBody>
          <a:bodyPr/>
          <a:lstStyle/>
          <a:p>
            <a:fld id="{1F3D62EB-6714-43B5-9423-52F5EDC25A6A}" type="slidenum">
              <a:rPr lang="en-US" smtClean="0"/>
              <a:t>25</a:t>
            </a:fld>
            <a:endParaRPr lang="en-US"/>
          </a:p>
        </p:txBody>
      </p:sp>
    </p:spTree>
    <p:extLst>
      <p:ext uri="{BB962C8B-B14F-4D97-AF65-F5344CB8AC3E}">
        <p14:creationId xmlns:p14="http://schemas.microsoft.com/office/powerpoint/2010/main" val="42815256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Tóm lược</a:t>
            </a:r>
            <a:endParaRPr lang="en-US" b="1"/>
          </a:p>
          <a:p>
            <a:pPr marL="171450" indent="-171450">
              <a:buFont typeface="Arial" panose="020B0604020202020204" pitchFamily="34" charset="0"/>
              <a:buChar char="•"/>
            </a:pPr>
            <a:r>
              <a:rPr lang="vi-VN" b="0"/>
              <a:t>Một giao dịch là một chuỗi các hoạt động </a:t>
            </a:r>
            <a:r>
              <a:rPr lang="en-US" b="0"/>
              <a:t>làm việc </a:t>
            </a:r>
            <a:r>
              <a:rPr lang="vi-VN" b="0"/>
              <a:t>như một đơn vị duy nhất.</a:t>
            </a:r>
          </a:p>
          <a:p>
            <a:pPr marL="171450" indent="-171450">
              <a:buFont typeface="Arial" panose="020B0604020202020204" pitchFamily="34" charset="0"/>
              <a:buChar char="•"/>
            </a:pPr>
            <a:r>
              <a:rPr lang="vi-VN" b="1"/>
              <a:t>BEGIN TRANSACTION</a:t>
            </a:r>
            <a:r>
              <a:rPr lang="en-US" b="1"/>
              <a:t> </a:t>
            </a:r>
            <a:r>
              <a:rPr lang="vi-VN" b="0"/>
              <a:t>đánh dấu điểm bắt đầu của một giao dịch rõ ràng hoặc cục bộ.</a:t>
            </a:r>
          </a:p>
          <a:p>
            <a:pPr marL="171450" indent="-171450">
              <a:buFont typeface="Arial" panose="020B0604020202020204" pitchFamily="34" charset="0"/>
              <a:buChar char="•"/>
            </a:pPr>
            <a:r>
              <a:rPr lang="vi-VN" b="1"/>
              <a:t>COMMIT TRANSACTION</a:t>
            </a:r>
            <a:r>
              <a:rPr lang="en-US" b="1"/>
              <a:t> </a:t>
            </a:r>
            <a:r>
              <a:rPr lang="vi-VN" b="0"/>
              <a:t>đánh dấu một kết thúc của một giao dịch </a:t>
            </a:r>
            <a:r>
              <a:rPr lang="en-US" b="0"/>
              <a:t>thành</a:t>
            </a:r>
            <a:r>
              <a:rPr lang="vi-VN" b="0"/>
              <a:t> </a:t>
            </a:r>
            <a:r>
              <a:rPr lang="en-US" b="0"/>
              <a:t>công </a:t>
            </a:r>
            <a:r>
              <a:rPr lang="vi-VN" b="0"/>
              <a:t>hoặc rõ ràng.</a:t>
            </a:r>
          </a:p>
          <a:p>
            <a:pPr marL="171450" indent="-171450">
              <a:buFont typeface="Arial" panose="020B0604020202020204" pitchFamily="34" charset="0"/>
              <a:buChar char="•"/>
            </a:pPr>
            <a:r>
              <a:rPr lang="vi-VN" b="1"/>
              <a:t>ROLLBACK</a:t>
            </a:r>
            <a:r>
              <a:rPr lang="vi-VN" b="0"/>
              <a:t> với một từ khóa tùy chọn </a:t>
            </a:r>
            <a:r>
              <a:rPr lang="vi-VN" b="1"/>
              <a:t>WORK</a:t>
            </a:r>
            <a:r>
              <a:rPr lang="vi-VN" b="0"/>
              <a:t> </a:t>
            </a:r>
            <a:r>
              <a:rPr lang="en-US" b="0"/>
              <a:t>hoàn tác</a:t>
            </a:r>
            <a:r>
              <a:rPr lang="vi-VN" b="0"/>
              <a:t> lại một giao dịch được chỉ định của người dùng vào đầu giao dịch.</a:t>
            </a:r>
          </a:p>
          <a:p>
            <a:pPr marL="171450" indent="-171450">
              <a:buFont typeface="Arial" panose="020B0604020202020204" pitchFamily="34" charset="0"/>
              <a:buChar char="•"/>
            </a:pPr>
            <a:r>
              <a:rPr lang="vi-VN" b="1"/>
              <a:t>@@TRANCOUNT</a:t>
            </a:r>
            <a:r>
              <a:rPr lang="en-US" b="1"/>
              <a:t> </a:t>
            </a:r>
            <a:r>
              <a:rPr lang="vi-VN" b="0"/>
              <a:t>là một hàm hệ thống trả về một số câu lệnh </a:t>
            </a:r>
            <a:r>
              <a:rPr lang="vi-VN" b="1"/>
              <a:t>BEGIN TRANSACTION</a:t>
            </a:r>
            <a:r>
              <a:rPr lang="en-US" b="1"/>
              <a:t> </a:t>
            </a:r>
            <a:r>
              <a:rPr lang="vi-VN" b="0"/>
              <a:t>xảy ra trong kết nối hiện tại.</a:t>
            </a:r>
          </a:p>
          <a:p>
            <a:pPr marL="171450" indent="-171450">
              <a:buFont typeface="Arial" panose="020B0604020202020204" pitchFamily="34" charset="0"/>
              <a:buChar char="•"/>
            </a:pPr>
            <a:r>
              <a:rPr lang="vi-VN" b="0"/>
              <a:t>Mức độ </a:t>
            </a:r>
            <a:r>
              <a:rPr lang="en-US" b="0"/>
              <a:t>cô lập </a:t>
            </a:r>
            <a:r>
              <a:rPr lang="vi-VN" b="0"/>
              <a:t>được cung cấp bởi giao dịch để mô tả mức độ mà một giao dịch duy nhất phải được </a:t>
            </a:r>
            <a:r>
              <a:rPr lang="en-US" b="0"/>
              <a:t>cô lập </a:t>
            </a:r>
            <a:r>
              <a:rPr lang="vi-VN" b="0"/>
              <a:t>với các thay đổi được thực hiện bởi các giao dịch khác.</a:t>
            </a:r>
          </a:p>
          <a:p>
            <a:pPr marL="171450" indent="-171450">
              <a:buFont typeface="Arial" panose="020B0604020202020204" pitchFamily="34" charset="0"/>
              <a:buChar char="•"/>
            </a:pPr>
            <a:r>
              <a:rPr lang="vi-VN" b="1"/>
              <a:t>SQL Server Database Engine</a:t>
            </a:r>
            <a:r>
              <a:rPr lang="en-US" b="1"/>
              <a:t> </a:t>
            </a:r>
            <a:r>
              <a:rPr lang="vi-VN" b="0"/>
              <a:t>khóa các tài nguyên bằng các chế độ khóa khác nhau, xác định các tài nguyên có thể truy cập được đối với các giao dịch đồng thời</a:t>
            </a:r>
            <a:r>
              <a:rPr lang="en-US" b="0"/>
              <a:t>.</a:t>
            </a:r>
          </a:p>
        </p:txBody>
      </p:sp>
      <p:sp>
        <p:nvSpPr>
          <p:cNvPr id="4" name="Slide Number Placeholder 3"/>
          <p:cNvSpPr>
            <a:spLocks noGrp="1"/>
          </p:cNvSpPr>
          <p:nvPr>
            <p:ph type="sldNum" sz="quarter" idx="5"/>
          </p:nvPr>
        </p:nvSpPr>
        <p:spPr/>
        <p:txBody>
          <a:bodyPr/>
          <a:lstStyle/>
          <a:p>
            <a:fld id="{1F3D62EB-6714-43B5-9423-52F5EDC25A6A}" type="slidenum">
              <a:rPr lang="en-US" smtClean="0"/>
              <a:t>26</a:t>
            </a:fld>
            <a:endParaRPr lang="en-US"/>
          </a:p>
        </p:txBody>
      </p:sp>
    </p:spTree>
    <p:extLst>
      <p:ext uri="{BB962C8B-B14F-4D97-AF65-F5344CB8AC3E}">
        <p14:creationId xmlns:p14="http://schemas.microsoft.com/office/powerpoint/2010/main" val="839094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a:t>
            </a:fld>
            <a:endParaRPr sz="12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200" b="0" i="0">
                <a:solidFill>
                  <a:schemeClr val="bg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a:t>
            </a:fld>
            <a:endParaRPr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10/28/2021</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a:t>
            </a:fld>
            <a:endParaRPr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10/28/2021</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10/28/2021</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a:t>
            </a:fld>
            <a:endParaRPr sz="12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Slide Number Placeholder 5"/>
          <p:cNvSpPr>
            <a:spLocks noGrp="1"/>
          </p:cNvSpPr>
          <p:nvPr>
            <p:ph type="sldNum" sz="quarter" idx="10"/>
          </p:nvPr>
        </p:nvSpPr>
        <p:spPr/>
        <p:txBody>
          <a:bodyPr/>
          <a:lstStyle>
            <a:lvl1pPr>
              <a:defRPr smtClean="0">
                <a:solidFill>
                  <a:schemeClr val="tx1"/>
                </a:solidFill>
              </a:defRPr>
            </a:lvl1pPr>
          </a:lstStyle>
          <a:p>
            <a:pPr>
              <a:defRPr/>
            </a:pPr>
            <a:fld id="{00955DD6-A7F2-49FA-B365-0779B3D93175}" type="slidenum">
              <a:rPr lang="en-US"/>
              <a:pPr>
                <a:defRPr/>
              </a:pPr>
              <a:t>‹#›</a:t>
            </a:fld>
            <a:endParaRPr lang="en-US"/>
          </a:p>
        </p:txBody>
      </p:sp>
      <p:sp>
        <p:nvSpPr>
          <p:cNvPr id="9" name="Footer Placeholder 4"/>
          <p:cNvSpPr>
            <a:spLocks noGrp="1"/>
          </p:cNvSpPr>
          <p:nvPr>
            <p:ph type="ftr" sz="quarter" idx="11"/>
          </p:nvPr>
        </p:nvSpPr>
        <p:spPr/>
        <p:txBody>
          <a:bodyPr/>
          <a:lstStyle>
            <a:lvl1pPr>
              <a:defRPr smtClean="0">
                <a:solidFill>
                  <a:schemeClr val="tx1"/>
                </a:solidFill>
              </a:defRPr>
            </a:lvl1pPr>
          </a:lstStyle>
          <a:p>
            <a:pPr>
              <a:defRPr/>
            </a:pPr>
            <a:r>
              <a:rPr lang="en-US"/>
              <a:t>Transactions / Session 14 </a:t>
            </a:r>
            <a:endParaRPr lang="en-US" dirty="0"/>
          </a:p>
        </p:txBody>
      </p:sp>
      <p:sp>
        <p:nvSpPr>
          <p:cNvPr id="14" name="Footer Placeholder 4"/>
          <p:cNvSpPr txBox="1">
            <a:spLocks/>
          </p:cNvSpPr>
          <p:nvPr userDrawn="1"/>
        </p:nvSpPr>
        <p:spPr>
          <a:xfrm>
            <a:off x="0" y="6613525"/>
            <a:ext cx="3048000" cy="2444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spc="0" normalizeH="0" baseline="0" noProof="0" dirty="0">
                <a:ln>
                  <a:noFill/>
                </a:ln>
                <a:solidFill>
                  <a:schemeClr val="tx1"/>
                </a:solidFill>
                <a:effectLst/>
                <a:uLnTx/>
                <a:uFillTx/>
                <a:latin typeface="Calibri" pitchFamily="34" charset="0"/>
                <a:ea typeface="+mn-ea"/>
                <a:cs typeface="+mn-cs"/>
              </a:rPr>
              <a:t>© </a:t>
            </a:r>
            <a:r>
              <a:rPr kumimoji="0" lang="fr-FR" sz="1200" b="0" i="1" u="none" strike="noStrike" kern="1200" cap="none" spc="0" normalizeH="0" baseline="0" noProof="0" dirty="0" err="1">
                <a:ln>
                  <a:noFill/>
                </a:ln>
                <a:solidFill>
                  <a:schemeClr val="tx1"/>
                </a:solidFill>
                <a:effectLst/>
                <a:uLnTx/>
                <a:uFillTx/>
                <a:latin typeface="Calibri" pitchFamily="34" charset="0"/>
                <a:ea typeface="+mn-ea"/>
                <a:cs typeface="+mn-cs"/>
              </a:rPr>
              <a:t>Aptech</a:t>
            </a:r>
            <a:r>
              <a:rPr kumimoji="0" lang="fr-FR" sz="1200" b="0" i="1" u="none" strike="noStrike" kern="1200" cap="none" spc="0" normalizeH="0" baseline="0" noProof="0" dirty="0">
                <a:ln>
                  <a:noFill/>
                </a:ln>
                <a:solidFill>
                  <a:schemeClr val="tx1"/>
                </a:solidFill>
                <a:effectLst/>
                <a:uLnTx/>
                <a:uFillTx/>
                <a:latin typeface="Calibri" pitchFamily="34" charset="0"/>
                <a:ea typeface="+mn-ea"/>
                <a:cs typeface="+mn-cs"/>
              </a:rPr>
              <a:t> Ltd. </a:t>
            </a:r>
            <a:endParaRPr kumimoji="0" lang="en-US" sz="1200" b="0" i="1" u="none" strike="noStrike" kern="1200" cap="none" spc="0" normalizeH="0" baseline="0" noProof="0" dirty="0">
              <a:ln>
                <a:noFill/>
              </a:ln>
              <a:solidFill>
                <a:schemeClr val="tx1"/>
              </a:solidFill>
              <a:effectLst/>
              <a:uLnTx/>
              <a:uFillTx/>
              <a:latin typeface="Calibri" pitchFamily="34" charset="0"/>
              <a:ea typeface="+mn-ea"/>
              <a:cs typeface="+mn-cs"/>
            </a:endParaRPr>
          </a:p>
        </p:txBody>
      </p:sp>
    </p:spTree>
    <p:extLst>
      <p:ext uri="{BB962C8B-B14F-4D97-AF65-F5344CB8AC3E}">
        <p14:creationId xmlns:p14="http://schemas.microsoft.com/office/powerpoint/2010/main" val="2493956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0"/>
            <a:ext cx="9144000" cy="6857999"/>
          </a:xfrm>
          <a:prstGeom prst="rect">
            <a:avLst/>
          </a:prstGeom>
        </p:spPr>
      </p:pic>
      <p:sp>
        <p:nvSpPr>
          <p:cNvPr id="17" name="bg object 17"/>
          <p:cNvSpPr/>
          <p:nvPr/>
        </p:nvSpPr>
        <p:spPr>
          <a:xfrm>
            <a:off x="0" y="0"/>
            <a:ext cx="9144000" cy="762000"/>
          </a:xfrm>
          <a:custGeom>
            <a:avLst/>
            <a:gdLst/>
            <a:ahLst/>
            <a:cxnLst/>
            <a:rect l="l" t="t" r="r" b="b"/>
            <a:pathLst>
              <a:path w="9144000" h="762000">
                <a:moveTo>
                  <a:pt x="9144000" y="0"/>
                </a:moveTo>
                <a:lnTo>
                  <a:pt x="0" y="0"/>
                </a:lnTo>
                <a:lnTo>
                  <a:pt x="0" y="762000"/>
                </a:lnTo>
                <a:lnTo>
                  <a:pt x="9144000" y="762000"/>
                </a:lnTo>
                <a:lnTo>
                  <a:pt x="9144000" y="0"/>
                </a:lnTo>
                <a:close/>
              </a:path>
            </a:pathLst>
          </a:custGeom>
          <a:solidFill>
            <a:srgbClr val="964705"/>
          </a:solidFill>
        </p:spPr>
        <p:txBody>
          <a:bodyPr wrap="square" lIns="0" tIns="0" rIns="0" bIns="0" rtlCol="0"/>
          <a:lstStyle/>
          <a:p>
            <a:endParaRPr/>
          </a:p>
        </p:txBody>
      </p:sp>
      <p:sp>
        <p:nvSpPr>
          <p:cNvPr id="2" name="Holder 2"/>
          <p:cNvSpPr>
            <a:spLocks noGrp="1"/>
          </p:cNvSpPr>
          <p:nvPr>
            <p:ph type="title"/>
          </p:nvPr>
        </p:nvSpPr>
        <p:spPr>
          <a:xfrm>
            <a:off x="104266" y="110236"/>
            <a:ext cx="8935466" cy="452755"/>
          </a:xfrm>
          <a:prstGeom prst="rect">
            <a:avLst/>
          </a:prstGeom>
        </p:spPr>
        <p:txBody>
          <a:bodyPr wrap="square" lIns="0" tIns="0" rIns="0" bIns="0">
            <a:spAutoFit/>
          </a:bodyPr>
          <a:lstStyle>
            <a:lvl1pPr>
              <a:defRPr sz="28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904239" y="2594355"/>
            <a:ext cx="7132320" cy="2037714"/>
          </a:xfrm>
          <a:prstGeom prst="rect">
            <a:avLst/>
          </a:prstGeom>
        </p:spPr>
        <p:txBody>
          <a:bodyPr wrap="square" lIns="0" tIns="0" rIns="0" bIns="0">
            <a:spAutoFit/>
          </a:bodyPr>
          <a:lstStyle>
            <a:lvl1pPr>
              <a:defRPr sz="2200" b="0" i="0">
                <a:solidFill>
                  <a:schemeClr val="bg1"/>
                </a:solidFill>
                <a:latin typeface="Times New Roman"/>
                <a:cs typeface="Times New Roman"/>
              </a:defRPr>
            </a:lvl1pPr>
          </a:lstStyle>
          <a:p>
            <a:endParaRPr/>
          </a:p>
        </p:txBody>
      </p:sp>
      <p:sp>
        <p:nvSpPr>
          <p:cNvPr id="4" name="Holder 4"/>
          <p:cNvSpPr>
            <a:spLocks noGrp="1"/>
          </p:cNvSpPr>
          <p:nvPr>
            <p:ph type="ftr" sz="quarter" idx="5"/>
          </p:nvPr>
        </p:nvSpPr>
        <p:spPr>
          <a:xfrm>
            <a:off x="78739" y="6607809"/>
            <a:ext cx="892810" cy="245109"/>
          </a:xfrm>
          <a:prstGeom prst="rect">
            <a:avLst/>
          </a:prstGeom>
        </p:spPr>
        <p:txBody>
          <a:bodyPr wrap="square" lIns="0" tIns="0" rIns="0" bIns="0">
            <a:spAutoFit/>
          </a:bodyPr>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10/28/2021</a:t>
            </a:fld>
            <a:endParaRPr lang="en-US"/>
          </a:p>
        </p:txBody>
      </p:sp>
      <p:sp>
        <p:nvSpPr>
          <p:cNvPr id="6" name="Holder 6"/>
          <p:cNvSpPr>
            <a:spLocks noGrp="1"/>
          </p:cNvSpPr>
          <p:nvPr>
            <p:ph type="sldNum" sz="quarter" idx="7"/>
          </p:nvPr>
        </p:nvSpPr>
        <p:spPr>
          <a:xfrm>
            <a:off x="7857743" y="6569709"/>
            <a:ext cx="959484" cy="256540"/>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a:t>
            </a:fld>
            <a:endParaRPr sz="12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6.jpg"/><Relationship Id="rId7" Type="http://schemas.openxmlformats.org/officeDocument/2006/relationships/diagramColors" Target="../diagrams/colors1.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2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7525" y="3810000"/>
              <a:ext cx="9126855" cy="3048000"/>
            </a:xfrm>
            <a:custGeom>
              <a:avLst/>
              <a:gdLst/>
              <a:ahLst/>
              <a:cxnLst/>
              <a:rect l="l" t="t" r="r" b="b"/>
              <a:pathLst>
                <a:path w="9126855" h="3048000">
                  <a:moveTo>
                    <a:pt x="9126474" y="0"/>
                  </a:moveTo>
                  <a:lnTo>
                    <a:pt x="0" y="0"/>
                  </a:lnTo>
                  <a:lnTo>
                    <a:pt x="0" y="3047999"/>
                  </a:lnTo>
                  <a:lnTo>
                    <a:pt x="9126474" y="3048000"/>
                  </a:lnTo>
                  <a:lnTo>
                    <a:pt x="9126474" y="0"/>
                  </a:lnTo>
                  <a:close/>
                </a:path>
              </a:pathLst>
            </a:custGeom>
            <a:solidFill>
              <a:srgbClr val="DFAA85">
                <a:alpha val="66665"/>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1161288" y="0"/>
              <a:ext cx="7982711" cy="3928110"/>
            </a:xfrm>
            <a:prstGeom prst="rect">
              <a:avLst/>
            </a:prstGeom>
          </p:spPr>
        </p:pic>
        <p:pic>
          <p:nvPicPr>
            <p:cNvPr id="5" name="object 5"/>
            <p:cNvPicPr/>
            <p:nvPr/>
          </p:nvPicPr>
          <p:blipFill>
            <a:blip r:embed="rId4" cstate="print"/>
            <a:stretch>
              <a:fillRect/>
            </a:stretch>
          </p:blipFill>
          <p:spPr>
            <a:xfrm>
              <a:off x="0" y="0"/>
              <a:ext cx="2615946" cy="3932681"/>
            </a:xfrm>
            <a:prstGeom prst="rect">
              <a:avLst/>
            </a:prstGeom>
          </p:spPr>
        </p:pic>
      </p:grpSp>
      <p:sp>
        <p:nvSpPr>
          <p:cNvPr id="6" name="object 6"/>
          <p:cNvSpPr txBox="1"/>
          <p:nvPr/>
        </p:nvSpPr>
        <p:spPr>
          <a:xfrm>
            <a:off x="1617725" y="4142902"/>
            <a:ext cx="4652645" cy="1318260"/>
          </a:xfrm>
          <a:prstGeom prst="rect">
            <a:avLst/>
          </a:prstGeom>
        </p:spPr>
        <p:txBody>
          <a:bodyPr vert="horz" wrap="square" lIns="0" tIns="81915" rIns="0" bIns="0" rtlCol="0">
            <a:spAutoFit/>
          </a:bodyPr>
          <a:lstStyle/>
          <a:p>
            <a:pPr marL="12700">
              <a:lnSpc>
                <a:spcPct val="100000"/>
              </a:lnSpc>
              <a:spcBef>
                <a:spcPts val="645"/>
              </a:spcBef>
            </a:pPr>
            <a:r>
              <a:rPr sz="2800" b="1" dirty="0">
                <a:latin typeface="Book Antiqua"/>
                <a:cs typeface="Book Antiqua"/>
              </a:rPr>
              <a:t>Session:</a:t>
            </a:r>
            <a:r>
              <a:rPr sz="2800" b="1" spc="-5" dirty="0">
                <a:latin typeface="Book Antiqua"/>
                <a:cs typeface="Book Antiqua"/>
              </a:rPr>
              <a:t> </a:t>
            </a:r>
            <a:r>
              <a:rPr sz="2800" b="1" dirty="0">
                <a:latin typeface="Book Antiqua"/>
                <a:cs typeface="Book Antiqua"/>
              </a:rPr>
              <a:t>14</a:t>
            </a:r>
            <a:endParaRPr sz="2800">
              <a:latin typeface="Book Antiqua"/>
              <a:cs typeface="Book Antiqua"/>
            </a:endParaRPr>
          </a:p>
          <a:p>
            <a:pPr marL="1291590" algn="ctr">
              <a:lnSpc>
                <a:spcPct val="100000"/>
              </a:lnSpc>
              <a:spcBef>
                <a:spcPts val="869"/>
              </a:spcBef>
            </a:pPr>
            <a:r>
              <a:rPr sz="4500" b="1" i="1" dirty="0">
                <a:latin typeface="Book Antiqua"/>
                <a:cs typeface="Book Antiqua"/>
              </a:rPr>
              <a:t>Transactions</a:t>
            </a:r>
            <a:endParaRPr sz="4500">
              <a:latin typeface="Book Antiqua"/>
              <a:cs typeface="Book Antiqua"/>
            </a:endParaRPr>
          </a:p>
        </p:txBody>
      </p:sp>
      <p:sp>
        <p:nvSpPr>
          <p:cNvPr id="7" name="object 7"/>
          <p:cNvSpPr txBox="1"/>
          <p:nvPr/>
        </p:nvSpPr>
        <p:spPr>
          <a:xfrm>
            <a:off x="3751579" y="1311909"/>
            <a:ext cx="2033905" cy="574040"/>
          </a:xfrm>
          <a:prstGeom prst="rect">
            <a:avLst/>
          </a:prstGeom>
        </p:spPr>
        <p:txBody>
          <a:bodyPr vert="horz" wrap="square" lIns="0" tIns="12700" rIns="0" bIns="0" rtlCol="0">
            <a:spAutoFit/>
          </a:bodyPr>
          <a:lstStyle/>
          <a:p>
            <a:pPr marL="12700">
              <a:lnSpc>
                <a:spcPct val="100000"/>
              </a:lnSpc>
              <a:spcBef>
                <a:spcPts val="100"/>
              </a:spcBef>
            </a:pPr>
            <a:r>
              <a:rPr sz="3600" b="1" spc="160" dirty="0">
                <a:solidFill>
                  <a:srgbClr val="FFFFFF"/>
                </a:solidFill>
                <a:latin typeface="Arial"/>
                <a:cs typeface="Arial"/>
              </a:rPr>
              <a:t>I</a:t>
            </a:r>
            <a:r>
              <a:rPr sz="3600" b="1" spc="-110" dirty="0">
                <a:solidFill>
                  <a:srgbClr val="FFFFFF"/>
                </a:solidFill>
                <a:latin typeface="Arial"/>
                <a:cs typeface="Arial"/>
              </a:rPr>
              <a:t>n</a:t>
            </a:r>
            <a:r>
              <a:rPr sz="3600" b="1" spc="10" dirty="0">
                <a:solidFill>
                  <a:srgbClr val="FFFFFF"/>
                </a:solidFill>
                <a:latin typeface="Arial"/>
                <a:cs typeface="Arial"/>
              </a:rPr>
              <a:t>t</a:t>
            </a:r>
            <a:r>
              <a:rPr sz="3600" b="1" spc="-355" dirty="0">
                <a:solidFill>
                  <a:srgbClr val="FFFFFF"/>
                </a:solidFill>
                <a:latin typeface="Arial"/>
                <a:cs typeface="Arial"/>
              </a:rPr>
              <a:t>e</a:t>
            </a:r>
            <a:r>
              <a:rPr sz="3600" b="1" spc="-15" dirty="0">
                <a:solidFill>
                  <a:srgbClr val="FFFFFF"/>
                </a:solidFill>
                <a:latin typeface="Arial"/>
                <a:cs typeface="Arial"/>
              </a:rPr>
              <a:t>ll</a:t>
            </a:r>
            <a:r>
              <a:rPr sz="3600" b="1" spc="5" dirty="0">
                <a:solidFill>
                  <a:srgbClr val="FFFFFF"/>
                </a:solidFill>
                <a:latin typeface="Arial"/>
                <a:cs typeface="Arial"/>
              </a:rPr>
              <a:t>i</a:t>
            </a:r>
            <a:r>
              <a:rPr sz="3600" b="1" spc="-475" dirty="0">
                <a:solidFill>
                  <a:srgbClr val="FFFFFF"/>
                </a:solidFill>
                <a:latin typeface="Arial"/>
                <a:cs typeface="Arial"/>
              </a:rPr>
              <a:t>g</a:t>
            </a:r>
            <a:r>
              <a:rPr sz="3600" b="1" spc="-355" dirty="0">
                <a:solidFill>
                  <a:srgbClr val="FFFFFF"/>
                </a:solidFill>
                <a:latin typeface="Arial"/>
                <a:cs typeface="Arial"/>
              </a:rPr>
              <a:t>e</a:t>
            </a:r>
            <a:r>
              <a:rPr sz="3600" b="1" spc="-110" dirty="0">
                <a:solidFill>
                  <a:srgbClr val="FFFFFF"/>
                </a:solidFill>
                <a:latin typeface="Arial"/>
                <a:cs typeface="Arial"/>
              </a:rPr>
              <a:t>n</a:t>
            </a:r>
            <a:r>
              <a:rPr sz="3600" b="1" spc="30" dirty="0">
                <a:solidFill>
                  <a:srgbClr val="FFFFFF"/>
                </a:solidFill>
                <a:latin typeface="Arial"/>
                <a:cs typeface="Arial"/>
              </a:rPr>
              <a:t>t</a:t>
            </a:r>
            <a:endParaRPr sz="3600">
              <a:latin typeface="Arial"/>
              <a:cs typeface="Arial"/>
            </a:endParaRPr>
          </a:p>
        </p:txBody>
      </p:sp>
      <p:sp>
        <p:nvSpPr>
          <p:cNvPr id="8" name="object 8"/>
          <p:cNvSpPr txBox="1">
            <a:spLocks noGrp="1"/>
          </p:cNvSpPr>
          <p:nvPr>
            <p:ph type="title"/>
          </p:nvPr>
        </p:nvSpPr>
        <p:spPr>
          <a:xfrm>
            <a:off x="2496566" y="1860550"/>
            <a:ext cx="4544060" cy="1146175"/>
          </a:xfrm>
          <a:prstGeom prst="rect">
            <a:avLst/>
          </a:prstGeom>
        </p:spPr>
        <p:txBody>
          <a:bodyPr vert="horz" wrap="square" lIns="0" tIns="2540" rIns="0" bIns="0" rtlCol="0">
            <a:spAutoFit/>
          </a:bodyPr>
          <a:lstStyle/>
          <a:p>
            <a:pPr marL="1134110" marR="5080" indent="-1122045">
              <a:lnSpc>
                <a:spcPts val="4500"/>
              </a:lnSpc>
              <a:spcBef>
                <a:spcPts val="20"/>
              </a:spcBef>
            </a:pPr>
            <a:r>
              <a:rPr sz="3600" b="1" spc="-130" dirty="0">
                <a:latin typeface="Arial"/>
                <a:cs typeface="Arial"/>
              </a:rPr>
              <a:t>Data </a:t>
            </a:r>
            <a:r>
              <a:rPr sz="3600" b="1" spc="-220" dirty="0">
                <a:latin typeface="Arial"/>
                <a:cs typeface="Arial"/>
              </a:rPr>
              <a:t>Management</a:t>
            </a:r>
            <a:r>
              <a:rPr sz="3600" b="1" spc="-495" dirty="0">
                <a:latin typeface="Arial"/>
                <a:cs typeface="Arial"/>
              </a:rPr>
              <a:t> </a:t>
            </a:r>
            <a:r>
              <a:rPr sz="3600" b="1" spc="-55" dirty="0">
                <a:latin typeface="Arial"/>
                <a:cs typeface="Arial"/>
              </a:rPr>
              <a:t>with  SQL</a:t>
            </a:r>
            <a:r>
              <a:rPr sz="3600" b="1" spc="-305" dirty="0">
                <a:latin typeface="Arial"/>
                <a:cs typeface="Arial"/>
              </a:rPr>
              <a:t> </a:t>
            </a:r>
            <a:r>
              <a:rPr sz="3600" b="1" spc="-215" dirty="0">
                <a:latin typeface="Arial"/>
                <a:cs typeface="Arial"/>
              </a:rPr>
              <a:t>Server</a:t>
            </a:r>
            <a:endParaRPr sz="360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367280" cy="635635"/>
          </a:xfrm>
          <a:prstGeom prst="rect">
            <a:avLst/>
          </a:prstGeom>
        </p:spPr>
        <p:txBody>
          <a:bodyPr vert="horz" wrap="square" lIns="0" tIns="12700" rIns="0" bIns="0" rtlCol="0">
            <a:spAutoFit/>
          </a:bodyPr>
          <a:lstStyle/>
          <a:p>
            <a:pPr marL="12700">
              <a:lnSpc>
                <a:spcPct val="100000"/>
              </a:lnSpc>
              <a:spcBef>
                <a:spcPts val="100"/>
              </a:spcBef>
            </a:pPr>
            <a:r>
              <a:rPr sz="4000" spc="130" dirty="0"/>
              <a:t>Objectives</a:t>
            </a:r>
            <a:endParaRPr sz="4000"/>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2</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p:nvPr/>
        </p:nvSpPr>
        <p:spPr>
          <a:xfrm>
            <a:off x="383540" y="1463040"/>
            <a:ext cx="7406640" cy="2586355"/>
          </a:xfrm>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z="2400" spc="85" dirty="0">
                <a:latin typeface="Times New Roman"/>
                <a:cs typeface="Times New Roman"/>
              </a:rPr>
              <a:t>Define</a:t>
            </a:r>
            <a:r>
              <a:rPr sz="2400" spc="-114" dirty="0">
                <a:latin typeface="Times New Roman"/>
                <a:cs typeface="Times New Roman"/>
              </a:rPr>
              <a:t> </a:t>
            </a:r>
            <a:r>
              <a:rPr sz="2400" spc="135" dirty="0">
                <a:latin typeface="Times New Roman"/>
                <a:cs typeface="Times New Roman"/>
              </a:rPr>
              <a:t>and</a:t>
            </a:r>
            <a:r>
              <a:rPr sz="2400" spc="-85" dirty="0">
                <a:latin typeface="Times New Roman"/>
                <a:cs typeface="Times New Roman"/>
              </a:rPr>
              <a:t> </a:t>
            </a:r>
            <a:r>
              <a:rPr sz="2400" spc="60" dirty="0">
                <a:latin typeface="Times New Roman"/>
                <a:cs typeface="Times New Roman"/>
              </a:rPr>
              <a:t>describe</a:t>
            </a:r>
            <a:r>
              <a:rPr sz="2400" spc="-105" dirty="0">
                <a:latin typeface="Times New Roman"/>
                <a:cs typeface="Times New Roman"/>
              </a:rPr>
              <a:t> </a:t>
            </a:r>
            <a:r>
              <a:rPr sz="2400" spc="90" dirty="0">
                <a:latin typeface="Times New Roman"/>
                <a:cs typeface="Times New Roman"/>
              </a:rPr>
              <a:t>transactions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70" dirty="0">
                <a:latin typeface="Times New Roman"/>
                <a:cs typeface="Times New Roman"/>
              </a:rPr>
              <a:t>Explain</a:t>
            </a:r>
            <a:r>
              <a:rPr sz="2400" spc="-80" dirty="0">
                <a:latin typeface="Times New Roman"/>
                <a:cs typeface="Times New Roman"/>
              </a:rPr>
              <a:t> </a:t>
            </a:r>
            <a:r>
              <a:rPr sz="2400" spc="135" dirty="0">
                <a:latin typeface="Times New Roman"/>
                <a:cs typeface="Times New Roman"/>
              </a:rPr>
              <a:t>the</a:t>
            </a:r>
            <a:r>
              <a:rPr sz="2400" spc="-90" dirty="0">
                <a:latin typeface="Times New Roman"/>
                <a:cs typeface="Times New Roman"/>
              </a:rPr>
              <a:t> </a:t>
            </a:r>
            <a:r>
              <a:rPr sz="2400" spc="100" dirty="0">
                <a:latin typeface="Times New Roman"/>
                <a:cs typeface="Times New Roman"/>
              </a:rPr>
              <a:t>procedure</a:t>
            </a:r>
            <a:r>
              <a:rPr sz="2400" spc="-95" dirty="0">
                <a:latin typeface="Times New Roman"/>
                <a:cs typeface="Times New Roman"/>
              </a:rPr>
              <a:t> </a:t>
            </a:r>
            <a:r>
              <a:rPr sz="2400" spc="130" dirty="0">
                <a:latin typeface="Times New Roman"/>
                <a:cs typeface="Times New Roman"/>
              </a:rPr>
              <a:t>to</a:t>
            </a:r>
            <a:r>
              <a:rPr sz="2400" spc="-85" dirty="0">
                <a:latin typeface="Times New Roman"/>
                <a:cs typeface="Times New Roman"/>
              </a:rPr>
              <a:t> </a:t>
            </a:r>
            <a:r>
              <a:rPr sz="2400" spc="95" dirty="0">
                <a:latin typeface="Times New Roman"/>
                <a:cs typeface="Times New Roman"/>
              </a:rPr>
              <a:t>implement</a:t>
            </a:r>
            <a:r>
              <a:rPr sz="2400" spc="-85" dirty="0">
                <a:latin typeface="Times New Roman"/>
                <a:cs typeface="Times New Roman"/>
              </a:rPr>
              <a:t> </a:t>
            </a:r>
            <a:r>
              <a:rPr sz="2400" spc="90" dirty="0">
                <a:latin typeface="Times New Roman"/>
                <a:cs typeface="Times New Roman"/>
              </a:rPr>
              <a:t>transactions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70" dirty="0">
                <a:latin typeface="Times New Roman"/>
                <a:cs typeface="Times New Roman"/>
              </a:rPr>
              <a:t>Explain</a:t>
            </a:r>
            <a:r>
              <a:rPr sz="2400" spc="-80" dirty="0">
                <a:latin typeface="Times New Roman"/>
                <a:cs typeface="Times New Roman"/>
              </a:rPr>
              <a:t> </a:t>
            </a:r>
            <a:r>
              <a:rPr sz="2400" spc="135" dirty="0">
                <a:latin typeface="Times New Roman"/>
                <a:cs typeface="Times New Roman"/>
              </a:rPr>
              <a:t>the</a:t>
            </a:r>
            <a:r>
              <a:rPr sz="2400" spc="-90" dirty="0">
                <a:latin typeface="Times New Roman"/>
                <a:cs typeface="Times New Roman"/>
              </a:rPr>
              <a:t> </a:t>
            </a:r>
            <a:r>
              <a:rPr sz="2400" spc="70" dirty="0">
                <a:latin typeface="Times New Roman"/>
                <a:cs typeface="Times New Roman"/>
              </a:rPr>
              <a:t>steps</a:t>
            </a:r>
            <a:r>
              <a:rPr sz="2400" spc="-95" dirty="0">
                <a:latin typeface="Times New Roman"/>
                <a:cs typeface="Times New Roman"/>
              </a:rPr>
              <a:t> </a:t>
            </a:r>
            <a:r>
              <a:rPr sz="2400" spc="130" dirty="0">
                <a:latin typeface="Times New Roman"/>
                <a:cs typeface="Times New Roman"/>
              </a:rPr>
              <a:t>to</a:t>
            </a:r>
            <a:r>
              <a:rPr sz="2400" spc="-85" dirty="0">
                <a:latin typeface="Times New Roman"/>
                <a:cs typeface="Times New Roman"/>
              </a:rPr>
              <a:t> </a:t>
            </a:r>
            <a:r>
              <a:rPr sz="2400" spc="90" dirty="0">
                <a:latin typeface="Times New Roman"/>
                <a:cs typeface="Times New Roman"/>
              </a:rPr>
              <a:t>mark</a:t>
            </a:r>
            <a:r>
              <a:rPr sz="2400" spc="-75" dirty="0">
                <a:latin typeface="Times New Roman"/>
                <a:cs typeface="Times New Roman"/>
              </a:rPr>
              <a:t> </a:t>
            </a:r>
            <a:r>
              <a:rPr sz="2400" spc="40" dirty="0">
                <a:latin typeface="Times New Roman"/>
                <a:cs typeface="Times New Roman"/>
              </a:rPr>
              <a:t>a</a:t>
            </a:r>
            <a:r>
              <a:rPr sz="2400" spc="-85" dirty="0">
                <a:latin typeface="Times New Roman"/>
                <a:cs typeface="Times New Roman"/>
              </a:rPr>
              <a:t> </a:t>
            </a:r>
            <a:r>
              <a:rPr sz="2400" spc="95" dirty="0">
                <a:latin typeface="Times New Roman"/>
                <a:cs typeface="Times New Roman"/>
              </a:rPr>
              <a:t>transaction</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85" dirty="0">
                <a:latin typeface="Times New Roman"/>
                <a:cs typeface="Times New Roman"/>
              </a:rPr>
              <a:t>Distinguish</a:t>
            </a:r>
            <a:r>
              <a:rPr sz="2400" spc="-75" dirty="0">
                <a:latin typeface="Times New Roman"/>
                <a:cs typeface="Times New Roman"/>
              </a:rPr>
              <a:t> </a:t>
            </a:r>
            <a:r>
              <a:rPr sz="2400" spc="100" dirty="0">
                <a:latin typeface="Times New Roman"/>
                <a:cs typeface="Times New Roman"/>
              </a:rPr>
              <a:t>between</a:t>
            </a:r>
            <a:r>
              <a:rPr sz="2400" spc="-105" dirty="0">
                <a:latin typeface="Times New Roman"/>
                <a:cs typeface="Times New Roman"/>
              </a:rPr>
              <a:t> </a:t>
            </a:r>
            <a:r>
              <a:rPr sz="2400" spc="55" dirty="0">
                <a:latin typeface="Times New Roman"/>
                <a:cs typeface="Times New Roman"/>
              </a:rPr>
              <a:t>implicit</a:t>
            </a:r>
            <a:r>
              <a:rPr sz="2400" spc="-55" dirty="0">
                <a:latin typeface="Times New Roman"/>
                <a:cs typeface="Times New Roman"/>
              </a:rPr>
              <a:t> </a:t>
            </a:r>
            <a:r>
              <a:rPr sz="2400" spc="135" dirty="0">
                <a:latin typeface="Times New Roman"/>
                <a:cs typeface="Times New Roman"/>
              </a:rPr>
              <a:t>and</a:t>
            </a:r>
            <a:r>
              <a:rPr sz="2400" spc="-90" dirty="0">
                <a:latin typeface="Times New Roman"/>
                <a:cs typeface="Times New Roman"/>
              </a:rPr>
              <a:t> </a:t>
            </a:r>
            <a:r>
              <a:rPr sz="2400" spc="60" dirty="0">
                <a:latin typeface="Times New Roman"/>
                <a:cs typeface="Times New Roman"/>
              </a:rPr>
              <a:t>explicit</a:t>
            </a:r>
            <a:r>
              <a:rPr sz="2400" spc="-65" dirty="0">
                <a:latin typeface="Times New Roman"/>
                <a:cs typeface="Times New Roman"/>
              </a:rPr>
              <a:t> </a:t>
            </a:r>
            <a:r>
              <a:rPr sz="2400" spc="90" dirty="0">
                <a:latin typeface="Times New Roman"/>
                <a:cs typeface="Times New Roman"/>
              </a:rPr>
              <a:t>transactions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70" dirty="0">
                <a:latin typeface="Times New Roman"/>
                <a:cs typeface="Times New Roman"/>
              </a:rPr>
              <a:t>Explain </a:t>
            </a:r>
            <a:r>
              <a:rPr sz="2400" spc="75" dirty="0">
                <a:latin typeface="Times New Roman"/>
                <a:cs typeface="Times New Roman"/>
              </a:rPr>
              <a:t>isolation</a:t>
            </a:r>
            <a:r>
              <a:rPr sz="2400" spc="-245" dirty="0">
                <a:latin typeface="Times New Roman"/>
                <a:cs typeface="Times New Roman"/>
              </a:rPr>
              <a:t> </a:t>
            </a:r>
            <a:r>
              <a:rPr sz="2400" spc="30" dirty="0">
                <a:latin typeface="Times New Roman"/>
                <a:cs typeface="Times New Roman"/>
              </a:rPr>
              <a:t>levels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70" dirty="0">
                <a:latin typeface="Times New Roman"/>
                <a:cs typeface="Times New Roman"/>
              </a:rPr>
              <a:t>Explain</a:t>
            </a:r>
            <a:r>
              <a:rPr sz="2400" spc="-80" dirty="0">
                <a:latin typeface="Times New Roman"/>
                <a:cs typeface="Times New Roman"/>
              </a:rPr>
              <a:t> </a:t>
            </a:r>
            <a:r>
              <a:rPr sz="2400" spc="135" dirty="0">
                <a:latin typeface="Times New Roman"/>
                <a:cs typeface="Times New Roman"/>
              </a:rPr>
              <a:t>the</a:t>
            </a:r>
            <a:r>
              <a:rPr sz="2400" spc="-90" dirty="0">
                <a:latin typeface="Times New Roman"/>
                <a:cs typeface="Times New Roman"/>
              </a:rPr>
              <a:t> </a:t>
            </a:r>
            <a:r>
              <a:rPr sz="2400" spc="65" dirty="0">
                <a:latin typeface="Times New Roman"/>
                <a:cs typeface="Times New Roman"/>
              </a:rPr>
              <a:t>scope</a:t>
            </a:r>
            <a:r>
              <a:rPr sz="2400" spc="-95" dirty="0">
                <a:latin typeface="Times New Roman"/>
                <a:cs typeface="Times New Roman"/>
              </a:rPr>
              <a:t> </a:t>
            </a:r>
            <a:r>
              <a:rPr sz="2400" spc="135" dirty="0">
                <a:latin typeface="Times New Roman"/>
                <a:cs typeface="Times New Roman"/>
              </a:rPr>
              <a:t>and</a:t>
            </a:r>
            <a:r>
              <a:rPr sz="2400" spc="-85" dirty="0">
                <a:latin typeface="Times New Roman"/>
                <a:cs typeface="Times New Roman"/>
              </a:rPr>
              <a:t> </a:t>
            </a:r>
            <a:r>
              <a:rPr sz="2400" spc="85" dirty="0">
                <a:latin typeface="Times New Roman"/>
                <a:cs typeface="Times New Roman"/>
              </a:rPr>
              <a:t>different</a:t>
            </a:r>
            <a:r>
              <a:rPr sz="2400" spc="-114" dirty="0">
                <a:latin typeface="Times New Roman"/>
                <a:cs typeface="Times New Roman"/>
              </a:rPr>
              <a:t> </a:t>
            </a:r>
            <a:r>
              <a:rPr sz="2400" spc="65" dirty="0">
                <a:latin typeface="Times New Roman"/>
                <a:cs typeface="Times New Roman"/>
              </a:rPr>
              <a:t>types</a:t>
            </a:r>
            <a:r>
              <a:rPr sz="2400" spc="-80" dirty="0">
                <a:latin typeface="Times New Roman"/>
                <a:cs typeface="Times New Roman"/>
              </a:rPr>
              <a:t> </a:t>
            </a:r>
            <a:r>
              <a:rPr sz="2400" spc="70" dirty="0">
                <a:latin typeface="Times New Roman"/>
                <a:cs typeface="Times New Roman"/>
              </a:rPr>
              <a:t>of</a:t>
            </a:r>
            <a:r>
              <a:rPr sz="2400" spc="-90" dirty="0">
                <a:latin typeface="Times New Roman"/>
                <a:cs typeface="Times New Roman"/>
              </a:rPr>
              <a:t> </a:t>
            </a:r>
            <a:r>
              <a:rPr sz="2400" spc="50" dirty="0">
                <a:latin typeface="Times New Roman"/>
                <a:cs typeface="Times New Roman"/>
              </a:rPr>
              <a:t>locks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70" dirty="0">
                <a:latin typeface="Times New Roman"/>
                <a:cs typeface="Times New Roman"/>
              </a:rPr>
              <a:t>Explain </a:t>
            </a:r>
            <a:r>
              <a:rPr sz="2400" spc="95" dirty="0">
                <a:latin typeface="Times New Roman"/>
                <a:cs typeface="Times New Roman"/>
              </a:rPr>
              <a:t>transaction</a:t>
            </a:r>
            <a:r>
              <a:rPr sz="2400" spc="-229" dirty="0">
                <a:latin typeface="Times New Roman"/>
                <a:cs typeface="Times New Roman"/>
              </a:rPr>
              <a:t> </a:t>
            </a:r>
            <a:r>
              <a:rPr sz="2400" spc="95" dirty="0">
                <a:latin typeface="Times New Roman"/>
                <a:cs typeface="Times New Roman"/>
              </a:rPr>
              <a:t>management</a:t>
            </a:r>
            <a:endParaRPr sz="24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841625" cy="635635"/>
          </a:xfrm>
          <a:prstGeom prst="rect">
            <a:avLst/>
          </a:prstGeom>
        </p:spPr>
        <p:txBody>
          <a:bodyPr vert="horz" wrap="square" lIns="0" tIns="12700" rIns="0" bIns="0" rtlCol="0">
            <a:spAutoFit/>
          </a:bodyPr>
          <a:lstStyle/>
          <a:p>
            <a:pPr marL="12700">
              <a:lnSpc>
                <a:spcPct val="100000"/>
              </a:lnSpc>
              <a:spcBef>
                <a:spcPts val="100"/>
              </a:spcBef>
            </a:pPr>
            <a:r>
              <a:rPr sz="4000" spc="195" dirty="0"/>
              <a:t>Introduction</a:t>
            </a:r>
            <a:endParaRPr sz="4000"/>
          </a:p>
        </p:txBody>
      </p:sp>
      <p:sp>
        <p:nvSpPr>
          <p:cNvPr id="3" name="object 3"/>
          <p:cNvSpPr txBox="1"/>
          <p:nvPr/>
        </p:nvSpPr>
        <p:spPr>
          <a:xfrm>
            <a:off x="268731" y="1175257"/>
            <a:ext cx="5664200" cy="4292600"/>
          </a:xfrm>
          <a:prstGeom prst="rect">
            <a:avLst/>
          </a:prstGeom>
        </p:spPr>
        <p:txBody>
          <a:bodyPr vert="horz" wrap="square" lIns="0" tIns="12065" rIns="0" bIns="0" rtlCol="0">
            <a:spAutoFit/>
          </a:bodyPr>
          <a:lstStyle/>
          <a:p>
            <a:pPr marL="353695" indent="-341630">
              <a:lnSpc>
                <a:spcPct val="100000"/>
              </a:lnSpc>
              <a:spcBef>
                <a:spcPts val="95"/>
              </a:spcBef>
              <a:buFont typeface="Segoe UI Symbol"/>
              <a:buChar char="⮚"/>
              <a:tabLst>
                <a:tab pos="354330" algn="l"/>
              </a:tabLst>
            </a:pPr>
            <a:r>
              <a:rPr sz="2000" spc="175" dirty="0">
                <a:latin typeface="Times New Roman"/>
                <a:cs typeface="Times New Roman"/>
              </a:rPr>
              <a:t>A</a:t>
            </a:r>
            <a:r>
              <a:rPr sz="2000" spc="-80" dirty="0">
                <a:latin typeface="Times New Roman"/>
                <a:cs typeface="Times New Roman"/>
              </a:rPr>
              <a:t> </a:t>
            </a:r>
            <a:r>
              <a:rPr sz="2000" spc="80" dirty="0">
                <a:latin typeface="Times New Roman"/>
                <a:cs typeface="Times New Roman"/>
              </a:rPr>
              <a:t>transaction</a:t>
            </a:r>
            <a:r>
              <a:rPr sz="2000" spc="-55" dirty="0">
                <a:latin typeface="Times New Roman"/>
                <a:cs typeface="Times New Roman"/>
              </a:rPr>
              <a:t> </a:t>
            </a:r>
            <a:r>
              <a:rPr sz="2000" spc="5" dirty="0">
                <a:latin typeface="Times New Roman"/>
                <a:cs typeface="Times New Roman"/>
              </a:rPr>
              <a:t>is</a:t>
            </a:r>
            <a:r>
              <a:rPr sz="2000" spc="-80" dirty="0">
                <a:latin typeface="Times New Roman"/>
                <a:cs typeface="Times New Roman"/>
              </a:rPr>
              <a:t> </a:t>
            </a:r>
            <a:r>
              <a:rPr sz="2000" spc="30" dirty="0">
                <a:latin typeface="Times New Roman"/>
                <a:cs typeface="Times New Roman"/>
              </a:rPr>
              <a:t>a</a:t>
            </a:r>
            <a:r>
              <a:rPr sz="2000" spc="-75" dirty="0">
                <a:latin typeface="Times New Roman"/>
                <a:cs typeface="Times New Roman"/>
              </a:rPr>
              <a:t> </a:t>
            </a:r>
            <a:r>
              <a:rPr sz="2000" spc="35" dirty="0">
                <a:latin typeface="Times New Roman"/>
                <a:cs typeface="Times New Roman"/>
              </a:rPr>
              <a:t>single</a:t>
            </a:r>
            <a:r>
              <a:rPr sz="2000" spc="-65" dirty="0">
                <a:latin typeface="Times New Roman"/>
                <a:cs typeface="Times New Roman"/>
              </a:rPr>
              <a:t> </a:t>
            </a:r>
            <a:r>
              <a:rPr sz="2000" spc="114" dirty="0">
                <a:latin typeface="Times New Roman"/>
                <a:cs typeface="Times New Roman"/>
              </a:rPr>
              <a:t>unit</a:t>
            </a:r>
            <a:r>
              <a:rPr sz="2000" spc="-75" dirty="0">
                <a:latin typeface="Times New Roman"/>
                <a:cs typeface="Times New Roman"/>
              </a:rPr>
              <a:t> </a:t>
            </a:r>
            <a:r>
              <a:rPr sz="2000" spc="55" dirty="0">
                <a:latin typeface="Times New Roman"/>
                <a:cs typeface="Times New Roman"/>
              </a:rPr>
              <a:t>of</a:t>
            </a:r>
            <a:r>
              <a:rPr sz="2000" spc="-70" dirty="0">
                <a:latin typeface="Times New Roman"/>
                <a:cs typeface="Times New Roman"/>
              </a:rPr>
              <a:t> </a:t>
            </a:r>
            <a:r>
              <a:rPr sz="2000" spc="60" dirty="0">
                <a:latin typeface="Times New Roman"/>
                <a:cs typeface="Times New Roman"/>
              </a:rPr>
              <a:t>work.</a:t>
            </a:r>
            <a:endParaRPr sz="2000">
              <a:latin typeface="Times New Roman"/>
              <a:cs typeface="Times New Roman"/>
            </a:endParaRPr>
          </a:p>
          <a:p>
            <a:pPr marL="353695" marR="5080" indent="-341630" algn="just">
              <a:lnSpc>
                <a:spcPct val="100000"/>
              </a:lnSpc>
              <a:spcBef>
                <a:spcPts val="2400"/>
              </a:spcBef>
              <a:buFont typeface="Segoe UI Symbol"/>
              <a:buChar char="⮚"/>
              <a:tabLst>
                <a:tab pos="354330" algn="l"/>
              </a:tabLst>
            </a:pPr>
            <a:r>
              <a:rPr sz="2000" spc="175" dirty="0">
                <a:latin typeface="Times New Roman"/>
                <a:cs typeface="Times New Roman"/>
              </a:rPr>
              <a:t>A </a:t>
            </a:r>
            <a:r>
              <a:rPr sz="2000" spc="80" dirty="0">
                <a:latin typeface="Times New Roman"/>
                <a:cs typeface="Times New Roman"/>
              </a:rPr>
              <a:t>transaction </a:t>
            </a:r>
            <a:r>
              <a:rPr sz="2000" spc="5" dirty="0">
                <a:latin typeface="Times New Roman"/>
                <a:cs typeface="Times New Roman"/>
              </a:rPr>
              <a:t>is </a:t>
            </a:r>
            <a:r>
              <a:rPr sz="2000" spc="40" dirty="0">
                <a:latin typeface="Times New Roman"/>
                <a:cs typeface="Times New Roman"/>
              </a:rPr>
              <a:t>successful </a:t>
            </a:r>
            <a:r>
              <a:rPr sz="2000" spc="65" dirty="0">
                <a:latin typeface="Times New Roman"/>
                <a:cs typeface="Times New Roman"/>
              </a:rPr>
              <a:t>only </a:t>
            </a:r>
            <a:r>
              <a:rPr sz="2000" spc="110" dirty="0">
                <a:latin typeface="Times New Roman"/>
                <a:cs typeface="Times New Roman"/>
              </a:rPr>
              <a:t>when </a:t>
            </a:r>
            <a:r>
              <a:rPr sz="2000" spc="10" dirty="0">
                <a:latin typeface="Times New Roman"/>
                <a:cs typeface="Times New Roman"/>
              </a:rPr>
              <a:t>all </a:t>
            </a:r>
            <a:r>
              <a:rPr sz="2000" spc="80" dirty="0">
                <a:latin typeface="Times New Roman"/>
                <a:cs typeface="Times New Roman"/>
              </a:rPr>
              <a:t>data  </a:t>
            </a:r>
            <a:r>
              <a:rPr sz="2000" spc="60" dirty="0">
                <a:latin typeface="Times New Roman"/>
                <a:cs typeface="Times New Roman"/>
              </a:rPr>
              <a:t>modifications </a:t>
            </a:r>
            <a:r>
              <a:rPr sz="2000" spc="114" dirty="0">
                <a:latin typeface="Times New Roman"/>
                <a:cs typeface="Times New Roman"/>
              </a:rPr>
              <a:t>that </a:t>
            </a:r>
            <a:r>
              <a:rPr sz="2000" spc="50" dirty="0">
                <a:latin typeface="Times New Roman"/>
                <a:cs typeface="Times New Roman"/>
              </a:rPr>
              <a:t>are </a:t>
            </a:r>
            <a:r>
              <a:rPr sz="2000" spc="75" dirty="0">
                <a:latin typeface="Times New Roman"/>
                <a:cs typeface="Times New Roman"/>
              </a:rPr>
              <a:t>made </a:t>
            </a:r>
            <a:r>
              <a:rPr sz="2000" spc="95" dirty="0">
                <a:latin typeface="Times New Roman"/>
                <a:cs typeface="Times New Roman"/>
              </a:rPr>
              <a:t>in </a:t>
            </a:r>
            <a:r>
              <a:rPr sz="2000" spc="30" dirty="0">
                <a:latin typeface="Times New Roman"/>
                <a:cs typeface="Times New Roman"/>
              </a:rPr>
              <a:t>a </a:t>
            </a:r>
            <a:r>
              <a:rPr sz="2000" spc="80" dirty="0">
                <a:latin typeface="Times New Roman"/>
                <a:cs typeface="Times New Roman"/>
              </a:rPr>
              <a:t>transaction </a:t>
            </a:r>
            <a:r>
              <a:rPr sz="2000" spc="55" dirty="0">
                <a:latin typeface="Times New Roman"/>
                <a:cs typeface="Times New Roman"/>
              </a:rPr>
              <a:t>are  </a:t>
            </a:r>
            <a:r>
              <a:rPr sz="2000" spc="80" dirty="0">
                <a:latin typeface="Times New Roman"/>
                <a:cs typeface="Times New Roman"/>
              </a:rPr>
              <a:t>committed </a:t>
            </a:r>
            <a:r>
              <a:rPr sz="2000" spc="114" dirty="0">
                <a:latin typeface="Times New Roman"/>
                <a:cs typeface="Times New Roman"/>
              </a:rPr>
              <a:t>and </a:t>
            </a:r>
            <a:r>
              <a:rPr sz="2000" spc="50" dirty="0">
                <a:latin typeface="Times New Roman"/>
                <a:cs typeface="Times New Roman"/>
              </a:rPr>
              <a:t>are saved </a:t>
            </a:r>
            <a:r>
              <a:rPr sz="2000" spc="95" dirty="0">
                <a:latin typeface="Times New Roman"/>
                <a:cs typeface="Times New Roman"/>
              </a:rPr>
              <a:t>in </a:t>
            </a:r>
            <a:r>
              <a:rPr sz="2000" spc="110" dirty="0">
                <a:latin typeface="Times New Roman"/>
                <a:cs typeface="Times New Roman"/>
              </a:rPr>
              <a:t>the </a:t>
            </a:r>
            <a:r>
              <a:rPr sz="2000" spc="60" dirty="0">
                <a:latin typeface="Times New Roman"/>
                <a:cs typeface="Times New Roman"/>
              </a:rPr>
              <a:t>database  </a:t>
            </a:r>
            <a:r>
              <a:rPr sz="2000" spc="75" dirty="0">
                <a:latin typeface="Times New Roman"/>
                <a:cs typeface="Times New Roman"/>
              </a:rPr>
              <a:t>permanently.</a:t>
            </a:r>
            <a:endParaRPr sz="2000">
              <a:latin typeface="Times New Roman"/>
              <a:cs typeface="Times New Roman"/>
            </a:endParaRPr>
          </a:p>
          <a:p>
            <a:pPr marL="353695" marR="5080" indent="-341630" algn="just">
              <a:lnSpc>
                <a:spcPct val="100000"/>
              </a:lnSpc>
              <a:spcBef>
                <a:spcPts val="2400"/>
              </a:spcBef>
              <a:buFont typeface="Segoe UI Symbol"/>
              <a:buChar char="⮚"/>
              <a:tabLst>
                <a:tab pos="354330" algn="l"/>
              </a:tabLst>
            </a:pPr>
            <a:r>
              <a:rPr sz="2000" dirty="0">
                <a:latin typeface="Times New Roman"/>
                <a:cs typeface="Times New Roman"/>
              </a:rPr>
              <a:t>If </a:t>
            </a:r>
            <a:r>
              <a:rPr sz="2000" spc="110" dirty="0">
                <a:latin typeface="Times New Roman"/>
                <a:cs typeface="Times New Roman"/>
              </a:rPr>
              <a:t>the </a:t>
            </a:r>
            <a:r>
              <a:rPr sz="2000" spc="80" dirty="0">
                <a:latin typeface="Times New Roman"/>
                <a:cs typeface="Times New Roman"/>
              </a:rPr>
              <a:t>transaction </a:t>
            </a:r>
            <a:r>
              <a:rPr sz="2000" spc="5" dirty="0">
                <a:latin typeface="Times New Roman"/>
                <a:cs typeface="Times New Roman"/>
              </a:rPr>
              <a:t>is </a:t>
            </a:r>
            <a:r>
              <a:rPr sz="2000" spc="55" dirty="0">
                <a:latin typeface="Times New Roman"/>
                <a:cs typeface="Times New Roman"/>
              </a:rPr>
              <a:t>rolled back </a:t>
            </a:r>
            <a:r>
              <a:rPr sz="2000" spc="85" dirty="0">
                <a:latin typeface="Times New Roman"/>
                <a:cs typeface="Times New Roman"/>
              </a:rPr>
              <a:t>or </a:t>
            </a:r>
            <a:r>
              <a:rPr sz="2000" spc="45" dirty="0">
                <a:latin typeface="Times New Roman"/>
                <a:cs typeface="Times New Roman"/>
              </a:rPr>
              <a:t>cancelled,  </a:t>
            </a:r>
            <a:r>
              <a:rPr sz="2000" spc="130" dirty="0">
                <a:latin typeface="Times New Roman"/>
                <a:cs typeface="Times New Roman"/>
              </a:rPr>
              <a:t>then </a:t>
            </a:r>
            <a:r>
              <a:rPr sz="2000" spc="70" dirty="0">
                <a:latin typeface="Times New Roman"/>
                <a:cs typeface="Times New Roman"/>
              </a:rPr>
              <a:t>it means </a:t>
            </a:r>
            <a:r>
              <a:rPr sz="2000" spc="114" dirty="0">
                <a:latin typeface="Times New Roman"/>
                <a:cs typeface="Times New Roman"/>
              </a:rPr>
              <a:t>that the </a:t>
            </a:r>
            <a:r>
              <a:rPr sz="2000" spc="80" dirty="0">
                <a:latin typeface="Times New Roman"/>
                <a:cs typeface="Times New Roman"/>
              </a:rPr>
              <a:t>transaction </a:t>
            </a:r>
            <a:r>
              <a:rPr sz="2000" spc="70" dirty="0">
                <a:latin typeface="Times New Roman"/>
                <a:cs typeface="Times New Roman"/>
              </a:rPr>
              <a:t>has  </a:t>
            </a:r>
            <a:r>
              <a:rPr sz="2000" spc="100" dirty="0">
                <a:latin typeface="Times New Roman"/>
                <a:cs typeface="Times New Roman"/>
              </a:rPr>
              <a:t>encountered </a:t>
            </a:r>
            <a:r>
              <a:rPr sz="2000" spc="65" dirty="0">
                <a:latin typeface="Times New Roman"/>
                <a:cs typeface="Times New Roman"/>
              </a:rPr>
              <a:t>errors </a:t>
            </a:r>
            <a:r>
              <a:rPr sz="2000" spc="114" dirty="0">
                <a:latin typeface="Times New Roman"/>
                <a:cs typeface="Times New Roman"/>
              </a:rPr>
              <a:t>and </a:t>
            </a:r>
            <a:r>
              <a:rPr sz="2000" spc="95" dirty="0">
                <a:latin typeface="Times New Roman"/>
                <a:cs typeface="Times New Roman"/>
              </a:rPr>
              <a:t>there </a:t>
            </a:r>
            <a:r>
              <a:rPr sz="2000" spc="55" dirty="0">
                <a:latin typeface="Times New Roman"/>
                <a:cs typeface="Times New Roman"/>
              </a:rPr>
              <a:t>are </a:t>
            </a:r>
            <a:r>
              <a:rPr sz="2000" spc="135" dirty="0">
                <a:latin typeface="Times New Roman"/>
                <a:cs typeface="Times New Roman"/>
              </a:rPr>
              <a:t>no </a:t>
            </a:r>
            <a:r>
              <a:rPr sz="2000" spc="60" dirty="0">
                <a:latin typeface="Times New Roman"/>
                <a:cs typeface="Times New Roman"/>
              </a:rPr>
              <a:t>changes  </a:t>
            </a:r>
            <a:r>
              <a:rPr sz="2000" spc="75" dirty="0">
                <a:latin typeface="Times New Roman"/>
                <a:cs typeface="Times New Roman"/>
              </a:rPr>
              <a:t>made</a:t>
            </a:r>
            <a:r>
              <a:rPr sz="2000" spc="-75" dirty="0">
                <a:latin typeface="Times New Roman"/>
                <a:cs typeface="Times New Roman"/>
              </a:rPr>
              <a:t> </a:t>
            </a:r>
            <a:r>
              <a:rPr sz="2000" spc="110" dirty="0">
                <a:latin typeface="Times New Roman"/>
                <a:cs typeface="Times New Roman"/>
              </a:rPr>
              <a:t>to</a:t>
            </a:r>
            <a:r>
              <a:rPr sz="2000" spc="-65" dirty="0">
                <a:latin typeface="Times New Roman"/>
                <a:cs typeface="Times New Roman"/>
              </a:rPr>
              <a:t> </a:t>
            </a:r>
            <a:r>
              <a:rPr sz="2000" spc="110" dirty="0">
                <a:latin typeface="Times New Roman"/>
                <a:cs typeface="Times New Roman"/>
              </a:rPr>
              <a:t>the</a:t>
            </a:r>
            <a:r>
              <a:rPr sz="2000" spc="-70" dirty="0">
                <a:latin typeface="Times New Roman"/>
                <a:cs typeface="Times New Roman"/>
              </a:rPr>
              <a:t> </a:t>
            </a:r>
            <a:r>
              <a:rPr sz="2000" spc="95" dirty="0">
                <a:latin typeface="Times New Roman"/>
                <a:cs typeface="Times New Roman"/>
              </a:rPr>
              <a:t>contents</a:t>
            </a:r>
            <a:r>
              <a:rPr sz="2000" spc="-40" dirty="0">
                <a:latin typeface="Times New Roman"/>
                <a:cs typeface="Times New Roman"/>
              </a:rPr>
              <a:t> </a:t>
            </a:r>
            <a:r>
              <a:rPr sz="2000" spc="55" dirty="0">
                <a:latin typeface="Times New Roman"/>
                <a:cs typeface="Times New Roman"/>
              </a:rPr>
              <a:t>of</a:t>
            </a:r>
            <a:r>
              <a:rPr sz="2000" spc="-80" dirty="0">
                <a:latin typeface="Times New Roman"/>
                <a:cs typeface="Times New Roman"/>
              </a:rPr>
              <a:t> </a:t>
            </a:r>
            <a:r>
              <a:rPr sz="2000" spc="110" dirty="0">
                <a:latin typeface="Times New Roman"/>
                <a:cs typeface="Times New Roman"/>
              </a:rPr>
              <a:t>the</a:t>
            </a:r>
            <a:r>
              <a:rPr sz="2000" spc="-60" dirty="0">
                <a:latin typeface="Times New Roman"/>
                <a:cs typeface="Times New Roman"/>
              </a:rPr>
              <a:t> </a:t>
            </a:r>
            <a:r>
              <a:rPr sz="2000" spc="55" dirty="0">
                <a:latin typeface="Times New Roman"/>
                <a:cs typeface="Times New Roman"/>
              </a:rPr>
              <a:t>database.</a:t>
            </a:r>
            <a:endParaRPr sz="2000">
              <a:latin typeface="Times New Roman"/>
              <a:cs typeface="Times New Roman"/>
            </a:endParaRPr>
          </a:p>
          <a:p>
            <a:pPr marL="353695" marR="5080" indent="-341630" algn="just">
              <a:lnSpc>
                <a:spcPct val="100000"/>
              </a:lnSpc>
              <a:spcBef>
                <a:spcPts val="2405"/>
              </a:spcBef>
              <a:buFont typeface="Segoe UI Symbol"/>
              <a:buChar char="⮚"/>
              <a:tabLst>
                <a:tab pos="354330" algn="l"/>
              </a:tabLst>
            </a:pPr>
            <a:r>
              <a:rPr sz="2000" spc="70" dirty="0">
                <a:latin typeface="Times New Roman"/>
                <a:cs typeface="Times New Roman"/>
              </a:rPr>
              <a:t>Hence, </a:t>
            </a:r>
            <a:r>
              <a:rPr sz="2000" spc="30" dirty="0">
                <a:latin typeface="Times New Roman"/>
                <a:cs typeface="Times New Roman"/>
              </a:rPr>
              <a:t>a </a:t>
            </a:r>
            <a:r>
              <a:rPr sz="2000" spc="80" dirty="0">
                <a:latin typeface="Times New Roman"/>
                <a:cs typeface="Times New Roman"/>
              </a:rPr>
              <a:t>transaction </a:t>
            </a:r>
            <a:r>
              <a:rPr sz="2000" spc="75" dirty="0">
                <a:latin typeface="Times New Roman"/>
                <a:cs typeface="Times New Roman"/>
              </a:rPr>
              <a:t>can </a:t>
            </a:r>
            <a:r>
              <a:rPr sz="2000" spc="70" dirty="0">
                <a:latin typeface="Times New Roman"/>
                <a:cs typeface="Times New Roman"/>
              </a:rPr>
              <a:t>be </a:t>
            </a:r>
            <a:r>
              <a:rPr sz="2000" spc="80" dirty="0">
                <a:latin typeface="Times New Roman"/>
                <a:cs typeface="Times New Roman"/>
              </a:rPr>
              <a:t>either committed</a:t>
            </a:r>
            <a:r>
              <a:rPr sz="2000" spc="-105" dirty="0">
                <a:latin typeface="Times New Roman"/>
                <a:cs typeface="Times New Roman"/>
              </a:rPr>
              <a:t> </a:t>
            </a:r>
            <a:r>
              <a:rPr sz="2000" spc="80" dirty="0">
                <a:latin typeface="Times New Roman"/>
                <a:cs typeface="Times New Roman"/>
              </a:rPr>
              <a:t>or  </a:t>
            </a:r>
            <a:r>
              <a:rPr sz="2000" spc="55" dirty="0">
                <a:latin typeface="Times New Roman"/>
                <a:cs typeface="Times New Roman"/>
              </a:rPr>
              <a:t>rolled</a:t>
            </a:r>
            <a:r>
              <a:rPr sz="2000" spc="-65" dirty="0">
                <a:latin typeface="Times New Roman"/>
                <a:cs typeface="Times New Roman"/>
              </a:rPr>
              <a:t> </a:t>
            </a:r>
            <a:r>
              <a:rPr sz="2000" spc="45" dirty="0">
                <a:latin typeface="Times New Roman"/>
                <a:cs typeface="Times New Roman"/>
              </a:rPr>
              <a:t>back.</a:t>
            </a:r>
            <a:endParaRPr sz="2000">
              <a:latin typeface="Times New Roman"/>
              <a:cs typeface="Times New Roman"/>
            </a:endParaRPr>
          </a:p>
        </p:txBody>
      </p:sp>
      <p:grpSp>
        <p:nvGrpSpPr>
          <p:cNvPr id="4" name="object 4"/>
          <p:cNvGrpSpPr/>
          <p:nvPr/>
        </p:nvGrpSpPr>
        <p:grpSpPr>
          <a:xfrm>
            <a:off x="6012941" y="1065275"/>
            <a:ext cx="3131185" cy="4140200"/>
            <a:chOff x="6012941" y="1065275"/>
            <a:chExt cx="3131185" cy="4140200"/>
          </a:xfrm>
        </p:grpSpPr>
        <p:pic>
          <p:nvPicPr>
            <p:cNvPr id="5" name="object 5"/>
            <p:cNvPicPr/>
            <p:nvPr/>
          </p:nvPicPr>
          <p:blipFill>
            <a:blip r:embed="rId3" cstate="print"/>
            <a:stretch>
              <a:fillRect/>
            </a:stretch>
          </p:blipFill>
          <p:spPr>
            <a:xfrm>
              <a:off x="6012941" y="1065275"/>
              <a:ext cx="3131058" cy="2048256"/>
            </a:xfrm>
            <a:prstGeom prst="rect">
              <a:avLst/>
            </a:prstGeom>
          </p:spPr>
        </p:pic>
        <p:pic>
          <p:nvPicPr>
            <p:cNvPr id="6" name="object 6"/>
            <p:cNvPicPr/>
            <p:nvPr/>
          </p:nvPicPr>
          <p:blipFill>
            <a:blip r:embed="rId4" cstate="print"/>
            <a:stretch>
              <a:fillRect/>
            </a:stretch>
          </p:blipFill>
          <p:spPr>
            <a:xfrm>
              <a:off x="6012941" y="3156965"/>
              <a:ext cx="3074669" cy="2048255"/>
            </a:xfrm>
            <a:prstGeom prst="rect">
              <a:avLst/>
            </a:prstGeom>
          </p:spPr>
        </p:pic>
      </p:gr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3</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0586" y="19558"/>
            <a:ext cx="5042535" cy="574040"/>
          </a:xfrm>
          <a:prstGeom prst="rect">
            <a:avLst/>
          </a:prstGeom>
        </p:spPr>
        <p:txBody>
          <a:bodyPr vert="horz" wrap="square" lIns="0" tIns="12700" rIns="0" bIns="0" rtlCol="0">
            <a:spAutoFit/>
          </a:bodyPr>
          <a:lstStyle/>
          <a:p>
            <a:pPr marL="12700">
              <a:lnSpc>
                <a:spcPct val="100000"/>
              </a:lnSpc>
              <a:spcBef>
                <a:spcPts val="100"/>
              </a:spcBef>
            </a:pPr>
            <a:r>
              <a:rPr sz="3600" spc="165" dirty="0"/>
              <a:t>Need</a:t>
            </a:r>
            <a:r>
              <a:rPr sz="3600" spc="-165" dirty="0"/>
              <a:t> </a:t>
            </a:r>
            <a:r>
              <a:rPr sz="3600" spc="120" dirty="0"/>
              <a:t>for</a:t>
            </a:r>
            <a:r>
              <a:rPr sz="3600" spc="-160" dirty="0"/>
              <a:t> </a:t>
            </a:r>
            <a:r>
              <a:rPr sz="3600" spc="145" dirty="0"/>
              <a:t>Transactions</a:t>
            </a:r>
            <a:r>
              <a:rPr sz="3600" spc="-185" dirty="0"/>
              <a:t> </a:t>
            </a:r>
            <a:r>
              <a:rPr sz="3600" spc="-180" dirty="0"/>
              <a:t>1-4</a:t>
            </a:r>
            <a:endParaRPr sz="3600"/>
          </a:p>
        </p:txBody>
      </p:sp>
      <p:sp>
        <p:nvSpPr>
          <p:cNvPr id="3" name="object 3"/>
          <p:cNvSpPr txBox="1"/>
          <p:nvPr/>
        </p:nvSpPr>
        <p:spPr>
          <a:xfrm>
            <a:off x="315468" y="3839417"/>
            <a:ext cx="8174990" cy="1112520"/>
          </a:xfrm>
          <a:prstGeom prst="rect">
            <a:avLst/>
          </a:prstGeom>
        </p:spPr>
        <p:txBody>
          <a:bodyPr vert="horz" wrap="square" lIns="0" tIns="135255" rIns="0" bIns="0" rtlCol="0">
            <a:spAutoFit/>
          </a:bodyPr>
          <a:lstStyle/>
          <a:p>
            <a:pPr marL="35560">
              <a:lnSpc>
                <a:spcPct val="100000"/>
              </a:lnSpc>
              <a:spcBef>
                <a:spcPts val="1065"/>
              </a:spcBef>
            </a:pPr>
            <a:r>
              <a:rPr sz="2000" spc="55" dirty="0">
                <a:latin typeface="Times New Roman"/>
                <a:cs typeface="Times New Roman"/>
              </a:rPr>
              <a:t>For</a:t>
            </a:r>
            <a:r>
              <a:rPr sz="2000" spc="-65" dirty="0">
                <a:latin typeface="Times New Roman"/>
                <a:cs typeface="Times New Roman"/>
              </a:rPr>
              <a:t> </a:t>
            </a:r>
            <a:r>
              <a:rPr sz="2000" spc="50" dirty="0">
                <a:latin typeface="Times New Roman"/>
                <a:cs typeface="Times New Roman"/>
              </a:rPr>
              <a:t>example,</a:t>
            </a:r>
            <a:endParaRPr sz="2000">
              <a:latin typeface="Times New Roman"/>
              <a:cs typeface="Times New Roman"/>
            </a:endParaRPr>
          </a:p>
          <a:p>
            <a:pPr marL="12700" marR="5080">
              <a:lnSpc>
                <a:spcPct val="100000"/>
              </a:lnSpc>
              <a:spcBef>
                <a:spcPts val="869"/>
              </a:spcBef>
            </a:pPr>
            <a:r>
              <a:rPr sz="1800" spc="160" dirty="0">
                <a:latin typeface="Times New Roman"/>
                <a:cs typeface="Times New Roman"/>
              </a:rPr>
              <a:t>A</a:t>
            </a:r>
            <a:r>
              <a:rPr sz="1800" spc="-70" dirty="0">
                <a:latin typeface="Times New Roman"/>
                <a:cs typeface="Times New Roman"/>
              </a:rPr>
              <a:t> </a:t>
            </a:r>
            <a:r>
              <a:rPr sz="1800" spc="65" dirty="0">
                <a:latin typeface="Times New Roman"/>
                <a:cs typeface="Times New Roman"/>
              </a:rPr>
              <a:t>good</a:t>
            </a:r>
            <a:r>
              <a:rPr sz="1800" spc="-60" dirty="0">
                <a:latin typeface="Times New Roman"/>
                <a:cs typeface="Times New Roman"/>
              </a:rPr>
              <a:t> </a:t>
            </a:r>
            <a:r>
              <a:rPr sz="1800" spc="50" dirty="0">
                <a:latin typeface="Times New Roman"/>
                <a:cs typeface="Times New Roman"/>
              </a:rPr>
              <a:t>scenario</a:t>
            </a:r>
            <a:r>
              <a:rPr sz="1800" spc="-65" dirty="0">
                <a:latin typeface="Times New Roman"/>
                <a:cs typeface="Times New Roman"/>
              </a:rPr>
              <a:t> </a:t>
            </a:r>
            <a:r>
              <a:rPr sz="1800" spc="15" dirty="0">
                <a:latin typeface="Times New Roman"/>
                <a:cs typeface="Times New Roman"/>
              </a:rPr>
              <a:t>will</a:t>
            </a:r>
            <a:r>
              <a:rPr sz="1800" spc="-60" dirty="0">
                <a:latin typeface="Times New Roman"/>
                <a:cs typeface="Times New Roman"/>
              </a:rPr>
              <a:t> </a:t>
            </a:r>
            <a:r>
              <a:rPr sz="1800" spc="60" dirty="0">
                <a:latin typeface="Times New Roman"/>
                <a:cs typeface="Times New Roman"/>
              </a:rPr>
              <a:t>be</a:t>
            </a:r>
            <a:r>
              <a:rPr sz="1800" spc="-60" dirty="0">
                <a:latin typeface="Times New Roman"/>
                <a:cs typeface="Times New Roman"/>
              </a:rPr>
              <a:t> </a:t>
            </a:r>
            <a:r>
              <a:rPr sz="1800" spc="100" dirty="0">
                <a:latin typeface="Times New Roman"/>
                <a:cs typeface="Times New Roman"/>
              </a:rPr>
              <a:t>the</a:t>
            </a:r>
            <a:r>
              <a:rPr sz="1800" spc="-70" dirty="0">
                <a:latin typeface="Times New Roman"/>
                <a:cs typeface="Times New Roman"/>
              </a:rPr>
              <a:t> </a:t>
            </a:r>
            <a:r>
              <a:rPr sz="1800" spc="90" dirty="0">
                <a:latin typeface="Times New Roman"/>
                <a:cs typeface="Times New Roman"/>
              </a:rPr>
              <a:t>funds</a:t>
            </a:r>
            <a:r>
              <a:rPr sz="1800" spc="-65" dirty="0">
                <a:latin typeface="Times New Roman"/>
                <a:cs typeface="Times New Roman"/>
              </a:rPr>
              <a:t> </a:t>
            </a:r>
            <a:r>
              <a:rPr sz="1800" spc="65" dirty="0">
                <a:latin typeface="Times New Roman"/>
                <a:cs typeface="Times New Roman"/>
              </a:rPr>
              <a:t>transfer</a:t>
            </a:r>
            <a:r>
              <a:rPr sz="1800" spc="-70" dirty="0">
                <a:latin typeface="Times New Roman"/>
                <a:cs typeface="Times New Roman"/>
              </a:rPr>
              <a:t> </a:t>
            </a:r>
            <a:r>
              <a:rPr sz="1800" spc="40" dirty="0">
                <a:latin typeface="Times New Roman"/>
                <a:cs typeface="Times New Roman"/>
              </a:rPr>
              <a:t>activity</a:t>
            </a:r>
            <a:r>
              <a:rPr sz="1800" spc="-65" dirty="0">
                <a:latin typeface="Times New Roman"/>
                <a:cs typeface="Times New Roman"/>
              </a:rPr>
              <a:t> </a:t>
            </a:r>
            <a:r>
              <a:rPr sz="1800" spc="80" dirty="0">
                <a:latin typeface="Times New Roman"/>
                <a:cs typeface="Times New Roman"/>
              </a:rPr>
              <a:t>in</a:t>
            </a:r>
            <a:r>
              <a:rPr sz="1800" spc="-70" dirty="0">
                <a:latin typeface="Times New Roman"/>
                <a:cs typeface="Times New Roman"/>
              </a:rPr>
              <a:t> </a:t>
            </a:r>
            <a:r>
              <a:rPr sz="1800" spc="30" dirty="0">
                <a:latin typeface="Times New Roman"/>
                <a:cs typeface="Times New Roman"/>
              </a:rPr>
              <a:t>a</a:t>
            </a:r>
            <a:r>
              <a:rPr sz="1800" spc="-65" dirty="0">
                <a:latin typeface="Times New Roman"/>
                <a:cs typeface="Times New Roman"/>
              </a:rPr>
              <a:t> </a:t>
            </a:r>
            <a:r>
              <a:rPr sz="1800" spc="70" dirty="0">
                <a:latin typeface="Times New Roman"/>
                <a:cs typeface="Times New Roman"/>
              </a:rPr>
              <a:t>banking</a:t>
            </a:r>
            <a:r>
              <a:rPr sz="1800" spc="-80" dirty="0">
                <a:latin typeface="Times New Roman"/>
                <a:cs typeface="Times New Roman"/>
              </a:rPr>
              <a:t> </a:t>
            </a:r>
            <a:r>
              <a:rPr sz="1800" spc="35" dirty="0">
                <a:latin typeface="Times New Roman"/>
                <a:cs typeface="Times New Roman"/>
              </a:rPr>
              <a:t>system.</a:t>
            </a:r>
            <a:r>
              <a:rPr sz="1800" spc="-55" dirty="0">
                <a:latin typeface="Times New Roman"/>
                <a:cs typeface="Times New Roman"/>
              </a:rPr>
              <a:t> </a:t>
            </a:r>
            <a:r>
              <a:rPr sz="1800" spc="120" dirty="0">
                <a:latin typeface="Times New Roman"/>
                <a:cs typeface="Times New Roman"/>
              </a:rPr>
              <a:t>The</a:t>
            </a:r>
            <a:r>
              <a:rPr sz="1800" spc="-65" dirty="0">
                <a:latin typeface="Times New Roman"/>
                <a:cs typeface="Times New Roman"/>
              </a:rPr>
              <a:t> </a:t>
            </a:r>
            <a:r>
              <a:rPr sz="1800" spc="65" dirty="0">
                <a:latin typeface="Times New Roman"/>
                <a:cs typeface="Times New Roman"/>
              </a:rPr>
              <a:t>transfer  </a:t>
            </a:r>
            <a:r>
              <a:rPr sz="1800" spc="50" dirty="0">
                <a:latin typeface="Times New Roman"/>
                <a:cs typeface="Times New Roman"/>
              </a:rPr>
              <a:t>of</a:t>
            </a:r>
            <a:r>
              <a:rPr sz="1800" spc="-65" dirty="0">
                <a:latin typeface="Times New Roman"/>
                <a:cs typeface="Times New Roman"/>
              </a:rPr>
              <a:t> </a:t>
            </a:r>
            <a:r>
              <a:rPr sz="1800" spc="85" dirty="0">
                <a:latin typeface="Times New Roman"/>
                <a:cs typeface="Times New Roman"/>
              </a:rPr>
              <a:t>funds</a:t>
            </a:r>
            <a:r>
              <a:rPr sz="1800" spc="-60" dirty="0">
                <a:latin typeface="Times New Roman"/>
                <a:cs typeface="Times New Roman"/>
              </a:rPr>
              <a:t> </a:t>
            </a:r>
            <a:r>
              <a:rPr sz="1800" spc="15" dirty="0">
                <a:latin typeface="Times New Roman"/>
                <a:cs typeface="Times New Roman"/>
              </a:rPr>
              <a:t>will</a:t>
            </a:r>
            <a:r>
              <a:rPr sz="1800" spc="-70" dirty="0">
                <a:latin typeface="Times New Roman"/>
                <a:cs typeface="Times New Roman"/>
              </a:rPr>
              <a:t> </a:t>
            </a:r>
            <a:r>
              <a:rPr sz="1800" spc="90" dirty="0">
                <a:latin typeface="Times New Roman"/>
                <a:cs typeface="Times New Roman"/>
              </a:rPr>
              <a:t>need</a:t>
            </a:r>
            <a:r>
              <a:rPr sz="1800" spc="-70" dirty="0">
                <a:latin typeface="Times New Roman"/>
                <a:cs typeface="Times New Roman"/>
              </a:rPr>
              <a:t> </a:t>
            </a:r>
            <a:r>
              <a:rPr sz="1800" spc="95" dirty="0">
                <a:latin typeface="Times New Roman"/>
                <a:cs typeface="Times New Roman"/>
              </a:rPr>
              <a:t>an</a:t>
            </a:r>
            <a:r>
              <a:rPr sz="1800" spc="-70" dirty="0">
                <a:latin typeface="Times New Roman"/>
                <a:cs typeface="Times New Roman"/>
              </a:rPr>
              <a:t> </a:t>
            </a:r>
            <a:r>
              <a:rPr sz="1800" spc="70" dirty="0">
                <a:latin typeface="Times New Roman"/>
                <a:cs typeface="Times New Roman"/>
              </a:rPr>
              <a:t>INSERT</a:t>
            </a:r>
            <a:r>
              <a:rPr sz="1800" spc="-70" dirty="0">
                <a:latin typeface="Times New Roman"/>
                <a:cs typeface="Times New Roman"/>
              </a:rPr>
              <a:t> </a:t>
            </a:r>
            <a:r>
              <a:rPr sz="1800" spc="100" dirty="0">
                <a:latin typeface="Times New Roman"/>
                <a:cs typeface="Times New Roman"/>
              </a:rPr>
              <a:t>and</a:t>
            </a:r>
            <a:r>
              <a:rPr sz="1800" spc="-80" dirty="0">
                <a:latin typeface="Times New Roman"/>
                <a:cs typeface="Times New Roman"/>
              </a:rPr>
              <a:t> </a:t>
            </a:r>
            <a:r>
              <a:rPr sz="1800" spc="80" dirty="0">
                <a:latin typeface="Times New Roman"/>
                <a:cs typeface="Times New Roman"/>
              </a:rPr>
              <a:t>two</a:t>
            </a:r>
            <a:r>
              <a:rPr sz="1800" spc="-60" dirty="0">
                <a:latin typeface="Times New Roman"/>
                <a:cs typeface="Times New Roman"/>
              </a:rPr>
              <a:t> </a:t>
            </a:r>
            <a:r>
              <a:rPr sz="1800" spc="100" dirty="0">
                <a:latin typeface="Times New Roman"/>
                <a:cs typeface="Times New Roman"/>
              </a:rPr>
              <a:t>UPDATE</a:t>
            </a:r>
            <a:r>
              <a:rPr sz="1800" spc="-80" dirty="0">
                <a:latin typeface="Times New Roman"/>
                <a:cs typeface="Times New Roman"/>
              </a:rPr>
              <a:t> </a:t>
            </a:r>
            <a:r>
              <a:rPr sz="1800" spc="65" dirty="0">
                <a:latin typeface="Times New Roman"/>
                <a:cs typeface="Times New Roman"/>
              </a:rPr>
              <a:t>statements.</a:t>
            </a:r>
            <a:endParaRPr sz="1800">
              <a:latin typeface="Times New Roman"/>
              <a:cs typeface="Times New Roman"/>
            </a:endParaRPr>
          </a:p>
        </p:txBody>
      </p:sp>
      <p:grpSp>
        <p:nvGrpSpPr>
          <p:cNvPr id="4" name="object 4"/>
          <p:cNvGrpSpPr/>
          <p:nvPr/>
        </p:nvGrpSpPr>
        <p:grpSpPr>
          <a:xfrm>
            <a:off x="344424" y="1139189"/>
            <a:ext cx="8103870" cy="584200"/>
            <a:chOff x="344424" y="1139189"/>
            <a:chExt cx="8103870" cy="584200"/>
          </a:xfrm>
        </p:grpSpPr>
        <p:sp>
          <p:nvSpPr>
            <p:cNvPr id="5" name="object 5"/>
            <p:cNvSpPr/>
            <p:nvPr/>
          </p:nvSpPr>
          <p:spPr>
            <a:xfrm>
              <a:off x="356997" y="1151762"/>
              <a:ext cx="8079105" cy="558800"/>
            </a:xfrm>
            <a:custGeom>
              <a:avLst/>
              <a:gdLst/>
              <a:ahLst/>
              <a:cxnLst/>
              <a:rect l="l" t="t" r="r" b="b"/>
              <a:pathLst>
                <a:path w="8079105" h="558800">
                  <a:moveTo>
                    <a:pt x="7832979" y="0"/>
                  </a:moveTo>
                  <a:lnTo>
                    <a:pt x="245757" y="0"/>
                  </a:lnTo>
                  <a:lnTo>
                    <a:pt x="180426" y="3323"/>
                  </a:lnTo>
                  <a:lnTo>
                    <a:pt x="121720" y="12704"/>
                  </a:lnTo>
                  <a:lnTo>
                    <a:pt x="71982" y="27257"/>
                  </a:lnTo>
                  <a:lnTo>
                    <a:pt x="33553" y="46096"/>
                  </a:lnTo>
                  <a:lnTo>
                    <a:pt x="0" y="93090"/>
                  </a:lnTo>
                  <a:lnTo>
                    <a:pt x="0" y="465454"/>
                  </a:lnTo>
                  <a:lnTo>
                    <a:pt x="33553" y="512449"/>
                  </a:lnTo>
                  <a:lnTo>
                    <a:pt x="71982" y="531288"/>
                  </a:lnTo>
                  <a:lnTo>
                    <a:pt x="121720" y="545841"/>
                  </a:lnTo>
                  <a:lnTo>
                    <a:pt x="180426" y="555222"/>
                  </a:lnTo>
                  <a:lnTo>
                    <a:pt x="245757" y="558545"/>
                  </a:lnTo>
                  <a:lnTo>
                    <a:pt x="7832979" y="558545"/>
                  </a:lnTo>
                  <a:lnTo>
                    <a:pt x="7898322" y="555222"/>
                  </a:lnTo>
                  <a:lnTo>
                    <a:pt x="7957029" y="545841"/>
                  </a:lnTo>
                  <a:lnTo>
                    <a:pt x="8006762" y="531288"/>
                  </a:lnTo>
                  <a:lnTo>
                    <a:pt x="8045181" y="512449"/>
                  </a:lnTo>
                  <a:lnTo>
                    <a:pt x="8078724" y="465454"/>
                  </a:lnTo>
                  <a:lnTo>
                    <a:pt x="8078724" y="93090"/>
                  </a:lnTo>
                  <a:lnTo>
                    <a:pt x="8045181" y="46096"/>
                  </a:lnTo>
                  <a:lnTo>
                    <a:pt x="8006762" y="27257"/>
                  </a:lnTo>
                  <a:lnTo>
                    <a:pt x="7957029" y="12704"/>
                  </a:lnTo>
                  <a:lnTo>
                    <a:pt x="7898322" y="3323"/>
                  </a:lnTo>
                  <a:lnTo>
                    <a:pt x="7832979" y="0"/>
                  </a:lnTo>
                  <a:close/>
                </a:path>
              </a:pathLst>
            </a:custGeom>
            <a:solidFill>
              <a:srgbClr val="8063A1"/>
            </a:solidFill>
          </p:spPr>
          <p:txBody>
            <a:bodyPr wrap="square" lIns="0" tIns="0" rIns="0" bIns="0" rtlCol="0"/>
            <a:lstStyle/>
            <a:p>
              <a:endParaRPr/>
            </a:p>
          </p:txBody>
        </p:sp>
        <p:sp>
          <p:nvSpPr>
            <p:cNvPr id="6" name="object 6"/>
            <p:cNvSpPr/>
            <p:nvPr/>
          </p:nvSpPr>
          <p:spPr>
            <a:xfrm>
              <a:off x="356997" y="1151762"/>
              <a:ext cx="8079105" cy="558800"/>
            </a:xfrm>
            <a:custGeom>
              <a:avLst/>
              <a:gdLst/>
              <a:ahLst/>
              <a:cxnLst/>
              <a:rect l="l" t="t" r="r" b="b"/>
              <a:pathLst>
                <a:path w="8079105" h="558800">
                  <a:moveTo>
                    <a:pt x="0" y="93090"/>
                  </a:moveTo>
                  <a:lnTo>
                    <a:pt x="33553" y="46096"/>
                  </a:lnTo>
                  <a:lnTo>
                    <a:pt x="71982" y="27257"/>
                  </a:lnTo>
                  <a:lnTo>
                    <a:pt x="121720" y="12704"/>
                  </a:lnTo>
                  <a:lnTo>
                    <a:pt x="180426" y="3323"/>
                  </a:lnTo>
                  <a:lnTo>
                    <a:pt x="245757" y="0"/>
                  </a:lnTo>
                  <a:lnTo>
                    <a:pt x="7832979" y="0"/>
                  </a:lnTo>
                  <a:lnTo>
                    <a:pt x="7898322" y="3323"/>
                  </a:lnTo>
                  <a:lnTo>
                    <a:pt x="7957029" y="12704"/>
                  </a:lnTo>
                  <a:lnTo>
                    <a:pt x="8006762" y="27257"/>
                  </a:lnTo>
                  <a:lnTo>
                    <a:pt x="8045181" y="46096"/>
                  </a:lnTo>
                  <a:lnTo>
                    <a:pt x="8078724" y="93090"/>
                  </a:lnTo>
                  <a:lnTo>
                    <a:pt x="8078724" y="465454"/>
                  </a:lnTo>
                  <a:lnTo>
                    <a:pt x="8045181" y="512449"/>
                  </a:lnTo>
                  <a:lnTo>
                    <a:pt x="8006762" y="531288"/>
                  </a:lnTo>
                  <a:lnTo>
                    <a:pt x="7957029" y="545841"/>
                  </a:lnTo>
                  <a:lnTo>
                    <a:pt x="7898322" y="555222"/>
                  </a:lnTo>
                  <a:lnTo>
                    <a:pt x="7832979" y="558545"/>
                  </a:lnTo>
                  <a:lnTo>
                    <a:pt x="245757" y="558545"/>
                  </a:lnTo>
                  <a:lnTo>
                    <a:pt x="180426" y="555222"/>
                  </a:lnTo>
                  <a:lnTo>
                    <a:pt x="121720" y="545841"/>
                  </a:lnTo>
                  <a:lnTo>
                    <a:pt x="71982" y="531288"/>
                  </a:lnTo>
                  <a:lnTo>
                    <a:pt x="33553" y="512449"/>
                  </a:lnTo>
                  <a:lnTo>
                    <a:pt x="0" y="465454"/>
                  </a:lnTo>
                  <a:lnTo>
                    <a:pt x="0" y="93090"/>
                  </a:lnTo>
                  <a:close/>
                </a:path>
              </a:pathLst>
            </a:custGeom>
            <a:ln w="25146">
              <a:solidFill>
                <a:srgbClr val="FFFFFF"/>
              </a:solidFill>
            </a:ln>
          </p:spPr>
          <p:txBody>
            <a:bodyPr wrap="square" lIns="0" tIns="0" rIns="0" bIns="0" rtlCol="0"/>
            <a:lstStyle/>
            <a:p>
              <a:endParaRPr/>
            </a:p>
          </p:txBody>
        </p:sp>
      </p:grpSp>
      <p:grpSp>
        <p:nvGrpSpPr>
          <p:cNvPr id="7" name="object 7"/>
          <p:cNvGrpSpPr/>
          <p:nvPr/>
        </p:nvGrpSpPr>
        <p:grpSpPr>
          <a:xfrm>
            <a:off x="344424" y="1997964"/>
            <a:ext cx="8103870" cy="584835"/>
            <a:chOff x="344424" y="1997964"/>
            <a:chExt cx="8103870" cy="584835"/>
          </a:xfrm>
        </p:grpSpPr>
        <p:sp>
          <p:nvSpPr>
            <p:cNvPr id="8" name="object 8"/>
            <p:cNvSpPr/>
            <p:nvPr/>
          </p:nvSpPr>
          <p:spPr>
            <a:xfrm>
              <a:off x="356997" y="2010537"/>
              <a:ext cx="8079105" cy="559435"/>
            </a:xfrm>
            <a:custGeom>
              <a:avLst/>
              <a:gdLst/>
              <a:ahLst/>
              <a:cxnLst/>
              <a:rect l="l" t="t" r="r" b="b"/>
              <a:pathLst>
                <a:path w="8079105" h="559435">
                  <a:moveTo>
                    <a:pt x="7832979" y="0"/>
                  </a:moveTo>
                  <a:lnTo>
                    <a:pt x="245757" y="0"/>
                  </a:lnTo>
                  <a:lnTo>
                    <a:pt x="180426" y="3333"/>
                  </a:lnTo>
                  <a:lnTo>
                    <a:pt x="121720" y="12737"/>
                  </a:lnTo>
                  <a:lnTo>
                    <a:pt x="71982" y="27320"/>
                  </a:lnTo>
                  <a:lnTo>
                    <a:pt x="33553" y="46190"/>
                  </a:lnTo>
                  <a:lnTo>
                    <a:pt x="0" y="93217"/>
                  </a:lnTo>
                  <a:lnTo>
                    <a:pt x="0" y="466089"/>
                  </a:lnTo>
                  <a:lnTo>
                    <a:pt x="33553" y="513117"/>
                  </a:lnTo>
                  <a:lnTo>
                    <a:pt x="71982" y="531987"/>
                  </a:lnTo>
                  <a:lnTo>
                    <a:pt x="121720" y="546570"/>
                  </a:lnTo>
                  <a:lnTo>
                    <a:pt x="180426" y="555974"/>
                  </a:lnTo>
                  <a:lnTo>
                    <a:pt x="245757" y="559307"/>
                  </a:lnTo>
                  <a:lnTo>
                    <a:pt x="7832979" y="559307"/>
                  </a:lnTo>
                  <a:lnTo>
                    <a:pt x="7898322" y="555974"/>
                  </a:lnTo>
                  <a:lnTo>
                    <a:pt x="7957029" y="546570"/>
                  </a:lnTo>
                  <a:lnTo>
                    <a:pt x="8006762" y="531987"/>
                  </a:lnTo>
                  <a:lnTo>
                    <a:pt x="8045181" y="513117"/>
                  </a:lnTo>
                  <a:lnTo>
                    <a:pt x="8078724" y="466089"/>
                  </a:lnTo>
                  <a:lnTo>
                    <a:pt x="8078724" y="93217"/>
                  </a:lnTo>
                  <a:lnTo>
                    <a:pt x="8045181" y="46190"/>
                  </a:lnTo>
                  <a:lnTo>
                    <a:pt x="8006762" y="27320"/>
                  </a:lnTo>
                  <a:lnTo>
                    <a:pt x="7957029" y="12737"/>
                  </a:lnTo>
                  <a:lnTo>
                    <a:pt x="7898322" y="3333"/>
                  </a:lnTo>
                  <a:lnTo>
                    <a:pt x="7832979" y="0"/>
                  </a:lnTo>
                  <a:close/>
                </a:path>
              </a:pathLst>
            </a:custGeom>
            <a:solidFill>
              <a:srgbClr val="5667B4"/>
            </a:solidFill>
          </p:spPr>
          <p:txBody>
            <a:bodyPr wrap="square" lIns="0" tIns="0" rIns="0" bIns="0" rtlCol="0"/>
            <a:lstStyle/>
            <a:p>
              <a:endParaRPr/>
            </a:p>
          </p:txBody>
        </p:sp>
        <p:sp>
          <p:nvSpPr>
            <p:cNvPr id="9" name="object 9"/>
            <p:cNvSpPr/>
            <p:nvPr/>
          </p:nvSpPr>
          <p:spPr>
            <a:xfrm>
              <a:off x="356997" y="2010537"/>
              <a:ext cx="8079105" cy="559435"/>
            </a:xfrm>
            <a:custGeom>
              <a:avLst/>
              <a:gdLst/>
              <a:ahLst/>
              <a:cxnLst/>
              <a:rect l="l" t="t" r="r" b="b"/>
              <a:pathLst>
                <a:path w="8079105" h="559435">
                  <a:moveTo>
                    <a:pt x="0" y="93217"/>
                  </a:moveTo>
                  <a:lnTo>
                    <a:pt x="33553" y="46190"/>
                  </a:lnTo>
                  <a:lnTo>
                    <a:pt x="71982" y="27320"/>
                  </a:lnTo>
                  <a:lnTo>
                    <a:pt x="121720" y="12737"/>
                  </a:lnTo>
                  <a:lnTo>
                    <a:pt x="180426" y="3333"/>
                  </a:lnTo>
                  <a:lnTo>
                    <a:pt x="245757" y="0"/>
                  </a:lnTo>
                  <a:lnTo>
                    <a:pt x="7832979" y="0"/>
                  </a:lnTo>
                  <a:lnTo>
                    <a:pt x="7898322" y="3333"/>
                  </a:lnTo>
                  <a:lnTo>
                    <a:pt x="7957029" y="12737"/>
                  </a:lnTo>
                  <a:lnTo>
                    <a:pt x="8006762" y="27320"/>
                  </a:lnTo>
                  <a:lnTo>
                    <a:pt x="8045181" y="46190"/>
                  </a:lnTo>
                  <a:lnTo>
                    <a:pt x="8078724" y="93217"/>
                  </a:lnTo>
                  <a:lnTo>
                    <a:pt x="8078724" y="466089"/>
                  </a:lnTo>
                  <a:lnTo>
                    <a:pt x="8045181" y="513117"/>
                  </a:lnTo>
                  <a:lnTo>
                    <a:pt x="8006762" y="531987"/>
                  </a:lnTo>
                  <a:lnTo>
                    <a:pt x="7957029" y="546570"/>
                  </a:lnTo>
                  <a:lnTo>
                    <a:pt x="7898322" y="555974"/>
                  </a:lnTo>
                  <a:lnTo>
                    <a:pt x="7832979" y="559307"/>
                  </a:lnTo>
                  <a:lnTo>
                    <a:pt x="245757" y="559307"/>
                  </a:lnTo>
                  <a:lnTo>
                    <a:pt x="180426" y="555974"/>
                  </a:lnTo>
                  <a:lnTo>
                    <a:pt x="121720" y="546570"/>
                  </a:lnTo>
                  <a:lnTo>
                    <a:pt x="71982" y="531987"/>
                  </a:lnTo>
                  <a:lnTo>
                    <a:pt x="33553" y="513117"/>
                  </a:lnTo>
                  <a:lnTo>
                    <a:pt x="0" y="466089"/>
                  </a:lnTo>
                  <a:lnTo>
                    <a:pt x="0" y="93217"/>
                  </a:lnTo>
                  <a:close/>
                </a:path>
              </a:pathLst>
            </a:custGeom>
            <a:ln w="25146">
              <a:solidFill>
                <a:srgbClr val="FFFFFF"/>
              </a:solidFill>
            </a:ln>
          </p:spPr>
          <p:txBody>
            <a:bodyPr wrap="square" lIns="0" tIns="0" rIns="0" bIns="0" rtlCol="0"/>
            <a:lstStyle/>
            <a:p>
              <a:endParaRPr/>
            </a:p>
          </p:txBody>
        </p:sp>
      </p:grpSp>
      <p:grpSp>
        <p:nvGrpSpPr>
          <p:cNvPr id="10" name="object 10"/>
          <p:cNvGrpSpPr/>
          <p:nvPr/>
        </p:nvGrpSpPr>
        <p:grpSpPr>
          <a:xfrm>
            <a:off x="344424" y="2857500"/>
            <a:ext cx="8103870" cy="584835"/>
            <a:chOff x="344424" y="2857500"/>
            <a:chExt cx="8103870" cy="584835"/>
          </a:xfrm>
        </p:grpSpPr>
        <p:sp>
          <p:nvSpPr>
            <p:cNvPr id="11" name="object 11"/>
            <p:cNvSpPr/>
            <p:nvPr/>
          </p:nvSpPr>
          <p:spPr>
            <a:xfrm>
              <a:off x="356997" y="2870073"/>
              <a:ext cx="8079105" cy="559435"/>
            </a:xfrm>
            <a:custGeom>
              <a:avLst/>
              <a:gdLst/>
              <a:ahLst/>
              <a:cxnLst/>
              <a:rect l="l" t="t" r="r" b="b"/>
              <a:pathLst>
                <a:path w="8079105" h="559435">
                  <a:moveTo>
                    <a:pt x="7832979" y="0"/>
                  </a:moveTo>
                  <a:lnTo>
                    <a:pt x="245757" y="0"/>
                  </a:lnTo>
                  <a:lnTo>
                    <a:pt x="180426" y="3333"/>
                  </a:lnTo>
                  <a:lnTo>
                    <a:pt x="121720" y="12737"/>
                  </a:lnTo>
                  <a:lnTo>
                    <a:pt x="71982" y="27320"/>
                  </a:lnTo>
                  <a:lnTo>
                    <a:pt x="33553" y="46190"/>
                  </a:lnTo>
                  <a:lnTo>
                    <a:pt x="0" y="93217"/>
                  </a:lnTo>
                  <a:lnTo>
                    <a:pt x="0" y="466089"/>
                  </a:lnTo>
                  <a:lnTo>
                    <a:pt x="33553" y="513117"/>
                  </a:lnTo>
                  <a:lnTo>
                    <a:pt x="71982" y="531987"/>
                  </a:lnTo>
                  <a:lnTo>
                    <a:pt x="121720" y="546570"/>
                  </a:lnTo>
                  <a:lnTo>
                    <a:pt x="180426" y="555974"/>
                  </a:lnTo>
                  <a:lnTo>
                    <a:pt x="245757" y="559307"/>
                  </a:lnTo>
                  <a:lnTo>
                    <a:pt x="7832979" y="559307"/>
                  </a:lnTo>
                  <a:lnTo>
                    <a:pt x="7898322" y="555974"/>
                  </a:lnTo>
                  <a:lnTo>
                    <a:pt x="7957029" y="546570"/>
                  </a:lnTo>
                  <a:lnTo>
                    <a:pt x="8006762" y="531987"/>
                  </a:lnTo>
                  <a:lnTo>
                    <a:pt x="8045181" y="513117"/>
                  </a:lnTo>
                  <a:lnTo>
                    <a:pt x="8078724" y="466089"/>
                  </a:lnTo>
                  <a:lnTo>
                    <a:pt x="8078724" y="93217"/>
                  </a:lnTo>
                  <a:lnTo>
                    <a:pt x="8045181" y="46190"/>
                  </a:lnTo>
                  <a:lnTo>
                    <a:pt x="8006762" y="27320"/>
                  </a:lnTo>
                  <a:lnTo>
                    <a:pt x="7957029" y="12737"/>
                  </a:lnTo>
                  <a:lnTo>
                    <a:pt x="7898322" y="3333"/>
                  </a:lnTo>
                  <a:lnTo>
                    <a:pt x="7832979" y="0"/>
                  </a:lnTo>
                  <a:close/>
                </a:path>
              </a:pathLst>
            </a:custGeom>
            <a:solidFill>
              <a:srgbClr val="4AACC5"/>
            </a:solidFill>
          </p:spPr>
          <p:txBody>
            <a:bodyPr wrap="square" lIns="0" tIns="0" rIns="0" bIns="0" rtlCol="0"/>
            <a:lstStyle/>
            <a:p>
              <a:endParaRPr/>
            </a:p>
          </p:txBody>
        </p:sp>
        <p:sp>
          <p:nvSpPr>
            <p:cNvPr id="12" name="object 12"/>
            <p:cNvSpPr/>
            <p:nvPr/>
          </p:nvSpPr>
          <p:spPr>
            <a:xfrm>
              <a:off x="356997" y="2870073"/>
              <a:ext cx="8079105" cy="559435"/>
            </a:xfrm>
            <a:custGeom>
              <a:avLst/>
              <a:gdLst/>
              <a:ahLst/>
              <a:cxnLst/>
              <a:rect l="l" t="t" r="r" b="b"/>
              <a:pathLst>
                <a:path w="8079105" h="559435">
                  <a:moveTo>
                    <a:pt x="0" y="93217"/>
                  </a:moveTo>
                  <a:lnTo>
                    <a:pt x="33553" y="46190"/>
                  </a:lnTo>
                  <a:lnTo>
                    <a:pt x="71982" y="27320"/>
                  </a:lnTo>
                  <a:lnTo>
                    <a:pt x="121720" y="12737"/>
                  </a:lnTo>
                  <a:lnTo>
                    <a:pt x="180426" y="3333"/>
                  </a:lnTo>
                  <a:lnTo>
                    <a:pt x="245757" y="0"/>
                  </a:lnTo>
                  <a:lnTo>
                    <a:pt x="7832979" y="0"/>
                  </a:lnTo>
                  <a:lnTo>
                    <a:pt x="7898322" y="3333"/>
                  </a:lnTo>
                  <a:lnTo>
                    <a:pt x="7957029" y="12737"/>
                  </a:lnTo>
                  <a:lnTo>
                    <a:pt x="8006762" y="27320"/>
                  </a:lnTo>
                  <a:lnTo>
                    <a:pt x="8045181" y="46190"/>
                  </a:lnTo>
                  <a:lnTo>
                    <a:pt x="8078724" y="93217"/>
                  </a:lnTo>
                  <a:lnTo>
                    <a:pt x="8078724" y="466089"/>
                  </a:lnTo>
                  <a:lnTo>
                    <a:pt x="8045181" y="513117"/>
                  </a:lnTo>
                  <a:lnTo>
                    <a:pt x="8006762" y="531987"/>
                  </a:lnTo>
                  <a:lnTo>
                    <a:pt x="7957029" y="546570"/>
                  </a:lnTo>
                  <a:lnTo>
                    <a:pt x="7898322" y="555974"/>
                  </a:lnTo>
                  <a:lnTo>
                    <a:pt x="7832979" y="559307"/>
                  </a:lnTo>
                  <a:lnTo>
                    <a:pt x="245757" y="559307"/>
                  </a:lnTo>
                  <a:lnTo>
                    <a:pt x="180426" y="555974"/>
                  </a:lnTo>
                  <a:lnTo>
                    <a:pt x="121720" y="546570"/>
                  </a:lnTo>
                  <a:lnTo>
                    <a:pt x="71982" y="531987"/>
                  </a:lnTo>
                  <a:lnTo>
                    <a:pt x="33553" y="513117"/>
                  </a:lnTo>
                  <a:lnTo>
                    <a:pt x="0" y="466089"/>
                  </a:lnTo>
                  <a:lnTo>
                    <a:pt x="0" y="93217"/>
                  </a:lnTo>
                  <a:close/>
                </a:path>
              </a:pathLst>
            </a:custGeom>
            <a:ln w="25146">
              <a:solidFill>
                <a:srgbClr val="FFFFFF"/>
              </a:solidFill>
            </a:ln>
          </p:spPr>
          <p:txBody>
            <a:bodyPr wrap="square" lIns="0" tIns="0" rIns="0" bIns="0" rtlCol="0"/>
            <a:lstStyle/>
            <a:p>
              <a:endParaRPr/>
            </a:p>
          </p:txBody>
        </p:sp>
      </p:grpSp>
      <p:sp>
        <p:nvSpPr>
          <p:cNvPr id="13" name="object 13"/>
          <p:cNvSpPr txBox="1"/>
          <p:nvPr/>
        </p:nvSpPr>
        <p:spPr>
          <a:xfrm>
            <a:off x="578358" y="1136904"/>
            <a:ext cx="7586345" cy="2207895"/>
          </a:xfrm>
          <a:prstGeom prst="rect">
            <a:avLst/>
          </a:prstGeom>
        </p:spPr>
        <p:txBody>
          <a:bodyPr vert="horz" wrap="square" lIns="0" tIns="31750" rIns="0" bIns="0" rtlCol="0">
            <a:spAutoFit/>
          </a:bodyPr>
          <a:lstStyle/>
          <a:p>
            <a:pPr marL="12700" marR="203200">
              <a:lnSpc>
                <a:spcPts val="1810"/>
              </a:lnSpc>
              <a:spcBef>
                <a:spcPts val="250"/>
              </a:spcBef>
            </a:pPr>
            <a:r>
              <a:rPr sz="1600" spc="85" dirty="0">
                <a:solidFill>
                  <a:srgbClr val="FFFFFF"/>
                </a:solidFill>
                <a:latin typeface="Times New Roman"/>
                <a:cs typeface="Times New Roman"/>
              </a:rPr>
              <a:t>There</a:t>
            </a:r>
            <a:r>
              <a:rPr sz="1600" spc="-60" dirty="0">
                <a:solidFill>
                  <a:srgbClr val="FFFFFF"/>
                </a:solidFill>
                <a:latin typeface="Times New Roman"/>
                <a:cs typeface="Times New Roman"/>
              </a:rPr>
              <a:t> </a:t>
            </a:r>
            <a:r>
              <a:rPr sz="1600" spc="40" dirty="0">
                <a:solidFill>
                  <a:srgbClr val="FFFFFF"/>
                </a:solidFill>
                <a:latin typeface="Times New Roman"/>
                <a:cs typeface="Times New Roman"/>
              </a:rPr>
              <a:t>are</a:t>
            </a:r>
            <a:r>
              <a:rPr sz="1600" spc="-60" dirty="0">
                <a:solidFill>
                  <a:srgbClr val="FFFFFF"/>
                </a:solidFill>
                <a:latin typeface="Times New Roman"/>
                <a:cs typeface="Times New Roman"/>
              </a:rPr>
              <a:t> </a:t>
            </a:r>
            <a:r>
              <a:rPr sz="1600" spc="60" dirty="0">
                <a:solidFill>
                  <a:srgbClr val="FFFFFF"/>
                </a:solidFill>
                <a:latin typeface="Times New Roman"/>
                <a:cs typeface="Times New Roman"/>
              </a:rPr>
              <a:t>many</a:t>
            </a:r>
            <a:r>
              <a:rPr sz="1600" spc="-55" dirty="0">
                <a:solidFill>
                  <a:srgbClr val="FFFFFF"/>
                </a:solidFill>
                <a:latin typeface="Times New Roman"/>
                <a:cs typeface="Times New Roman"/>
              </a:rPr>
              <a:t> </a:t>
            </a:r>
            <a:r>
              <a:rPr sz="1600" spc="50" dirty="0">
                <a:solidFill>
                  <a:srgbClr val="FFFFFF"/>
                </a:solidFill>
                <a:latin typeface="Times New Roman"/>
                <a:cs typeface="Times New Roman"/>
              </a:rPr>
              <a:t>circumstances</a:t>
            </a:r>
            <a:r>
              <a:rPr sz="1600" spc="-70" dirty="0">
                <a:solidFill>
                  <a:srgbClr val="FFFFFF"/>
                </a:solidFill>
                <a:latin typeface="Times New Roman"/>
                <a:cs typeface="Times New Roman"/>
              </a:rPr>
              <a:t> </a:t>
            </a:r>
            <a:r>
              <a:rPr sz="1600" spc="60" dirty="0">
                <a:solidFill>
                  <a:srgbClr val="FFFFFF"/>
                </a:solidFill>
                <a:latin typeface="Times New Roman"/>
                <a:cs typeface="Times New Roman"/>
              </a:rPr>
              <a:t>where</a:t>
            </a:r>
            <a:r>
              <a:rPr sz="1600" spc="-55" dirty="0">
                <a:solidFill>
                  <a:srgbClr val="FFFFFF"/>
                </a:solidFill>
                <a:latin typeface="Times New Roman"/>
                <a:cs typeface="Times New Roman"/>
              </a:rPr>
              <a:t> </a:t>
            </a:r>
            <a:r>
              <a:rPr sz="1600" spc="45" dirty="0">
                <a:solidFill>
                  <a:srgbClr val="FFFFFF"/>
                </a:solidFill>
                <a:latin typeface="Times New Roman"/>
                <a:cs typeface="Times New Roman"/>
              </a:rPr>
              <a:t>users</a:t>
            </a:r>
            <a:r>
              <a:rPr sz="1600" spc="-65" dirty="0">
                <a:solidFill>
                  <a:srgbClr val="FFFFFF"/>
                </a:solidFill>
                <a:latin typeface="Times New Roman"/>
                <a:cs typeface="Times New Roman"/>
              </a:rPr>
              <a:t> </a:t>
            </a:r>
            <a:r>
              <a:rPr sz="1600" spc="40" dirty="0">
                <a:solidFill>
                  <a:srgbClr val="FFFFFF"/>
                </a:solidFill>
                <a:latin typeface="Times New Roman"/>
                <a:cs typeface="Times New Roman"/>
              </a:rPr>
              <a:t>are</a:t>
            </a:r>
            <a:r>
              <a:rPr sz="1600" spc="-55" dirty="0">
                <a:solidFill>
                  <a:srgbClr val="FFFFFF"/>
                </a:solidFill>
                <a:latin typeface="Times New Roman"/>
                <a:cs typeface="Times New Roman"/>
              </a:rPr>
              <a:t> </a:t>
            </a:r>
            <a:r>
              <a:rPr sz="1600" spc="65" dirty="0">
                <a:solidFill>
                  <a:srgbClr val="FFFFFF"/>
                </a:solidFill>
                <a:latin typeface="Times New Roman"/>
                <a:cs typeface="Times New Roman"/>
              </a:rPr>
              <a:t>required</a:t>
            </a:r>
            <a:r>
              <a:rPr sz="1600" spc="-55" dirty="0">
                <a:solidFill>
                  <a:srgbClr val="FFFFFF"/>
                </a:solidFill>
                <a:latin typeface="Times New Roman"/>
                <a:cs typeface="Times New Roman"/>
              </a:rPr>
              <a:t> </a:t>
            </a:r>
            <a:r>
              <a:rPr sz="1600" spc="85" dirty="0">
                <a:solidFill>
                  <a:srgbClr val="FFFFFF"/>
                </a:solidFill>
                <a:latin typeface="Times New Roman"/>
                <a:cs typeface="Times New Roman"/>
              </a:rPr>
              <a:t>to</a:t>
            </a:r>
            <a:r>
              <a:rPr sz="1600" spc="-65" dirty="0">
                <a:solidFill>
                  <a:srgbClr val="FFFFFF"/>
                </a:solidFill>
                <a:latin typeface="Times New Roman"/>
                <a:cs typeface="Times New Roman"/>
              </a:rPr>
              <a:t> </a:t>
            </a:r>
            <a:r>
              <a:rPr sz="1600" spc="50" dirty="0">
                <a:solidFill>
                  <a:srgbClr val="FFFFFF"/>
                </a:solidFill>
                <a:latin typeface="Times New Roman"/>
                <a:cs typeface="Times New Roman"/>
              </a:rPr>
              <a:t>make</a:t>
            </a:r>
            <a:r>
              <a:rPr sz="1600" spc="-55" dirty="0">
                <a:solidFill>
                  <a:srgbClr val="FFFFFF"/>
                </a:solidFill>
                <a:latin typeface="Times New Roman"/>
                <a:cs typeface="Times New Roman"/>
              </a:rPr>
              <a:t> </a:t>
            </a:r>
            <a:r>
              <a:rPr sz="1600" spc="60" dirty="0">
                <a:solidFill>
                  <a:srgbClr val="FFFFFF"/>
                </a:solidFill>
                <a:latin typeface="Times New Roman"/>
                <a:cs typeface="Times New Roman"/>
              </a:rPr>
              <a:t>many</a:t>
            </a:r>
            <a:r>
              <a:rPr sz="1600" spc="-55" dirty="0">
                <a:solidFill>
                  <a:srgbClr val="FFFFFF"/>
                </a:solidFill>
                <a:latin typeface="Times New Roman"/>
                <a:cs typeface="Times New Roman"/>
              </a:rPr>
              <a:t> </a:t>
            </a:r>
            <a:r>
              <a:rPr sz="1600" spc="50" dirty="0">
                <a:solidFill>
                  <a:srgbClr val="FFFFFF"/>
                </a:solidFill>
                <a:latin typeface="Times New Roman"/>
                <a:cs typeface="Times New Roman"/>
              </a:rPr>
              <a:t>changes</a:t>
            </a:r>
            <a:r>
              <a:rPr sz="1600" spc="-70" dirty="0">
                <a:solidFill>
                  <a:srgbClr val="FFFFFF"/>
                </a:solidFill>
                <a:latin typeface="Times New Roman"/>
                <a:cs typeface="Times New Roman"/>
              </a:rPr>
              <a:t> </a:t>
            </a:r>
            <a:r>
              <a:rPr sz="1600" spc="85" dirty="0">
                <a:solidFill>
                  <a:srgbClr val="FFFFFF"/>
                </a:solidFill>
                <a:latin typeface="Times New Roman"/>
                <a:cs typeface="Times New Roman"/>
              </a:rPr>
              <a:t>to</a:t>
            </a:r>
            <a:r>
              <a:rPr sz="1600" spc="-55" dirty="0">
                <a:solidFill>
                  <a:srgbClr val="FFFFFF"/>
                </a:solidFill>
                <a:latin typeface="Times New Roman"/>
                <a:cs typeface="Times New Roman"/>
              </a:rPr>
              <a:t> </a:t>
            </a:r>
            <a:r>
              <a:rPr sz="1600" spc="90" dirty="0">
                <a:solidFill>
                  <a:srgbClr val="FFFFFF"/>
                </a:solidFill>
                <a:latin typeface="Times New Roman"/>
                <a:cs typeface="Times New Roman"/>
              </a:rPr>
              <a:t>the  </a:t>
            </a:r>
            <a:r>
              <a:rPr sz="1600" spc="65" dirty="0">
                <a:solidFill>
                  <a:srgbClr val="FFFFFF"/>
                </a:solidFill>
                <a:latin typeface="Times New Roman"/>
                <a:cs typeface="Times New Roman"/>
              </a:rPr>
              <a:t>data</a:t>
            </a:r>
            <a:r>
              <a:rPr sz="1600" spc="-75" dirty="0">
                <a:solidFill>
                  <a:srgbClr val="FFFFFF"/>
                </a:solidFill>
                <a:latin typeface="Times New Roman"/>
                <a:cs typeface="Times New Roman"/>
              </a:rPr>
              <a:t> </a:t>
            </a:r>
            <a:r>
              <a:rPr sz="1600" spc="75" dirty="0">
                <a:solidFill>
                  <a:srgbClr val="FFFFFF"/>
                </a:solidFill>
                <a:latin typeface="Times New Roman"/>
                <a:cs typeface="Times New Roman"/>
              </a:rPr>
              <a:t>in</a:t>
            </a:r>
            <a:r>
              <a:rPr sz="1600" spc="-70" dirty="0">
                <a:solidFill>
                  <a:srgbClr val="FFFFFF"/>
                </a:solidFill>
                <a:latin typeface="Times New Roman"/>
                <a:cs typeface="Times New Roman"/>
              </a:rPr>
              <a:t> </a:t>
            </a:r>
            <a:r>
              <a:rPr sz="1600" spc="65" dirty="0">
                <a:solidFill>
                  <a:srgbClr val="FFFFFF"/>
                </a:solidFill>
                <a:latin typeface="Times New Roman"/>
                <a:cs typeface="Times New Roman"/>
              </a:rPr>
              <a:t>more</a:t>
            </a:r>
            <a:r>
              <a:rPr sz="1600" spc="-60" dirty="0">
                <a:solidFill>
                  <a:srgbClr val="FFFFFF"/>
                </a:solidFill>
                <a:latin typeface="Times New Roman"/>
                <a:cs typeface="Times New Roman"/>
              </a:rPr>
              <a:t> </a:t>
            </a:r>
            <a:r>
              <a:rPr sz="1600" spc="100" dirty="0">
                <a:solidFill>
                  <a:srgbClr val="FFFFFF"/>
                </a:solidFill>
                <a:latin typeface="Times New Roman"/>
                <a:cs typeface="Times New Roman"/>
              </a:rPr>
              <a:t>than</a:t>
            </a:r>
            <a:r>
              <a:rPr sz="1600" spc="-60" dirty="0">
                <a:solidFill>
                  <a:srgbClr val="FFFFFF"/>
                </a:solidFill>
                <a:latin typeface="Times New Roman"/>
                <a:cs typeface="Times New Roman"/>
              </a:rPr>
              <a:t> </a:t>
            </a:r>
            <a:r>
              <a:rPr sz="1600" spc="85" dirty="0">
                <a:solidFill>
                  <a:srgbClr val="FFFFFF"/>
                </a:solidFill>
                <a:latin typeface="Times New Roman"/>
                <a:cs typeface="Times New Roman"/>
              </a:rPr>
              <a:t>one</a:t>
            </a:r>
            <a:r>
              <a:rPr sz="1600" spc="-60" dirty="0">
                <a:solidFill>
                  <a:srgbClr val="FFFFFF"/>
                </a:solidFill>
                <a:latin typeface="Times New Roman"/>
                <a:cs typeface="Times New Roman"/>
              </a:rPr>
              <a:t> </a:t>
            </a:r>
            <a:r>
              <a:rPr sz="1600" spc="50" dirty="0">
                <a:solidFill>
                  <a:srgbClr val="FFFFFF"/>
                </a:solidFill>
                <a:latin typeface="Times New Roman"/>
                <a:cs typeface="Times New Roman"/>
              </a:rPr>
              <a:t>database</a:t>
            </a:r>
            <a:r>
              <a:rPr sz="1600" spc="-70" dirty="0">
                <a:solidFill>
                  <a:srgbClr val="FFFFFF"/>
                </a:solidFill>
                <a:latin typeface="Times New Roman"/>
                <a:cs typeface="Times New Roman"/>
              </a:rPr>
              <a:t> </a:t>
            </a:r>
            <a:r>
              <a:rPr sz="1600" spc="35" dirty="0">
                <a:solidFill>
                  <a:srgbClr val="FFFFFF"/>
                </a:solidFill>
                <a:latin typeface="Times New Roman"/>
                <a:cs typeface="Times New Roman"/>
              </a:rPr>
              <a:t>tables.</a:t>
            </a:r>
            <a:endParaRPr sz="1600">
              <a:latin typeface="Times New Roman"/>
              <a:cs typeface="Times New Roman"/>
            </a:endParaRPr>
          </a:p>
          <a:p>
            <a:pPr>
              <a:lnSpc>
                <a:spcPct val="100000"/>
              </a:lnSpc>
              <a:spcBef>
                <a:spcPts val="10"/>
              </a:spcBef>
            </a:pPr>
            <a:endParaRPr sz="3350">
              <a:latin typeface="Times New Roman"/>
              <a:cs typeface="Times New Roman"/>
            </a:endParaRPr>
          </a:p>
          <a:p>
            <a:pPr marL="12700">
              <a:lnSpc>
                <a:spcPct val="100000"/>
              </a:lnSpc>
            </a:pPr>
            <a:r>
              <a:rPr sz="1600" spc="65" dirty="0">
                <a:solidFill>
                  <a:srgbClr val="FFFFFF"/>
                </a:solidFill>
                <a:latin typeface="Times New Roman"/>
                <a:cs typeface="Times New Roman"/>
              </a:rPr>
              <a:t>In</a:t>
            </a:r>
            <a:r>
              <a:rPr sz="1600" spc="-60" dirty="0">
                <a:solidFill>
                  <a:srgbClr val="FFFFFF"/>
                </a:solidFill>
                <a:latin typeface="Times New Roman"/>
                <a:cs typeface="Times New Roman"/>
              </a:rPr>
              <a:t> </a:t>
            </a:r>
            <a:r>
              <a:rPr sz="1600" spc="60" dirty="0">
                <a:solidFill>
                  <a:srgbClr val="FFFFFF"/>
                </a:solidFill>
                <a:latin typeface="Times New Roman"/>
                <a:cs typeface="Times New Roman"/>
              </a:rPr>
              <a:t>many</a:t>
            </a:r>
            <a:r>
              <a:rPr sz="1600" spc="-55" dirty="0">
                <a:solidFill>
                  <a:srgbClr val="FFFFFF"/>
                </a:solidFill>
                <a:latin typeface="Times New Roman"/>
                <a:cs typeface="Times New Roman"/>
              </a:rPr>
              <a:t> </a:t>
            </a:r>
            <a:r>
              <a:rPr sz="1600" spc="15" dirty="0">
                <a:solidFill>
                  <a:srgbClr val="FFFFFF"/>
                </a:solidFill>
                <a:latin typeface="Times New Roman"/>
                <a:cs typeface="Times New Roman"/>
              </a:rPr>
              <a:t>cases,</a:t>
            </a:r>
            <a:r>
              <a:rPr sz="1600" spc="-70" dirty="0">
                <a:solidFill>
                  <a:srgbClr val="FFFFFF"/>
                </a:solidFill>
                <a:latin typeface="Times New Roman"/>
                <a:cs typeface="Times New Roman"/>
              </a:rPr>
              <a:t> </a:t>
            </a:r>
            <a:r>
              <a:rPr sz="1600" spc="90" dirty="0">
                <a:solidFill>
                  <a:srgbClr val="FFFFFF"/>
                </a:solidFill>
                <a:latin typeface="Times New Roman"/>
                <a:cs typeface="Times New Roman"/>
              </a:rPr>
              <a:t>the</a:t>
            </a:r>
            <a:r>
              <a:rPr sz="1600" spc="-55" dirty="0">
                <a:solidFill>
                  <a:srgbClr val="FFFFFF"/>
                </a:solidFill>
                <a:latin typeface="Times New Roman"/>
                <a:cs typeface="Times New Roman"/>
              </a:rPr>
              <a:t> </a:t>
            </a:r>
            <a:r>
              <a:rPr sz="1600" spc="65" dirty="0">
                <a:solidFill>
                  <a:srgbClr val="FFFFFF"/>
                </a:solidFill>
                <a:latin typeface="Times New Roman"/>
                <a:cs typeface="Times New Roman"/>
              </a:rPr>
              <a:t>data</a:t>
            </a:r>
            <a:r>
              <a:rPr sz="1600" spc="-65" dirty="0">
                <a:solidFill>
                  <a:srgbClr val="FFFFFF"/>
                </a:solidFill>
                <a:latin typeface="Times New Roman"/>
                <a:cs typeface="Times New Roman"/>
              </a:rPr>
              <a:t> </a:t>
            </a:r>
            <a:r>
              <a:rPr sz="1600" spc="10" dirty="0">
                <a:solidFill>
                  <a:srgbClr val="FFFFFF"/>
                </a:solidFill>
                <a:latin typeface="Times New Roman"/>
                <a:cs typeface="Times New Roman"/>
              </a:rPr>
              <a:t>will</a:t>
            </a:r>
            <a:r>
              <a:rPr sz="1600" spc="-70" dirty="0">
                <a:solidFill>
                  <a:srgbClr val="FFFFFF"/>
                </a:solidFill>
                <a:latin typeface="Times New Roman"/>
                <a:cs typeface="Times New Roman"/>
              </a:rPr>
              <a:t> </a:t>
            </a:r>
            <a:r>
              <a:rPr sz="1600" spc="55" dirty="0">
                <a:solidFill>
                  <a:srgbClr val="FFFFFF"/>
                </a:solidFill>
                <a:latin typeface="Times New Roman"/>
                <a:cs typeface="Times New Roman"/>
              </a:rPr>
              <a:t>be</a:t>
            </a:r>
            <a:r>
              <a:rPr sz="1600" spc="-55" dirty="0">
                <a:solidFill>
                  <a:srgbClr val="FFFFFF"/>
                </a:solidFill>
                <a:latin typeface="Times New Roman"/>
                <a:cs typeface="Times New Roman"/>
              </a:rPr>
              <a:t> </a:t>
            </a:r>
            <a:r>
              <a:rPr sz="1600" spc="65" dirty="0">
                <a:solidFill>
                  <a:srgbClr val="FFFFFF"/>
                </a:solidFill>
                <a:latin typeface="Times New Roman"/>
                <a:cs typeface="Times New Roman"/>
              </a:rPr>
              <a:t>inconsistent</a:t>
            </a:r>
            <a:r>
              <a:rPr sz="1600" spc="-70" dirty="0">
                <a:solidFill>
                  <a:srgbClr val="FFFFFF"/>
                </a:solidFill>
                <a:latin typeface="Times New Roman"/>
                <a:cs typeface="Times New Roman"/>
              </a:rPr>
              <a:t> </a:t>
            </a:r>
            <a:r>
              <a:rPr sz="1600" spc="90" dirty="0">
                <a:solidFill>
                  <a:srgbClr val="FFFFFF"/>
                </a:solidFill>
                <a:latin typeface="Times New Roman"/>
                <a:cs typeface="Times New Roman"/>
              </a:rPr>
              <a:t>that</a:t>
            </a:r>
            <a:r>
              <a:rPr sz="1600" spc="-65" dirty="0">
                <a:solidFill>
                  <a:srgbClr val="FFFFFF"/>
                </a:solidFill>
                <a:latin typeface="Times New Roman"/>
                <a:cs typeface="Times New Roman"/>
              </a:rPr>
              <a:t> </a:t>
            </a:r>
            <a:r>
              <a:rPr sz="1600" spc="50" dirty="0">
                <a:solidFill>
                  <a:srgbClr val="FFFFFF"/>
                </a:solidFill>
                <a:latin typeface="Times New Roman"/>
                <a:cs typeface="Times New Roman"/>
              </a:rPr>
              <a:t>executes</a:t>
            </a:r>
            <a:r>
              <a:rPr sz="1600" spc="-45" dirty="0">
                <a:solidFill>
                  <a:srgbClr val="FFFFFF"/>
                </a:solidFill>
                <a:latin typeface="Times New Roman"/>
                <a:cs typeface="Times New Roman"/>
              </a:rPr>
              <a:t> </a:t>
            </a:r>
            <a:r>
              <a:rPr sz="1600" spc="90" dirty="0">
                <a:solidFill>
                  <a:srgbClr val="FFFFFF"/>
                </a:solidFill>
                <a:latin typeface="Times New Roman"/>
                <a:cs typeface="Times New Roman"/>
              </a:rPr>
              <a:t>the</a:t>
            </a:r>
            <a:r>
              <a:rPr sz="1600" spc="-60" dirty="0">
                <a:solidFill>
                  <a:srgbClr val="FFFFFF"/>
                </a:solidFill>
                <a:latin typeface="Times New Roman"/>
                <a:cs typeface="Times New Roman"/>
              </a:rPr>
              <a:t> </a:t>
            </a:r>
            <a:r>
              <a:rPr sz="1600" spc="55" dirty="0">
                <a:solidFill>
                  <a:srgbClr val="FFFFFF"/>
                </a:solidFill>
                <a:latin typeface="Times New Roman"/>
                <a:cs typeface="Times New Roman"/>
              </a:rPr>
              <a:t>individual</a:t>
            </a:r>
            <a:r>
              <a:rPr sz="1600" spc="-70" dirty="0">
                <a:solidFill>
                  <a:srgbClr val="FFFFFF"/>
                </a:solidFill>
                <a:latin typeface="Times New Roman"/>
                <a:cs typeface="Times New Roman"/>
              </a:rPr>
              <a:t> </a:t>
            </a:r>
            <a:r>
              <a:rPr sz="1600" spc="60" dirty="0">
                <a:solidFill>
                  <a:srgbClr val="FFFFFF"/>
                </a:solidFill>
                <a:latin typeface="Times New Roman"/>
                <a:cs typeface="Times New Roman"/>
              </a:rPr>
              <a:t>commands.</a:t>
            </a:r>
            <a:endParaRPr sz="1600">
              <a:latin typeface="Times New Roman"/>
              <a:cs typeface="Times New Roman"/>
            </a:endParaRPr>
          </a:p>
          <a:p>
            <a:pPr>
              <a:lnSpc>
                <a:spcPct val="100000"/>
              </a:lnSpc>
            </a:pPr>
            <a:endParaRPr sz="2300">
              <a:latin typeface="Times New Roman"/>
              <a:cs typeface="Times New Roman"/>
            </a:endParaRPr>
          </a:p>
          <a:p>
            <a:pPr marL="12700" marR="5080">
              <a:lnSpc>
                <a:spcPts val="1730"/>
              </a:lnSpc>
              <a:spcBef>
                <a:spcPts val="1555"/>
              </a:spcBef>
            </a:pPr>
            <a:r>
              <a:rPr sz="1600" spc="65" dirty="0">
                <a:solidFill>
                  <a:srgbClr val="FFFFFF"/>
                </a:solidFill>
                <a:latin typeface="Times New Roman"/>
                <a:cs typeface="Times New Roman"/>
              </a:rPr>
              <a:t>Suppose</a:t>
            </a:r>
            <a:r>
              <a:rPr sz="1600" spc="-65" dirty="0">
                <a:solidFill>
                  <a:srgbClr val="FFFFFF"/>
                </a:solidFill>
                <a:latin typeface="Times New Roman"/>
                <a:cs typeface="Times New Roman"/>
              </a:rPr>
              <a:t> </a:t>
            </a:r>
            <a:r>
              <a:rPr sz="1600" spc="15" dirty="0">
                <a:solidFill>
                  <a:srgbClr val="FFFFFF"/>
                </a:solidFill>
                <a:latin typeface="Times New Roman"/>
                <a:cs typeface="Times New Roman"/>
              </a:rPr>
              <a:t>if</a:t>
            </a:r>
            <a:r>
              <a:rPr sz="1600" spc="-60" dirty="0">
                <a:solidFill>
                  <a:srgbClr val="FFFFFF"/>
                </a:solidFill>
                <a:latin typeface="Times New Roman"/>
                <a:cs typeface="Times New Roman"/>
              </a:rPr>
              <a:t> </a:t>
            </a:r>
            <a:r>
              <a:rPr sz="1600" spc="90" dirty="0">
                <a:solidFill>
                  <a:srgbClr val="FFFFFF"/>
                </a:solidFill>
                <a:latin typeface="Times New Roman"/>
                <a:cs typeface="Times New Roman"/>
              </a:rPr>
              <a:t>the</a:t>
            </a:r>
            <a:r>
              <a:rPr sz="1600" spc="-55" dirty="0">
                <a:solidFill>
                  <a:srgbClr val="FFFFFF"/>
                </a:solidFill>
                <a:latin typeface="Times New Roman"/>
                <a:cs typeface="Times New Roman"/>
              </a:rPr>
              <a:t> </a:t>
            </a:r>
            <a:r>
              <a:rPr sz="1600" spc="40" dirty="0">
                <a:solidFill>
                  <a:srgbClr val="FFFFFF"/>
                </a:solidFill>
                <a:latin typeface="Times New Roman"/>
                <a:cs typeface="Times New Roman"/>
              </a:rPr>
              <a:t>first</a:t>
            </a:r>
            <a:r>
              <a:rPr sz="1600" spc="-70" dirty="0">
                <a:solidFill>
                  <a:srgbClr val="FFFFFF"/>
                </a:solidFill>
                <a:latin typeface="Times New Roman"/>
                <a:cs typeface="Times New Roman"/>
              </a:rPr>
              <a:t> </a:t>
            </a:r>
            <a:r>
              <a:rPr sz="1600" spc="70" dirty="0">
                <a:solidFill>
                  <a:srgbClr val="FFFFFF"/>
                </a:solidFill>
                <a:latin typeface="Times New Roman"/>
                <a:cs typeface="Times New Roman"/>
              </a:rPr>
              <a:t>statement</a:t>
            </a:r>
            <a:r>
              <a:rPr sz="1600" spc="-40" dirty="0">
                <a:solidFill>
                  <a:srgbClr val="FFFFFF"/>
                </a:solidFill>
                <a:latin typeface="Times New Roman"/>
                <a:cs typeface="Times New Roman"/>
              </a:rPr>
              <a:t> </a:t>
            </a:r>
            <a:r>
              <a:rPr sz="1600" spc="50" dirty="0">
                <a:solidFill>
                  <a:srgbClr val="FFFFFF"/>
                </a:solidFill>
                <a:latin typeface="Times New Roman"/>
                <a:cs typeface="Times New Roman"/>
              </a:rPr>
              <a:t>executes</a:t>
            </a:r>
            <a:r>
              <a:rPr sz="1600" spc="-35" dirty="0">
                <a:solidFill>
                  <a:srgbClr val="FFFFFF"/>
                </a:solidFill>
                <a:latin typeface="Times New Roman"/>
                <a:cs typeface="Times New Roman"/>
              </a:rPr>
              <a:t> </a:t>
            </a:r>
            <a:r>
              <a:rPr sz="1600" spc="35" dirty="0">
                <a:solidFill>
                  <a:srgbClr val="FFFFFF"/>
                </a:solidFill>
                <a:latin typeface="Times New Roman"/>
                <a:cs typeface="Times New Roman"/>
              </a:rPr>
              <a:t>correctly,</a:t>
            </a:r>
            <a:r>
              <a:rPr sz="1600" spc="-55" dirty="0">
                <a:solidFill>
                  <a:srgbClr val="FFFFFF"/>
                </a:solidFill>
                <a:latin typeface="Times New Roman"/>
                <a:cs typeface="Times New Roman"/>
              </a:rPr>
              <a:t> </a:t>
            </a:r>
            <a:r>
              <a:rPr sz="1600" spc="100" dirty="0">
                <a:solidFill>
                  <a:srgbClr val="FFFFFF"/>
                </a:solidFill>
                <a:latin typeface="Times New Roman"/>
                <a:cs typeface="Times New Roman"/>
              </a:rPr>
              <a:t>but</a:t>
            </a:r>
            <a:r>
              <a:rPr sz="1600" spc="-50" dirty="0">
                <a:solidFill>
                  <a:srgbClr val="FFFFFF"/>
                </a:solidFill>
                <a:latin typeface="Times New Roman"/>
                <a:cs typeface="Times New Roman"/>
              </a:rPr>
              <a:t> </a:t>
            </a:r>
            <a:r>
              <a:rPr sz="1600" spc="80" dirty="0">
                <a:solidFill>
                  <a:srgbClr val="FFFFFF"/>
                </a:solidFill>
                <a:latin typeface="Times New Roman"/>
                <a:cs typeface="Times New Roman"/>
              </a:rPr>
              <a:t>other</a:t>
            </a:r>
            <a:r>
              <a:rPr sz="1600" spc="-60" dirty="0">
                <a:solidFill>
                  <a:srgbClr val="FFFFFF"/>
                </a:solidFill>
                <a:latin typeface="Times New Roman"/>
                <a:cs typeface="Times New Roman"/>
              </a:rPr>
              <a:t> </a:t>
            </a:r>
            <a:r>
              <a:rPr sz="1600" spc="60" dirty="0">
                <a:solidFill>
                  <a:srgbClr val="FFFFFF"/>
                </a:solidFill>
                <a:latin typeface="Times New Roman"/>
                <a:cs typeface="Times New Roman"/>
              </a:rPr>
              <a:t>statements</a:t>
            </a:r>
            <a:r>
              <a:rPr sz="1600" spc="-40" dirty="0">
                <a:solidFill>
                  <a:srgbClr val="FFFFFF"/>
                </a:solidFill>
                <a:latin typeface="Times New Roman"/>
                <a:cs typeface="Times New Roman"/>
              </a:rPr>
              <a:t> </a:t>
            </a:r>
            <a:r>
              <a:rPr sz="1600" spc="15" dirty="0">
                <a:solidFill>
                  <a:srgbClr val="FFFFFF"/>
                </a:solidFill>
                <a:latin typeface="Times New Roman"/>
                <a:cs typeface="Times New Roman"/>
              </a:rPr>
              <a:t>fail</a:t>
            </a:r>
            <a:r>
              <a:rPr sz="1600" spc="-65" dirty="0">
                <a:solidFill>
                  <a:srgbClr val="FFFFFF"/>
                </a:solidFill>
                <a:latin typeface="Times New Roman"/>
                <a:cs typeface="Times New Roman"/>
              </a:rPr>
              <a:t> </a:t>
            </a:r>
            <a:r>
              <a:rPr sz="1600" spc="105" dirty="0">
                <a:solidFill>
                  <a:srgbClr val="FFFFFF"/>
                </a:solidFill>
                <a:latin typeface="Times New Roman"/>
                <a:cs typeface="Times New Roman"/>
              </a:rPr>
              <a:t>then</a:t>
            </a:r>
            <a:r>
              <a:rPr sz="1600" spc="-50" dirty="0">
                <a:solidFill>
                  <a:srgbClr val="FFFFFF"/>
                </a:solidFill>
                <a:latin typeface="Times New Roman"/>
                <a:cs typeface="Times New Roman"/>
              </a:rPr>
              <a:t> </a:t>
            </a:r>
            <a:r>
              <a:rPr sz="1600" spc="90" dirty="0">
                <a:solidFill>
                  <a:srgbClr val="FFFFFF"/>
                </a:solidFill>
                <a:latin typeface="Times New Roman"/>
                <a:cs typeface="Times New Roman"/>
              </a:rPr>
              <a:t>the</a:t>
            </a:r>
            <a:r>
              <a:rPr sz="1600" spc="-50" dirty="0">
                <a:solidFill>
                  <a:srgbClr val="FFFFFF"/>
                </a:solidFill>
                <a:latin typeface="Times New Roman"/>
                <a:cs typeface="Times New Roman"/>
              </a:rPr>
              <a:t> </a:t>
            </a:r>
            <a:r>
              <a:rPr sz="1600" spc="65" dirty="0">
                <a:solidFill>
                  <a:srgbClr val="FFFFFF"/>
                </a:solidFill>
                <a:latin typeface="Times New Roman"/>
                <a:cs typeface="Times New Roman"/>
              </a:rPr>
              <a:t>data  </a:t>
            </a:r>
            <a:r>
              <a:rPr sz="1600" spc="50" dirty="0">
                <a:solidFill>
                  <a:srgbClr val="FFFFFF"/>
                </a:solidFill>
                <a:latin typeface="Times New Roman"/>
                <a:cs typeface="Times New Roman"/>
              </a:rPr>
              <a:t>remains</a:t>
            </a:r>
            <a:r>
              <a:rPr sz="1600" spc="-70" dirty="0">
                <a:solidFill>
                  <a:srgbClr val="FFFFFF"/>
                </a:solidFill>
                <a:latin typeface="Times New Roman"/>
                <a:cs typeface="Times New Roman"/>
              </a:rPr>
              <a:t> </a:t>
            </a:r>
            <a:r>
              <a:rPr sz="1600" spc="75" dirty="0">
                <a:solidFill>
                  <a:srgbClr val="FFFFFF"/>
                </a:solidFill>
                <a:latin typeface="Times New Roman"/>
                <a:cs typeface="Times New Roman"/>
              </a:rPr>
              <a:t>in</a:t>
            </a:r>
            <a:r>
              <a:rPr sz="1600" spc="-70" dirty="0">
                <a:solidFill>
                  <a:srgbClr val="FFFFFF"/>
                </a:solidFill>
                <a:latin typeface="Times New Roman"/>
                <a:cs typeface="Times New Roman"/>
              </a:rPr>
              <a:t> </a:t>
            </a:r>
            <a:r>
              <a:rPr sz="1600" spc="85" dirty="0">
                <a:solidFill>
                  <a:srgbClr val="FFFFFF"/>
                </a:solidFill>
                <a:latin typeface="Times New Roman"/>
                <a:cs typeface="Times New Roman"/>
              </a:rPr>
              <a:t>an</a:t>
            </a:r>
            <a:r>
              <a:rPr sz="1600" spc="-60" dirty="0">
                <a:solidFill>
                  <a:srgbClr val="FFFFFF"/>
                </a:solidFill>
                <a:latin typeface="Times New Roman"/>
                <a:cs typeface="Times New Roman"/>
              </a:rPr>
              <a:t> </a:t>
            </a:r>
            <a:r>
              <a:rPr sz="1600" spc="55" dirty="0">
                <a:solidFill>
                  <a:srgbClr val="FFFFFF"/>
                </a:solidFill>
                <a:latin typeface="Times New Roman"/>
                <a:cs typeface="Times New Roman"/>
              </a:rPr>
              <a:t>incorrect</a:t>
            </a:r>
            <a:r>
              <a:rPr sz="1600" spc="-70" dirty="0">
                <a:solidFill>
                  <a:srgbClr val="FFFFFF"/>
                </a:solidFill>
                <a:latin typeface="Times New Roman"/>
                <a:cs typeface="Times New Roman"/>
              </a:rPr>
              <a:t> </a:t>
            </a:r>
            <a:r>
              <a:rPr sz="1600" spc="45" dirty="0">
                <a:solidFill>
                  <a:srgbClr val="FFFFFF"/>
                </a:solidFill>
                <a:latin typeface="Times New Roman"/>
                <a:cs typeface="Times New Roman"/>
              </a:rPr>
              <a:t>state.</a:t>
            </a:r>
            <a:endParaRPr sz="1600">
              <a:latin typeface="Times New Roman"/>
              <a:cs typeface="Times New Roman"/>
            </a:endParaRPr>
          </a:p>
        </p:txBody>
      </p:sp>
      <p:sp>
        <p:nvSpPr>
          <p:cNvPr id="15" name="object 1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4</a:t>
            </a:fld>
            <a:endParaRPr sz="1200"/>
          </a:p>
        </p:txBody>
      </p:sp>
      <p:sp>
        <p:nvSpPr>
          <p:cNvPr id="16" name="object 1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2777" y="24129"/>
            <a:ext cx="5100955" cy="574040"/>
          </a:xfrm>
          <a:prstGeom prst="rect">
            <a:avLst/>
          </a:prstGeom>
        </p:spPr>
        <p:txBody>
          <a:bodyPr vert="horz" wrap="square" lIns="0" tIns="12700" rIns="0" bIns="0" rtlCol="0">
            <a:spAutoFit/>
          </a:bodyPr>
          <a:lstStyle/>
          <a:p>
            <a:pPr marL="12700">
              <a:lnSpc>
                <a:spcPct val="100000"/>
              </a:lnSpc>
              <a:spcBef>
                <a:spcPts val="100"/>
              </a:spcBef>
            </a:pPr>
            <a:r>
              <a:rPr sz="3600" spc="165" dirty="0"/>
              <a:t>Need</a:t>
            </a:r>
            <a:r>
              <a:rPr sz="3600" spc="-165" dirty="0"/>
              <a:t> </a:t>
            </a:r>
            <a:r>
              <a:rPr sz="3600" spc="120" dirty="0"/>
              <a:t>for</a:t>
            </a:r>
            <a:r>
              <a:rPr sz="3600" spc="-170" dirty="0"/>
              <a:t> </a:t>
            </a:r>
            <a:r>
              <a:rPr sz="3600" spc="145" dirty="0"/>
              <a:t>Transactions</a:t>
            </a:r>
            <a:r>
              <a:rPr sz="3600" spc="-165" dirty="0"/>
              <a:t> </a:t>
            </a:r>
            <a:r>
              <a:rPr sz="3600" spc="-30" dirty="0"/>
              <a:t>2-4</a:t>
            </a:r>
            <a:endParaRPr sz="3600"/>
          </a:p>
        </p:txBody>
      </p:sp>
      <p:sp>
        <p:nvSpPr>
          <p:cNvPr id="3" name="object 3"/>
          <p:cNvSpPr/>
          <p:nvPr/>
        </p:nvSpPr>
        <p:spPr>
          <a:xfrm>
            <a:off x="311658" y="1486661"/>
            <a:ext cx="8719820" cy="1144270"/>
          </a:xfrm>
          <a:custGeom>
            <a:avLst/>
            <a:gdLst/>
            <a:ahLst/>
            <a:cxnLst/>
            <a:rect l="l" t="t" r="r" b="b"/>
            <a:pathLst>
              <a:path w="8719820" h="1144270">
                <a:moveTo>
                  <a:pt x="8719566" y="190627"/>
                </a:moveTo>
                <a:lnTo>
                  <a:pt x="8714524" y="146926"/>
                </a:lnTo>
                <a:lnTo>
                  <a:pt x="8700186" y="106794"/>
                </a:lnTo>
                <a:lnTo>
                  <a:pt x="8677681" y="71399"/>
                </a:lnTo>
                <a:lnTo>
                  <a:pt x="8648167" y="41884"/>
                </a:lnTo>
                <a:lnTo>
                  <a:pt x="8612772" y="19380"/>
                </a:lnTo>
                <a:lnTo>
                  <a:pt x="8572640" y="5041"/>
                </a:lnTo>
                <a:lnTo>
                  <a:pt x="8528939" y="0"/>
                </a:lnTo>
                <a:lnTo>
                  <a:pt x="190627" y="0"/>
                </a:lnTo>
                <a:lnTo>
                  <a:pt x="146913" y="5041"/>
                </a:lnTo>
                <a:lnTo>
                  <a:pt x="106781" y="19380"/>
                </a:lnTo>
                <a:lnTo>
                  <a:pt x="71386" y="41884"/>
                </a:lnTo>
                <a:lnTo>
                  <a:pt x="41871" y="71399"/>
                </a:lnTo>
                <a:lnTo>
                  <a:pt x="19367" y="106794"/>
                </a:lnTo>
                <a:lnTo>
                  <a:pt x="5029" y="146926"/>
                </a:lnTo>
                <a:lnTo>
                  <a:pt x="0" y="190627"/>
                </a:lnTo>
                <a:lnTo>
                  <a:pt x="0" y="953135"/>
                </a:lnTo>
                <a:lnTo>
                  <a:pt x="5029" y="996848"/>
                </a:lnTo>
                <a:lnTo>
                  <a:pt x="19367" y="1036980"/>
                </a:lnTo>
                <a:lnTo>
                  <a:pt x="41871" y="1072375"/>
                </a:lnTo>
                <a:lnTo>
                  <a:pt x="71386" y="1101890"/>
                </a:lnTo>
                <a:lnTo>
                  <a:pt x="106781" y="1124394"/>
                </a:lnTo>
                <a:lnTo>
                  <a:pt x="146913" y="1138732"/>
                </a:lnTo>
                <a:lnTo>
                  <a:pt x="190627" y="1143762"/>
                </a:lnTo>
                <a:lnTo>
                  <a:pt x="8528939" y="1143762"/>
                </a:lnTo>
                <a:lnTo>
                  <a:pt x="8572640" y="1138732"/>
                </a:lnTo>
                <a:lnTo>
                  <a:pt x="8612772" y="1124394"/>
                </a:lnTo>
                <a:lnTo>
                  <a:pt x="8648167" y="1101890"/>
                </a:lnTo>
                <a:lnTo>
                  <a:pt x="8677681" y="1072375"/>
                </a:lnTo>
                <a:lnTo>
                  <a:pt x="8700186" y="1036980"/>
                </a:lnTo>
                <a:lnTo>
                  <a:pt x="8714524" y="996848"/>
                </a:lnTo>
                <a:lnTo>
                  <a:pt x="8719566" y="953135"/>
                </a:lnTo>
                <a:lnTo>
                  <a:pt x="8719566" y="190627"/>
                </a:lnTo>
                <a:close/>
              </a:path>
            </a:pathLst>
          </a:custGeom>
          <a:solidFill>
            <a:srgbClr val="8063A1"/>
          </a:solidFill>
        </p:spPr>
        <p:txBody>
          <a:bodyPr wrap="square" lIns="0" tIns="0" rIns="0" bIns="0" rtlCol="0"/>
          <a:lstStyle/>
          <a:p>
            <a:endParaRPr/>
          </a:p>
        </p:txBody>
      </p:sp>
      <p:sp>
        <p:nvSpPr>
          <p:cNvPr id="4" name="object 4"/>
          <p:cNvSpPr/>
          <p:nvPr/>
        </p:nvSpPr>
        <p:spPr>
          <a:xfrm>
            <a:off x="787908" y="2862833"/>
            <a:ext cx="7825740" cy="3186430"/>
          </a:xfrm>
          <a:custGeom>
            <a:avLst/>
            <a:gdLst/>
            <a:ahLst/>
            <a:cxnLst/>
            <a:rect l="l" t="t" r="r" b="b"/>
            <a:pathLst>
              <a:path w="7825740" h="3186429">
                <a:moveTo>
                  <a:pt x="7825740" y="530987"/>
                </a:moveTo>
                <a:lnTo>
                  <a:pt x="7823568" y="482663"/>
                </a:lnTo>
                <a:lnTo>
                  <a:pt x="7817180" y="435546"/>
                </a:lnTo>
                <a:lnTo>
                  <a:pt x="7806766" y="389839"/>
                </a:lnTo>
                <a:lnTo>
                  <a:pt x="7792517" y="345719"/>
                </a:lnTo>
                <a:lnTo>
                  <a:pt x="7774610" y="303377"/>
                </a:lnTo>
                <a:lnTo>
                  <a:pt x="7753236" y="263004"/>
                </a:lnTo>
                <a:lnTo>
                  <a:pt x="7728585" y="224777"/>
                </a:lnTo>
                <a:lnTo>
                  <a:pt x="7700848" y="188887"/>
                </a:lnTo>
                <a:lnTo>
                  <a:pt x="7670203" y="155536"/>
                </a:lnTo>
                <a:lnTo>
                  <a:pt x="7636853" y="124891"/>
                </a:lnTo>
                <a:lnTo>
                  <a:pt x="7600963" y="97155"/>
                </a:lnTo>
                <a:lnTo>
                  <a:pt x="7562736" y="72504"/>
                </a:lnTo>
                <a:lnTo>
                  <a:pt x="7522362" y="51130"/>
                </a:lnTo>
                <a:lnTo>
                  <a:pt x="7480020" y="33223"/>
                </a:lnTo>
                <a:lnTo>
                  <a:pt x="7435901" y="18973"/>
                </a:lnTo>
                <a:lnTo>
                  <a:pt x="7390193" y="8559"/>
                </a:lnTo>
                <a:lnTo>
                  <a:pt x="7343076" y="2171"/>
                </a:lnTo>
                <a:lnTo>
                  <a:pt x="7294753" y="0"/>
                </a:lnTo>
                <a:lnTo>
                  <a:pt x="530987" y="0"/>
                </a:lnTo>
                <a:lnTo>
                  <a:pt x="482650" y="2171"/>
                </a:lnTo>
                <a:lnTo>
                  <a:pt x="435533" y="8559"/>
                </a:lnTo>
                <a:lnTo>
                  <a:pt x="389826" y="18973"/>
                </a:lnTo>
                <a:lnTo>
                  <a:pt x="345706" y="33223"/>
                </a:lnTo>
                <a:lnTo>
                  <a:pt x="303364" y="51130"/>
                </a:lnTo>
                <a:lnTo>
                  <a:pt x="262978" y="72504"/>
                </a:lnTo>
                <a:lnTo>
                  <a:pt x="224751" y="97155"/>
                </a:lnTo>
                <a:lnTo>
                  <a:pt x="188874" y="124891"/>
                </a:lnTo>
                <a:lnTo>
                  <a:pt x="155511" y="155536"/>
                </a:lnTo>
                <a:lnTo>
                  <a:pt x="124879" y="188887"/>
                </a:lnTo>
                <a:lnTo>
                  <a:pt x="97142" y="224777"/>
                </a:lnTo>
                <a:lnTo>
                  <a:pt x="72491" y="263004"/>
                </a:lnTo>
                <a:lnTo>
                  <a:pt x="51117" y="303377"/>
                </a:lnTo>
                <a:lnTo>
                  <a:pt x="33210" y="345719"/>
                </a:lnTo>
                <a:lnTo>
                  <a:pt x="18961" y="389839"/>
                </a:lnTo>
                <a:lnTo>
                  <a:pt x="8547" y="435546"/>
                </a:lnTo>
                <a:lnTo>
                  <a:pt x="2159" y="482663"/>
                </a:lnTo>
                <a:lnTo>
                  <a:pt x="0" y="530987"/>
                </a:lnTo>
                <a:lnTo>
                  <a:pt x="0" y="2654935"/>
                </a:lnTo>
                <a:lnTo>
                  <a:pt x="2159" y="2703271"/>
                </a:lnTo>
                <a:lnTo>
                  <a:pt x="8547" y="2750388"/>
                </a:lnTo>
                <a:lnTo>
                  <a:pt x="18961" y="2796095"/>
                </a:lnTo>
                <a:lnTo>
                  <a:pt x="33210" y="2840215"/>
                </a:lnTo>
                <a:lnTo>
                  <a:pt x="51117" y="2882557"/>
                </a:lnTo>
                <a:lnTo>
                  <a:pt x="72491" y="2922943"/>
                </a:lnTo>
                <a:lnTo>
                  <a:pt x="97142" y="2961170"/>
                </a:lnTo>
                <a:lnTo>
                  <a:pt x="124879" y="2997047"/>
                </a:lnTo>
                <a:lnTo>
                  <a:pt x="155511" y="3030410"/>
                </a:lnTo>
                <a:lnTo>
                  <a:pt x="188874" y="3061043"/>
                </a:lnTo>
                <a:lnTo>
                  <a:pt x="224751" y="3088779"/>
                </a:lnTo>
                <a:lnTo>
                  <a:pt x="262978" y="3113430"/>
                </a:lnTo>
                <a:lnTo>
                  <a:pt x="303364" y="3134804"/>
                </a:lnTo>
                <a:lnTo>
                  <a:pt x="345706" y="3152711"/>
                </a:lnTo>
                <a:lnTo>
                  <a:pt x="389826" y="3166961"/>
                </a:lnTo>
                <a:lnTo>
                  <a:pt x="435533" y="3177375"/>
                </a:lnTo>
                <a:lnTo>
                  <a:pt x="482650" y="3183763"/>
                </a:lnTo>
                <a:lnTo>
                  <a:pt x="530987" y="3185922"/>
                </a:lnTo>
                <a:lnTo>
                  <a:pt x="7294753" y="3185922"/>
                </a:lnTo>
                <a:lnTo>
                  <a:pt x="7343076" y="3183763"/>
                </a:lnTo>
                <a:lnTo>
                  <a:pt x="7390193" y="3177375"/>
                </a:lnTo>
                <a:lnTo>
                  <a:pt x="7435901" y="3166961"/>
                </a:lnTo>
                <a:lnTo>
                  <a:pt x="7480020" y="3152711"/>
                </a:lnTo>
                <a:lnTo>
                  <a:pt x="7522362" y="3134804"/>
                </a:lnTo>
                <a:lnTo>
                  <a:pt x="7562736" y="3113430"/>
                </a:lnTo>
                <a:lnTo>
                  <a:pt x="7600963" y="3088779"/>
                </a:lnTo>
                <a:lnTo>
                  <a:pt x="7636853" y="3061043"/>
                </a:lnTo>
                <a:lnTo>
                  <a:pt x="7670203" y="3030410"/>
                </a:lnTo>
                <a:lnTo>
                  <a:pt x="7700848" y="2997047"/>
                </a:lnTo>
                <a:lnTo>
                  <a:pt x="7728585" y="2961170"/>
                </a:lnTo>
                <a:lnTo>
                  <a:pt x="7753236" y="2922943"/>
                </a:lnTo>
                <a:lnTo>
                  <a:pt x="7774610" y="2882557"/>
                </a:lnTo>
                <a:lnTo>
                  <a:pt x="7792517" y="2840215"/>
                </a:lnTo>
                <a:lnTo>
                  <a:pt x="7806766" y="2796095"/>
                </a:lnTo>
                <a:lnTo>
                  <a:pt x="7817180" y="2750388"/>
                </a:lnTo>
                <a:lnTo>
                  <a:pt x="7823568" y="2703271"/>
                </a:lnTo>
                <a:lnTo>
                  <a:pt x="7825740" y="2654935"/>
                </a:lnTo>
                <a:lnTo>
                  <a:pt x="7825740" y="530987"/>
                </a:lnTo>
                <a:close/>
              </a:path>
            </a:pathLst>
          </a:custGeom>
          <a:solidFill>
            <a:srgbClr val="001F5F"/>
          </a:solidFill>
        </p:spPr>
        <p:txBody>
          <a:bodyPr wrap="square" lIns="0" tIns="0" rIns="0" bIns="0" rtlCol="0"/>
          <a:lstStyle/>
          <a:p>
            <a:endParaRPr/>
          </a:p>
        </p:txBody>
      </p:sp>
      <p:sp>
        <p:nvSpPr>
          <p:cNvPr id="5" name="object 5"/>
          <p:cNvSpPr txBox="1"/>
          <p:nvPr/>
        </p:nvSpPr>
        <p:spPr>
          <a:xfrm>
            <a:off x="439673" y="860044"/>
            <a:ext cx="8110220" cy="4832350"/>
          </a:xfrm>
          <a:prstGeom prst="rect">
            <a:avLst/>
          </a:prstGeom>
        </p:spPr>
        <p:txBody>
          <a:bodyPr vert="horz" wrap="square" lIns="0" tIns="12700" rIns="0" bIns="0" rtlCol="0">
            <a:spAutoFit/>
          </a:bodyPr>
          <a:lstStyle/>
          <a:p>
            <a:pPr marL="12700">
              <a:lnSpc>
                <a:spcPct val="100000"/>
              </a:lnSpc>
              <a:spcBef>
                <a:spcPts val="100"/>
              </a:spcBef>
            </a:pPr>
            <a:r>
              <a:rPr sz="2400" b="1" spc="-65" dirty="0">
                <a:latin typeface="Arial"/>
                <a:cs typeface="Arial"/>
              </a:rPr>
              <a:t>Defining</a:t>
            </a:r>
            <a:r>
              <a:rPr sz="2400" b="1" spc="-215" dirty="0">
                <a:latin typeface="Arial"/>
                <a:cs typeface="Arial"/>
              </a:rPr>
              <a:t> </a:t>
            </a:r>
            <a:r>
              <a:rPr sz="2400" b="1" spc="-145" dirty="0">
                <a:latin typeface="Arial"/>
                <a:cs typeface="Arial"/>
              </a:rPr>
              <a:t>Transactions</a:t>
            </a:r>
            <a:endParaRPr sz="2400">
              <a:latin typeface="Arial"/>
              <a:cs typeface="Arial"/>
            </a:endParaRPr>
          </a:p>
          <a:p>
            <a:pPr marL="504190" marR="5080" indent="-342900" algn="just">
              <a:lnSpc>
                <a:spcPts val="2160"/>
              </a:lnSpc>
              <a:spcBef>
                <a:spcPts val="3000"/>
              </a:spcBef>
              <a:buFont typeface="Wingdings"/>
              <a:buChar char=""/>
              <a:tabLst>
                <a:tab pos="504825" algn="l"/>
              </a:tabLst>
            </a:pPr>
            <a:r>
              <a:rPr sz="2000" spc="175" dirty="0">
                <a:solidFill>
                  <a:srgbClr val="FFFFFF"/>
                </a:solidFill>
                <a:latin typeface="Times New Roman"/>
                <a:cs typeface="Times New Roman"/>
              </a:rPr>
              <a:t>A </a:t>
            </a:r>
            <a:r>
              <a:rPr sz="2000" spc="15" dirty="0">
                <a:solidFill>
                  <a:srgbClr val="FFFFFF"/>
                </a:solidFill>
                <a:latin typeface="Times New Roman"/>
                <a:cs typeface="Times New Roman"/>
              </a:rPr>
              <a:t>logical </a:t>
            </a:r>
            <a:r>
              <a:rPr sz="2000" spc="114" dirty="0">
                <a:solidFill>
                  <a:srgbClr val="FFFFFF"/>
                </a:solidFill>
                <a:latin typeface="Times New Roman"/>
                <a:cs typeface="Times New Roman"/>
              </a:rPr>
              <a:t>unit </a:t>
            </a:r>
            <a:r>
              <a:rPr sz="2000" spc="55" dirty="0">
                <a:solidFill>
                  <a:srgbClr val="FFFFFF"/>
                </a:solidFill>
                <a:latin typeface="Times New Roman"/>
                <a:cs typeface="Times New Roman"/>
              </a:rPr>
              <a:t>of </a:t>
            </a:r>
            <a:r>
              <a:rPr sz="2000" spc="80" dirty="0">
                <a:solidFill>
                  <a:srgbClr val="FFFFFF"/>
                </a:solidFill>
                <a:latin typeface="Times New Roman"/>
                <a:cs typeface="Times New Roman"/>
              </a:rPr>
              <a:t>work </a:t>
            </a:r>
            <a:r>
              <a:rPr sz="2000" spc="95" dirty="0">
                <a:solidFill>
                  <a:srgbClr val="FFFFFF"/>
                </a:solidFill>
                <a:latin typeface="Times New Roman"/>
                <a:cs typeface="Times New Roman"/>
              </a:rPr>
              <a:t>must </a:t>
            </a:r>
            <a:r>
              <a:rPr sz="2000" spc="80" dirty="0">
                <a:solidFill>
                  <a:srgbClr val="FFFFFF"/>
                </a:solidFill>
                <a:latin typeface="Times New Roman"/>
                <a:cs typeface="Times New Roman"/>
              </a:rPr>
              <a:t>exhibit </a:t>
            </a:r>
            <a:r>
              <a:rPr sz="2000" spc="85" dirty="0">
                <a:solidFill>
                  <a:srgbClr val="FFFFFF"/>
                </a:solidFill>
                <a:latin typeface="Times New Roman"/>
                <a:cs typeface="Times New Roman"/>
              </a:rPr>
              <a:t>four </a:t>
            </a:r>
            <a:r>
              <a:rPr sz="2000" spc="65" dirty="0">
                <a:solidFill>
                  <a:srgbClr val="FFFFFF"/>
                </a:solidFill>
                <a:latin typeface="Times New Roman"/>
                <a:cs typeface="Times New Roman"/>
              </a:rPr>
              <a:t>properties, </a:t>
            </a:r>
            <a:r>
              <a:rPr sz="2000" spc="35" dirty="0">
                <a:solidFill>
                  <a:srgbClr val="FFFFFF"/>
                </a:solidFill>
                <a:latin typeface="Times New Roman"/>
                <a:cs typeface="Times New Roman"/>
              </a:rPr>
              <a:t>called </a:t>
            </a:r>
            <a:r>
              <a:rPr sz="2000" spc="114" dirty="0">
                <a:solidFill>
                  <a:srgbClr val="FFFFFF"/>
                </a:solidFill>
                <a:latin typeface="Times New Roman"/>
                <a:cs typeface="Times New Roman"/>
              </a:rPr>
              <a:t>the  </a:t>
            </a:r>
            <a:r>
              <a:rPr sz="2000" spc="65" dirty="0">
                <a:solidFill>
                  <a:srgbClr val="FFFFFF"/>
                </a:solidFill>
                <a:latin typeface="Times New Roman"/>
                <a:cs typeface="Times New Roman"/>
              </a:rPr>
              <a:t>Atomicity, </a:t>
            </a:r>
            <a:r>
              <a:rPr sz="2000" spc="80" dirty="0">
                <a:solidFill>
                  <a:srgbClr val="FFFFFF"/>
                </a:solidFill>
                <a:latin typeface="Times New Roman"/>
                <a:cs typeface="Times New Roman"/>
              </a:rPr>
              <a:t>Consistency, </a:t>
            </a:r>
            <a:r>
              <a:rPr sz="2000" spc="55" dirty="0">
                <a:solidFill>
                  <a:srgbClr val="FFFFFF"/>
                </a:solidFill>
                <a:latin typeface="Times New Roman"/>
                <a:cs typeface="Times New Roman"/>
              </a:rPr>
              <a:t>Isolation, </a:t>
            </a:r>
            <a:r>
              <a:rPr sz="2000" spc="114" dirty="0">
                <a:solidFill>
                  <a:srgbClr val="FFFFFF"/>
                </a:solidFill>
                <a:latin typeface="Times New Roman"/>
                <a:cs typeface="Times New Roman"/>
              </a:rPr>
              <a:t>and</a:t>
            </a:r>
            <a:r>
              <a:rPr sz="2000" spc="-335" dirty="0">
                <a:solidFill>
                  <a:srgbClr val="FFFFFF"/>
                </a:solidFill>
                <a:latin typeface="Times New Roman"/>
                <a:cs typeface="Times New Roman"/>
              </a:rPr>
              <a:t> </a:t>
            </a:r>
            <a:r>
              <a:rPr sz="2000" spc="65" dirty="0">
                <a:solidFill>
                  <a:srgbClr val="FFFFFF"/>
                </a:solidFill>
                <a:latin typeface="Times New Roman"/>
                <a:cs typeface="Times New Roman"/>
              </a:rPr>
              <a:t>Durability </a:t>
            </a:r>
            <a:r>
              <a:rPr sz="2000" spc="90" dirty="0">
                <a:solidFill>
                  <a:srgbClr val="FFFFFF"/>
                </a:solidFill>
                <a:latin typeface="Times New Roman"/>
                <a:cs typeface="Times New Roman"/>
              </a:rPr>
              <a:t>(ACID) </a:t>
            </a:r>
            <a:r>
              <a:rPr sz="2000" spc="65" dirty="0">
                <a:solidFill>
                  <a:srgbClr val="FFFFFF"/>
                </a:solidFill>
                <a:latin typeface="Times New Roman"/>
                <a:cs typeface="Times New Roman"/>
              </a:rPr>
              <a:t>properties,  </a:t>
            </a:r>
            <a:r>
              <a:rPr sz="2000" spc="110" dirty="0">
                <a:solidFill>
                  <a:srgbClr val="FFFFFF"/>
                </a:solidFill>
                <a:latin typeface="Times New Roman"/>
                <a:cs typeface="Times New Roman"/>
              </a:rPr>
              <a:t>to</a:t>
            </a:r>
            <a:r>
              <a:rPr sz="2000" spc="-70" dirty="0">
                <a:solidFill>
                  <a:srgbClr val="FFFFFF"/>
                </a:solidFill>
                <a:latin typeface="Times New Roman"/>
                <a:cs typeface="Times New Roman"/>
              </a:rPr>
              <a:t> </a:t>
            </a:r>
            <a:r>
              <a:rPr sz="2000" spc="45" dirty="0">
                <a:solidFill>
                  <a:srgbClr val="FFFFFF"/>
                </a:solidFill>
                <a:latin typeface="Times New Roman"/>
                <a:cs typeface="Times New Roman"/>
              </a:rPr>
              <a:t>qualify</a:t>
            </a:r>
            <a:r>
              <a:rPr sz="2000" spc="-80" dirty="0">
                <a:solidFill>
                  <a:srgbClr val="FFFFFF"/>
                </a:solidFill>
                <a:latin typeface="Times New Roman"/>
                <a:cs typeface="Times New Roman"/>
              </a:rPr>
              <a:t> </a:t>
            </a:r>
            <a:r>
              <a:rPr sz="2000" spc="20" dirty="0">
                <a:solidFill>
                  <a:srgbClr val="FFFFFF"/>
                </a:solidFill>
                <a:latin typeface="Times New Roman"/>
                <a:cs typeface="Times New Roman"/>
              </a:rPr>
              <a:t>as</a:t>
            </a:r>
            <a:r>
              <a:rPr sz="2000" spc="-75"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75" dirty="0">
                <a:solidFill>
                  <a:srgbClr val="FFFFFF"/>
                </a:solidFill>
                <a:latin typeface="Times New Roman"/>
                <a:cs typeface="Times New Roman"/>
              </a:rPr>
              <a:t>transaction.</a:t>
            </a:r>
            <a:endParaRPr sz="2000">
              <a:latin typeface="Times New Roman"/>
              <a:cs typeface="Times New Roman"/>
            </a:endParaRPr>
          </a:p>
          <a:p>
            <a:pPr>
              <a:lnSpc>
                <a:spcPct val="100000"/>
              </a:lnSpc>
              <a:buClr>
                <a:srgbClr val="FFFFFF"/>
              </a:buClr>
              <a:buFont typeface="Wingdings"/>
              <a:buChar char=""/>
            </a:pPr>
            <a:endParaRPr sz="2800">
              <a:latin typeface="Times New Roman"/>
              <a:cs typeface="Times New Roman"/>
            </a:endParaRPr>
          </a:p>
          <a:p>
            <a:pPr>
              <a:lnSpc>
                <a:spcPct val="100000"/>
              </a:lnSpc>
              <a:spcBef>
                <a:spcPts val="40"/>
              </a:spcBef>
              <a:buClr>
                <a:srgbClr val="FFFFFF"/>
              </a:buClr>
              <a:buFont typeface="Wingdings"/>
              <a:buChar char=""/>
            </a:pPr>
            <a:endParaRPr sz="2450">
              <a:latin typeface="Times New Roman"/>
              <a:cs typeface="Times New Roman"/>
            </a:endParaRPr>
          </a:p>
          <a:p>
            <a:pPr marL="958850" marR="379730" lvl="1" indent="-342900" algn="just">
              <a:lnSpc>
                <a:spcPts val="2160"/>
              </a:lnSpc>
              <a:buFont typeface="Wingdings"/>
              <a:buChar char=""/>
              <a:tabLst>
                <a:tab pos="958850" algn="l"/>
              </a:tabLst>
            </a:pPr>
            <a:r>
              <a:rPr sz="2000" spc="60" dirty="0">
                <a:solidFill>
                  <a:srgbClr val="FFFFFF"/>
                </a:solidFill>
                <a:latin typeface="Times New Roman"/>
                <a:cs typeface="Times New Roman"/>
              </a:rPr>
              <a:t>Atomicity: </a:t>
            </a:r>
            <a:r>
              <a:rPr sz="2000" dirty="0">
                <a:solidFill>
                  <a:srgbClr val="FFFFFF"/>
                </a:solidFill>
                <a:latin typeface="Times New Roman"/>
                <a:cs typeface="Times New Roman"/>
              </a:rPr>
              <a:t>If </a:t>
            </a:r>
            <a:r>
              <a:rPr sz="2000" spc="110" dirty="0">
                <a:solidFill>
                  <a:srgbClr val="FFFFFF"/>
                </a:solidFill>
                <a:latin typeface="Times New Roman"/>
                <a:cs typeface="Times New Roman"/>
              </a:rPr>
              <a:t>the </a:t>
            </a:r>
            <a:r>
              <a:rPr sz="2000" spc="80" dirty="0">
                <a:solidFill>
                  <a:srgbClr val="FFFFFF"/>
                </a:solidFill>
                <a:latin typeface="Times New Roman"/>
                <a:cs typeface="Times New Roman"/>
              </a:rPr>
              <a:t>transaction </a:t>
            </a:r>
            <a:r>
              <a:rPr sz="2000" spc="70" dirty="0">
                <a:solidFill>
                  <a:srgbClr val="FFFFFF"/>
                </a:solidFill>
                <a:latin typeface="Times New Roman"/>
                <a:cs typeface="Times New Roman"/>
              </a:rPr>
              <a:t>has </a:t>
            </a:r>
            <a:r>
              <a:rPr sz="2000" spc="75" dirty="0">
                <a:solidFill>
                  <a:srgbClr val="FFFFFF"/>
                </a:solidFill>
                <a:latin typeface="Times New Roman"/>
                <a:cs typeface="Times New Roman"/>
              </a:rPr>
              <a:t>many operations </a:t>
            </a:r>
            <a:r>
              <a:rPr sz="2000" spc="105" dirty="0">
                <a:solidFill>
                  <a:srgbClr val="FFFFFF"/>
                </a:solidFill>
                <a:latin typeface="Times New Roman"/>
                <a:cs typeface="Times New Roman"/>
              </a:rPr>
              <a:t>then, </a:t>
            </a:r>
            <a:r>
              <a:rPr sz="2000" spc="10" dirty="0">
                <a:solidFill>
                  <a:srgbClr val="FFFFFF"/>
                </a:solidFill>
                <a:latin typeface="Times New Roman"/>
                <a:cs typeface="Times New Roman"/>
              </a:rPr>
              <a:t>all  </a:t>
            </a:r>
            <a:r>
              <a:rPr sz="2000" spc="90" dirty="0">
                <a:solidFill>
                  <a:srgbClr val="FFFFFF"/>
                </a:solidFill>
                <a:latin typeface="Times New Roman"/>
                <a:cs typeface="Times New Roman"/>
              </a:rPr>
              <a:t>should</a:t>
            </a:r>
            <a:r>
              <a:rPr sz="2000" spc="-50" dirty="0">
                <a:solidFill>
                  <a:srgbClr val="FFFFFF"/>
                </a:solidFill>
                <a:latin typeface="Times New Roman"/>
                <a:cs typeface="Times New Roman"/>
              </a:rPr>
              <a:t> </a:t>
            </a:r>
            <a:r>
              <a:rPr sz="2000" spc="70" dirty="0">
                <a:solidFill>
                  <a:srgbClr val="FFFFFF"/>
                </a:solidFill>
                <a:latin typeface="Times New Roman"/>
                <a:cs typeface="Times New Roman"/>
              </a:rPr>
              <a:t>be</a:t>
            </a:r>
            <a:r>
              <a:rPr sz="2000" spc="-45" dirty="0">
                <a:solidFill>
                  <a:srgbClr val="FFFFFF"/>
                </a:solidFill>
                <a:latin typeface="Times New Roman"/>
                <a:cs typeface="Times New Roman"/>
              </a:rPr>
              <a:t> </a:t>
            </a:r>
            <a:r>
              <a:rPr sz="2000" spc="70" dirty="0">
                <a:solidFill>
                  <a:srgbClr val="FFFFFF"/>
                </a:solidFill>
                <a:latin typeface="Times New Roman"/>
                <a:cs typeface="Times New Roman"/>
              </a:rPr>
              <a:t>committed.</a:t>
            </a:r>
            <a:r>
              <a:rPr sz="2000" spc="-45" dirty="0">
                <a:solidFill>
                  <a:srgbClr val="FFFFFF"/>
                </a:solidFill>
                <a:latin typeface="Times New Roman"/>
                <a:cs typeface="Times New Roman"/>
              </a:rPr>
              <a:t> </a:t>
            </a:r>
            <a:r>
              <a:rPr sz="2000" dirty="0">
                <a:solidFill>
                  <a:srgbClr val="FFFFFF"/>
                </a:solidFill>
                <a:latin typeface="Times New Roman"/>
                <a:cs typeface="Times New Roman"/>
              </a:rPr>
              <a:t>If</a:t>
            </a:r>
            <a:r>
              <a:rPr sz="2000" spc="-45" dirty="0">
                <a:solidFill>
                  <a:srgbClr val="FFFFFF"/>
                </a:solidFill>
                <a:latin typeface="Times New Roman"/>
                <a:cs typeface="Times New Roman"/>
              </a:rPr>
              <a:t> </a:t>
            </a:r>
            <a:r>
              <a:rPr sz="2000" spc="65" dirty="0">
                <a:solidFill>
                  <a:srgbClr val="FFFFFF"/>
                </a:solidFill>
                <a:latin typeface="Times New Roman"/>
                <a:cs typeface="Times New Roman"/>
              </a:rPr>
              <a:t>any</a:t>
            </a:r>
            <a:r>
              <a:rPr sz="2000" spc="-35"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4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35" dirty="0">
                <a:solidFill>
                  <a:srgbClr val="FFFFFF"/>
                </a:solidFill>
                <a:latin typeface="Times New Roman"/>
                <a:cs typeface="Times New Roman"/>
              </a:rPr>
              <a:t> </a:t>
            </a:r>
            <a:r>
              <a:rPr sz="2000" spc="85" dirty="0">
                <a:solidFill>
                  <a:srgbClr val="FFFFFF"/>
                </a:solidFill>
                <a:latin typeface="Times New Roman"/>
                <a:cs typeface="Times New Roman"/>
              </a:rPr>
              <a:t>operation</a:t>
            </a:r>
            <a:r>
              <a:rPr sz="2000" spc="-35"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4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40" dirty="0">
                <a:solidFill>
                  <a:srgbClr val="FFFFFF"/>
                </a:solidFill>
                <a:latin typeface="Times New Roman"/>
                <a:cs typeface="Times New Roman"/>
              </a:rPr>
              <a:t> </a:t>
            </a:r>
            <a:r>
              <a:rPr sz="2000" spc="80" dirty="0">
                <a:solidFill>
                  <a:srgbClr val="FFFFFF"/>
                </a:solidFill>
                <a:latin typeface="Times New Roman"/>
                <a:cs typeface="Times New Roman"/>
              </a:rPr>
              <a:t>group</a:t>
            </a:r>
            <a:r>
              <a:rPr sz="2000" spc="-30" dirty="0">
                <a:solidFill>
                  <a:srgbClr val="FFFFFF"/>
                </a:solidFill>
                <a:latin typeface="Times New Roman"/>
                <a:cs typeface="Times New Roman"/>
              </a:rPr>
              <a:t> </a:t>
            </a:r>
            <a:r>
              <a:rPr sz="2000" spc="15" dirty="0">
                <a:solidFill>
                  <a:srgbClr val="FFFFFF"/>
                </a:solidFill>
                <a:latin typeface="Times New Roman"/>
                <a:cs typeface="Times New Roman"/>
              </a:rPr>
              <a:t>fails  </a:t>
            </a:r>
            <a:r>
              <a:rPr sz="2000" spc="100" dirty="0">
                <a:solidFill>
                  <a:srgbClr val="FFFFFF"/>
                </a:solidFill>
                <a:latin typeface="Times New Roman"/>
                <a:cs typeface="Times New Roman"/>
              </a:rPr>
              <a:t>then,</a:t>
            </a:r>
            <a:r>
              <a:rPr sz="2000" spc="-60" dirty="0">
                <a:solidFill>
                  <a:srgbClr val="FFFFFF"/>
                </a:solidFill>
                <a:latin typeface="Times New Roman"/>
                <a:cs typeface="Times New Roman"/>
              </a:rPr>
              <a:t> </a:t>
            </a:r>
            <a:r>
              <a:rPr sz="2000" spc="65" dirty="0">
                <a:solidFill>
                  <a:srgbClr val="FFFFFF"/>
                </a:solidFill>
                <a:latin typeface="Times New Roman"/>
                <a:cs typeface="Times New Roman"/>
              </a:rPr>
              <a:t>it</a:t>
            </a:r>
            <a:r>
              <a:rPr sz="2000" spc="-80" dirty="0">
                <a:solidFill>
                  <a:srgbClr val="FFFFFF"/>
                </a:solidFill>
                <a:latin typeface="Times New Roman"/>
                <a:cs typeface="Times New Roman"/>
              </a:rPr>
              <a:t> </a:t>
            </a:r>
            <a:r>
              <a:rPr sz="2000" spc="90" dirty="0">
                <a:solidFill>
                  <a:srgbClr val="FFFFFF"/>
                </a:solidFill>
                <a:latin typeface="Times New Roman"/>
                <a:cs typeface="Times New Roman"/>
              </a:rPr>
              <a:t>should</a:t>
            </a:r>
            <a:r>
              <a:rPr sz="2000" spc="-65" dirty="0">
                <a:solidFill>
                  <a:srgbClr val="FFFFFF"/>
                </a:solidFill>
                <a:latin typeface="Times New Roman"/>
                <a:cs typeface="Times New Roman"/>
              </a:rPr>
              <a:t> </a:t>
            </a:r>
            <a:r>
              <a:rPr sz="2000" spc="65" dirty="0">
                <a:solidFill>
                  <a:srgbClr val="FFFFFF"/>
                </a:solidFill>
                <a:latin typeface="Times New Roman"/>
                <a:cs typeface="Times New Roman"/>
              </a:rPr>
              <a:t>be</a:t>
            </a:r>
            <a:r>
              <a:rPr sz="2000" spc="-60" dirty="0">
                <a:solidFill>
                  <a:srgbClr val="FFFFFF"/>
                </a:solidFill>
                <a:latin typeface="Times New Roman"/>
                <a:cs typeface="Times New Roman"/>
              </a:rPr>
              <a:t> </a:t>
            </a:r>
            <a:r>
              <a:rPr sz="2000" spc="55" dirty="0">
                <a:solidFill>
                  <a:srgbClr val="FFFFFF"/>
                </a:solidFill>
                <a:latin typeface="Times New Roman"/>
                <a:cs typeface="Times New Roman"/>
              </a:rPr>
              <a:t>rolled</a:t>
            </a:r>
            <a:r>
              <a:rPr sz="2000" spc="-60" dirty="0">
                <a:solidFill>
                  <a:srgbClr val="FFFFFF"/>
                </a:solidFill>
                <a:latin typeface="Times New Roman"/>
                <a:cs typeface="Times New Roman"/>
              </a:rPr>
              <a:t> </a:t>
            </a:r>
            <a:r>
              <a:rPr sz="2000" spc="45" dirty="0">
                <a:solidFill>
                  <a:srgbClr val="FFFFFF"/>
                </a:solidFill>
                <a:latin typeface="Times New Roman"/>
                <a:cs typeface="Times New Roman"/>
              </a:rPr>
              <a:t>back.</a:t>
            </a:r>
            <a:endParaRPr sz="2000">
              <a:latin typeface="Times New Roman"/>
              <a:cs typeface="Times New Roman"/>
            </a:endParaRPr>
          </a:p>
          <a:p>
            <a:pPr marL="958850" lvl="1" indent="-342900" algn="just">
              <a:lnSpc>
                <a:spcPts val="2010"/>
              </a:lnSpc>
              <a:buFont typeface="Wingdings"/>
              <a:buChar char=""/>
              <a:tabLst>
                <a:tab pos="958850" algn="l"/>
              </a:tabLst>
            </a:pPr>
            <a:r>
              <a:rPr sz="2000" spc="75" dirty="0">
                <a:solidFill>
                  <a:srgbClr val="FFFFFF"/>
                </a:solidFill>
                <a:latin typeface="Times New Roman"/>
                <a:cs typeface="Times New Roman"/>
              </a:rPr>
              <a:t>Consistency:</a:t>
            </a:r>
            <a:r>
              <a:rPr sz="2000" spc="-55" dirty="0">
                <a:solidFill>
                  <a:srgbClr val="FFFFFF"/>
                </a:solidFill>
                <a:latin typeface="Times New Roman"/>
                <a:cs typeface="Times New Roman"/>
              </a:rPr>
              <a:t> </a:t>
            </a:r>
            <a:r>
              <a:rPr sz="2000" spc="130" dirty="0">
                <a:solidFill>
                  <a:srgbClr val="FFFFFF"/>
                </a:solidFill>
                <a:latin typeface="Times New Roman"/>
                <a:cs typeface="Times New Roman"/>
              </a:rPr>
              <a:t>The</a:t>
            </a:r>
            <a:r>
              <a:rPr sz="2000" spc="-75" dirty="0">
                <a:solidFill>
                  <a:srgbClr val="FFFFFF"/>
                </a:solidFill>
                <a:latin typeface="Times New Roman"/>
                <a:cs typeface="Times New Roman"/>
              </a:rPr>
              <a:t> </a:t>
            </a:r>
            <a:r>
              <a:rPr sz="2000" spc="75" dirty="0">
                <a:solidFill>
                  <a:srgbClr val="FFFFFF"/>
                </a:solidFill>
                <a:latin typeface="Times New Roman"/>
                <a:cs typeface="Times New Roman"/>
              </a:rPr>
              <a:t>sequence</a:t>
            </a:r>
            <a:r>
              <a:rPr sz="2000" spc="-55"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75" dirty="0">
                <a:solidFill>
                  <a:srgbClr val="FFFFFF"/>
                </a:solidFill>
                <a:latin typeface="Times New Roman"/>
                <a:cs typeface="Times New Roman"/>
              </a:rPr>
              <a:t>operations</a:t>
            </a:r>
            <a:r>
              <a:rPr sz="2000" spc="-40" dirty="0">
                <a:solidFill>
                  <a:srgbClr val="FFFFFF"/>
                </a:solidFill>
                <a:latin typeface="Times New Roman"/>
                <a:cs typeface="Times New Roman"/>
              </a:rPr>
              <a:t> </a:t>
            </a:r>
            <a:r>
              <a:rPr sz="2000" spc="95" dirty="0">
                <a:solidFill>
                  <a:srgbClr val="FFFFFF"/>
                </a:solidFill>
                <a:latin typeface="Times New Roman"/>
                <a:cs typeface="Times New Roman"/>
              </a:rPr>
              <a:t>must</a:t>
            </a:r>
            <a:r>
              <a:rPr sz="2000" spc="-75" dirty="0">
                <a:solidFill>
                  <a:srgbClr val="FFFFFF"/>
                </a:solidFill>
                <a:latin typeface="Times New Roman"/>
                <a:cs typeface="Times New Roman"/>
              </a:rPr>
              <a:t> </a:t>
            </a:r>
            <a:r>
              <a:rPr sz="2000" spc="65" dirty="0">
                <a:solidFill>
                  <a:srgbClr val="FFFFFF"/>
                </a:solidFill>
                <a:latin typeface="Times New Roman"/>
                <a:cs typeface="Times New Roman"/>
              </a:rPr>
              <a:t>be</a:t>
            </a:r>
            <a:r>
              <a:rPr sz="2000" spc="-70" dirty="0">
                <a:solidFill>
                  <a:srgbClr val="FFFFFF"/>
                </a:solidFill>
                <a:latin typeface="Times New Roman"/>
                <a:cs typeface="Times New Roman"/>
              </a:rPr>
              <a:t> </a:t>
            </a:r>
            <a:r>
              <a:rPr sz="2000" spc="70" dirty="0">
                <a:solidFill>
                  <a:srgbClr val="FFFFFF"/>
                </a:solidFill>
                <a:latin typeface="Times New Roman"/>
                <a:cs typeface="Times New Roman"/>
              </a:rPr>
              <a:t>consistent.</a:t>
            </a:r>
            <a:endParaRPr sz="2000">
              <a:latin typeface="Times New Roman"/>
              <a:cs typeface="Times New Roman"/>
            </a:endParaRPr>
          </a:p>
          <a:p>
            <a:pPr marL="958850" marR="379730" lvl="1" indent="-342900" algn="just">
              <a:lnSpc>
                <a:spcPts val="2160"/>
              </a:lnSpc>
              <a:spcBef>
                <a:spcPts val="150"/>
              </a:spcBef>
              <a:buFont typeface="Wingdings"/>
              <a:buChar char=""/>
              <a:tabLst>
                <a:tab pos="958850" algn="l"/>
              </a:tabLst>
            </a:pPr>
            <a:r>
              <a:rPr sz="2000" spc="50" dirty="0">
                <a:solidFill>
                  <a:srgbClr val="FFFFFF"/>
                </a:solidFill>
                <a:latin typeface="Times New Roman"/>
                <a:cs typeface="Times New Roman"/>
              </a:rPr>
              <a:t>Isolation: </a:t>
            </a:r>
            <a:r>
              <a:rPr sz="2000" spc="95" dirty="0">
                <a:solidFill>
                  <a:srgbClr val="FFFFFF"/>
                </a:solidFill>
                <a:latin typeface="Times New Roman"/>
                <a:cs typeface="Times New Roman"/>
              </a:rPr>
              <a:t>Operations </a:t>
            </a:r>
            <a:r>
              <a:rPr sz="2000" spc="114" dirty="0">
                <a:solidFill>
                  <a:srgbClr val="FFFFFF"/>
                </a:solidFill>
                <a:latin typeface="Times New Roman"/>
                <a:cs typeface="Times New Roman"/>
              </a:rPr>
              <a:t>that </a:t>
            </a:r>
            <a:r>
              <a:rPr sz="2000" spc="55" dirty="0">
                <a:solidFill>
                  <a:srgbClr val="FFFFFF"/>
                </a:solidFill>
                <a:latin typeface="Times New Roman"/>
                <a:cs typeface="Times New Roman"/>
              </a:rPr>
              <a:t>are </a:t>
            </a:r>
            <a:r>
              <a:rPr sz="2000" spc="75" dirty="0">
                <a:solidFill>
                  <a:srgbClr val="FFFFFF"/>
                </a:solidFill>
                <a:latin typeface="Times New Roman"/>
                <a:cs typeface="Times New Roman"/>
              </a:rPr>
              <a:t>performed </a:t>
            </a:r>
            <a:r>
              <a:rPr sz="2000" spc="95" dirty="0">
                <a:solidFill>
                  <a:srgbClr val="FFFFFF"/>
                </a:solidFill>
                <a:latin typeface="Times New Roman"/>
                <a:cs typeface="Times New Roman"/>
              </a:rPr>
              <a:t>must </a:t>
            </a:r>
            <a:r>
              <a:rPr sz="2000" spc="70" dirty="0">
                <a:solidFill>
                  <a:srgbClr val="FFFFFF"/>
                </a:solidFill>
                <a:latin typeface="Times New Roman"/>
                <a:cs typeface="Times New Roman"/>
              </a:rPr>
              <a:t>be </a:t>
            </a:r>
            <a:r>
              <a:rPr sz="2000" spc="55" dirty="0">
                <a:solidFill>
                  <a:srgbClr val="FFFFFF"/>
                </a:solidFill>
                <a:latin typeface="Times New Roman"/>
                <a:cs typeface="Times New Roman"/>
              </a:rPr>
              <a:t>isolated  </a:t>
            </a:r>
            <a:r>
              <a:rPr sz="2000" spc="70" dirty="0">
                <a:solidFill>
                  <a:srgbClr val="FFFFFF"/>
                </a:solidFill>
                <a:latin typeface="Times New Roman"/>
                <a:cs typeface="Times New Roman"/>
              </a:rPr>
              <a:t>from </a:t>
            </a:r>
            <a:r>
              <a:rPr sz="2000" spc="105" dirty="0">
                <a:solidFill>
                  <a:srgbClr val="FFFFFF"/>
                </a:solidFill>
                <a:latin typeface="Times New Roman"/>
                <a:cs typeface="Times New Roman"/>
              </a:rPr>
              <a:t>other </a:t>
            </a:r>
            <a:r>
              <a:rPr sz="2000" spc="80" dirty="0">
                <a:solidFill>
                  <a:srgbClr val="FFFFFF"/>
                </a:solidFill>
                <a:latin typeface="Times New Roman"/>
                <a:cs typeface="Times New Roman"/>
              </a:rPr>
              <a:t>operations </a:t>
            </a:r>
            <a:r>
              <a:rPr sz="2000" spc="135" dirty="0">
                <a:solidFill>
                  <a:srgbClr val="FFFFFF"/>
                </a:solidFill>
                <a:latin typeface="Times New Roman"/>
                <a:cs typeface="Times New Roman"/>
              </a:rPr>
              <a:t>on </a:t>
            </a:r>
            <a:r>
              <a:rPr sz="2000" spc="110" dirty="0">
                <a:solidFill>
                  <a:srgbClr val="FFFFFF"/>
                </a:solidFill>
                <a:latin typeface="Times New Roman"/>
                <a:cs typeface="Times New Roman"/>
              </a:rPr>
              <a:t>the </a:t>
            </a:r>
            <a:r>
              <a:rPr sz="2000" spc="45" dirty="0">
                <a:solidFill>
                  <a:srgbClr val="FFFFFF"/>
                </a:solidFill>
                <a:latin typeface="Times New Roman"/>
                <a:cs typeface="Times New Roman"/>
              </a:rPr>
              <a:t>same </a:t>
            </a:r>
            <a:r>
              <a:rPr sz="2000" spc="50" dirty="0">
                <a:solidFill>
                  <a:srgbClr val="FFFFFF"/>
                </a:solidFill>
                <a:latin typeface="Times New Roman"/>
                <a:cs typeface="Times New Roman"/>
              </a:rPr>
              <a:t>server </a:t>
            </a:r>
            <a:r>
              <a:rPr sz="2000" spc="85" dirty="0">
                <a:solidFill>
                  <a:srgbClr val="FFFFFF"/>
                </a:solidFill>
                <a:latin typeface="Times New Roman"/>
                <a:cs typeface="Times New Roman"/>
              </a:rPr>
              <a:t>or </a:t>
            </a:r>
            <a:r>
              <a:rPr sz="2000" spc="135" dirty="0">
                <a:solidFill>
                  <a:srgbClr val="FFFFFF"/>
                </a:solidFill>
                <a:latin typeface="Times New Roman"/>
                <a:cs typeface="Times New Roman"/>
              </a:rPr>
              <a:t>on </a:t>
            </a:r>
            <a:r>
              <a:rPr sz="2000" spc="110" dirty="0">
                <a:solidFill>
                  <a:srgbClr val="FFFFFF"/>
                </a:solidFill>
                <a:latin typeface="Times New Roman"/>
                <a:cs typeface="Times New Roman"/>
              </a:rPr>
              <a:t>the </a:t>
            </a:r>
            <a:r>
              <a:rPr sz="2000" spc="45" dirty="0">
                <a:solidFill>
                  <a:srgbClr val="FFFFFF"/>
                </a:solidFill>
                <a:latin typeface="Times New Roman"/>
                <a:cs typeface="Times New Roman"/>
              </a:rPr>
              <a:t>same  </a:t>
            </a:r>
            <a:r>
              <a:rPr sz="2000" spc="55" dirty="0">
                <a:solidFill>
                  <a:srgbClr val="FFFFFF"/>
                </a:solidFill>
                <a:latin typeface="Times New Roman"/>
                <a:cs typeface="Times New Roman"/>
              </a:rPr>
              <a:t>database.</a:t>
            </a:r>
            <a:endParaRPr sz="2000">
              <a:latin typeface="Times New Roman"/>
              <a:cs typeface="Times New Roman"/>
            </a:endParaRPr>
          </a:p>
          <a:p>
            <a:pPr marL="958850" marR="380365" lvl="1" indent="-342900" algn="just">
              <a:lnSpc>
                <a:spcPts val="2160"/>
              </a:lnSpc>
              <a:buFont typeface="Wingdings"/>
              <a:buChar char=""/>
              <a:tabLst>
                <a:tab pos="958850" algn="l"/>
              </a:tabLst>
            </a:pPr>
            <a:r>
              <a:rPr sz="2000" spc="55" dirty="0">
                <a:solidFill>
                  <a:srgbClr val="FFFFFF"/>
                </a:solidFill>
                <a:latin typeface="Times New Roman"/>
                <a:cs typeface="Times New Roman"/>
              </a:rPr>
              <a:t>Durability:</a:t>
            </a:r>
            <a:r>
              <a:rPr sz="2000" spc="-55" dirty="0">
                <a:solidFill>
                  <a:srgbClr val="FFFFFF"/>
                </a:solidFill>
                <a:latin typeface="Times New Roman"/>
                <a:cs typeface="Times New Roman"/>
              </a:rPr>
              <a:t> </a:t>
            </a:r>
            <a:r>
              <a:rPr sz="2000" spc="130" dirty="0">
                <a:solidFill>
                  <a:srgbClr val="FFFFFF"/>
                </a:solidFill>
                <a:latin typeface="Times New Roman"/>
                <a:cs typeface="Times New Roman"/>
              </a:rPr>
              <a:t>The</a:t>
            </a:r>
            <a:r>
              <a:rPr sz="2000" spc="-45" dirty="0">
                <a:solidFill>
                  <a:srgbClr val="FFFFFF"/>
                </a:solidFill>
                <a:latin typeface="Times New Roman"/>
                <a:cs typeface="Times New Roman"/>
              </a:rPr>
              <a:t> </a:t>
            </a:r>
            <a:r>
              <a:rPr sz="2000" spc="80" dirty="0">
                <a:solidFill>
                  <a:srgbClr val="FFFFFF"/>
                </a:solidFill>
                <a:latin typeface="Times New Roman"/>
                <a:cs typeface="Times New Roman"/>
              </a:rPr>
              <a:t>operations</a:t>
            </a:r>
            <a:r>
              <a:rPr sz="2000" spc="-40" dirty="0">
                <a:solidFill>
                  <a:srgbClr val="FFFFFF"/>
                </a:solidFill>
                <a:latin typeface="Times New Roman"/>
                <a:cs typeface="Times New Roman"/>
              </a:rPr>
              <a:t> </a:t>
            </a:r>
            <a:r>
              <a:rPr sz="2000" spc="114" dirty="0">
                <a:solidFill>
                  <a:srgbClr val="FFFFFF"/>
                </a:solidFill>
                <a:latin typeface="Times New Roman"/>
                <a:cs typeface="Times New Roman"/>
              </a:rPr>
              <a:t>that</a:t>
            </a:r>
            <a:r>
              <a:rPr sz="2000" spc="-55" dirty="0">
                <a:solidFill>
                  <a:srgbClr val="FFFFFF"/>
                </a:solidFill>
                <a:latin typeface="Times New Roman"/>
                <a:cs typeface="Times New Roman"/>
              </a:rPr>
              <a:t> </a:t>
            </a:r>
            <a:r>
              <a:rPr sz="2000" spc="55" dirty="0">
                <a:solidFill>
                  <a:srgbClr val="FFFFFF"/>
                </a:solidFill>
                <a:latin typeface="Times New Roman"/>
                <a:cs typeface="Times New Roman"/>
              </a:rPr>
              <a:t>are</a:t>
            </a:r>
            <a:r>
              <a:rPr sz="2000" spc="-50" dirty="0">
                <a:solidFill>
                  <a:srgbClr val="FFFFFF"/>
                </a:solidFill>
                <a:latin typeface="Times New Roman"/>
                <a:cs typeface="Times New Roman"/>
              </a:rPr>
              <a:t> </a:t>
            </a:r>
            <a:r>
              <a:rPr sz="2000" spc="75" dirty="0">
                <a:solidFill>
                  <a:srgbClr val="FFFFFF"/>
                </a:solidFill>
                <a:latin typeface="Times New Roman"/>
                <a:cs typeface="Times New Roman"/>
              </a:rPr>
              <a:t>performed</a:t>
            </a:r>
            <a:r>
              <a:rPr sz="2000" spc="-40" dirty="0">
                <a:solidFill>
                  <a:srgbClr val="FFFFFF"/>
                </a:solidFill>
                <a:latin typeface="Times New Roman"/>
                <a:cs typeface="Times New Roman"/>
              </a:rPr>
              <a:t> </a:t>
            </a:r>
            <a:r>
              <a:rPr sz="2000" spc="135" dirty="0">
                <a:solidFill>
                  <a:srgbClr val="FFFFFF"/>
                </a:solidFill>
                <a:latin typeface="Times New Roman"/>
                <a:cs typeface="Times New Roman"/>
              </a:rPr>
              <a:t>on</a:t>
            </a:r>
            <a:r>
              <a:rPr sz="2000" spc="-5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50" dirty="0">
                <a:solidFill>
                  <a:srgbClr val="FFFFFF"/>
                </a:solidFill>
                <a:latin typeface="Times New Roman"/>
                <a:cs typeface="Times New Roman"/>
              </a:rPr>
              <a:t> </a:t>
            </a:r>
            <a:r>
              <a:rPr sz="2000" spc="60" dirty="0">
                <a:solidFill>
                  <a:srgbClr val="FFFFFF"/>
                </a:solidFill>
                <a:latin typeface="Times New Roman"/>
                <a:cs typeface="Times New Roman"/>
              </a:rPr>
              <a:t>database  </a:t>
            </a:r>
            <a:r>
              <a:rPr sz="2000" spc="95" dirty="0">
                <a:solidFill>
                  <a:srgbClr val="FFFFFF"/>
                </a:solidFill>
                <a:latin typeface="Times New Roman"/>
                <a:cs typeface="Times New Roman"/>
              </a:rPr>
              <a:t>must</a:t>
            </a:r>
            <a:r>
              <a:rPr sz="2000" spc="-80" dirty="0">
                <a:solidFill>
                  <a:srgbClr val="FFFFFF"/>
                </a:solidFill>
                <a:latin typeface="Times New Roman"/>
                <a:cs typeface="Times New Roman"/>
              </a:rPr>
              <a:t> </a:t>
            </a:r>
            <a:r>
              <a:rPr sz="2000" spc="65" dirty="0">
                <a:solidFill>
                  <a:srgbClr val="FFFFFF"/>
                </a:solidFill>
                <a:latin typeface="Times New Roman"/>
                <a:cs typeface="Times New Roman"/>
              </a:rPr>
              <a:t>be</a:t>
            </a:r>
            <a:r>
              <a:rPr sz="2000" spc="-60" dirty="0">
                <a:solidFill>
                  <a:srgbClr val="FFFFFF"/>
                </a:solidFill>
                <a:latin typeface="Times New Roman"/>
                <a:cs typeface="Times New Roman"/>
              </a:rPr>
              <a:t> </a:t>
            </a:r>
            <a:r>
              <a:rPr sz="2000" spc="50" dirty="0">
                <a:solidFill>
                  <a:srgbClr val="FFFFFF"/>
                </a:solidFill>
                <a:latin typeface="Times New Roman"/>
                <a:cs typeface="Times New Roman"/>
              </a:rPr>
              <a:t>saved</a:t>
            </a:r>
            <a:r>
              <a:rPr sz="2000" spc="-65" dirty="0">
                <a:solidFill>
                  <a:srgbClr val="FFFFFF"/>
                </a:solidFill>
                <a:latin typeface="Times New Roman"/>
                <a:cs typeface="Times New Roman"/>
              </a:rPr>
              <a:t> </a:t>
            </a:r>
            <a:r>
              <a:rPr sz="2000" spc="110" dirty="0">
                <a:solidFill>
                  <a:srgbClr val="FFFFFF"/>
                </a:solidFill>
                <a:latin typeface="Times New Roman"/>
                <a:cs typeface="Times New Roman"/>
              </a:rPr>
              <a:t>and</a:t>
            </a:r>
            <a:r>
              <a:rPr sz="2000" spc="-75" dirty="0">
                <a:solidFill>
                  <a:srgbClr val="FFFFFF"/>
                </a:solidFill>
                <a:latin typeface="Times New Roman"/>
                <a:cs typeface="Times New Roman"/>
              </a:rPr>
              <a:t> </a:t>
            </a:r>
            <a:r>
              <a:rPr sz="2000" spc="80" dirty="0">
                <a:solidFill>
                  <a:srgbClr val="FFFFFF"/>
                </a:solidFill>
                <a:latin typeface="Times New Roman"/>
                <a:cs typeface="Times New Roman"/>
              </a:rPr>
              <a:t>stored</a:t>
            </a:r>
            <a:r>
              <a:rPr sz="2000" spc="-60"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8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60" dirty="0">
                <a:solidFill>
                  <a:srgbClr val="FFFFFF"/>
                </a:solidFill>
                <a:latin typeface="Times New Roman"/>
                <a:cs typeface="Times New Roman"/>
              </a:rPr>
              <a:t>database</a:t>
            </a:r>
            <a:r>
              <a:rPr sz="2000" spc="-55" dirty="0">
                <a:solidFill>
                  <a:srgbClr val="FFFFFF"/>
                </a:solidFill>
                <a:latin typeface="Times New Roman"/>
                <a:cs typeface="Times New Roman"/>
              </a:rPr>
              <a:t> </a:t>
            </a:r>
            <a:r>
              <a:rPr sz="2000" spc="75" dirty="0">
                <a:solidFill>
                  <a:srgbClr val="FFFFFF"/>
                </a:solidFill>
                <a:latin typeface="Times New Roman"/>
                <a:cs typeface="Times New Roman"/>
              </a:rPr>
              <a:t>permanently.</a:t>
            </a:r>
            <a:endParaRPr sz="20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5</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881" y="35813"/>
            <a:ext cx="5071745" cy="574675"/>
          </a:xfrm>
          <a:prstGeom prst="rect">
            <a:avLst/>
          </a:prstGeom>
        </p:spPr>
        <p:txBody>
          <a:bodyPr vert="horz" wrap="square" lIns="0" tIns="12700" rIns="0" bIns="0" rtlCol="0">
            <a:spAutoFit/>
          </a:bodyPr>
          <a:lstStyle/>
          <a:p>
            <a:pPr marL="12700">
              <a:lnSpc>
                <a:spcPct val="100000"/>
              </a:lnSpc>
              <a:spcBef>
                <a:spcPts val="100"/>
              </a:spcBef>
            </a:pPr>
            <a:r>
              <a:rPr sz="3600" spc="165" dirty="0"/>
              <a:t>Need</a:t>
            </a:r>
            <a:r>
              <a:rPr sz="3600" spc="-145" dirty="0"/>
              <a:t> </a:t>
            </a:r>
            <a:r>
              <a:rPr sz="3600" spc="114" dirty="0"/>
              <a:t>for</a:t>
            </a:r>
            <a:r>
              <a:rPr sz="3600" spc="-140" dirty="0"/>
              <a:t> </a:t>
            </a:r>
            <a:r>
              <a:rPr sz="3600" spc="140" dirty="0"/>
              <a:t>Transactions</a:t>
            </a:r>
            <a:r>
              <a:rPr sz="3600" spc="-155" dirty="0"/>
              <a:t> </a:t>
            </a:r>
            <a:r>
              <a:rPr sz="3600" spc="-105" dirty="0"/>
              <a:t>3-4</a:t>
            </a:r>
            <a:endParaRPr sz="3600"/>
          </a:p>
        </p:txBody>
      </p:sp>
      <p:sp>
        <p:nvSpPr>
          <p:cNvPr id="3" name="object 3"/>
          <p:cNvSpPr/>
          <p:nvPr/>
        </p:nvSpPr>
        <p:spPr>
          <a:xfrm>
            <a:off x="138684" y="1263395"/>
            <a:ext cx="7440295" cy="938530"/>
          </a:xfrm>
          <a:custGeom>
            <a:avLst/>
            <a:gdLst/>
            <a:ahLst/>
            <a:cxnLst/>
            <a:rect l="l" t="t" r="r" b="b"/>
            <a:pathLst>
              <a:path w="7440295" h="938530">
                <a:moveTo>
                  <a:pt x="7440168" y="156337"/>
                </a:moveTo>
                <a:lnTo>
                  <a:pt x="7432192" y="106921"/>
                </a:lnTo>
                <a:lnTo>
                  <a:pt x="7410005" y="64008"/>
                </a:lnTo>
                <a:lnTo>
                  <a:pt x="7376160" y="30162"/>
                </a:lnTo>
                <a:lnTo>
                  <a:pt x="7333247" y="7975"/>
                </a:lnTo>
                <a:lnTo>
                  <a:pt x="7283831" y="0"/>
                </a:lnTo>
                <a:lnTo>
                  <a:pt x="156337" y="0"/>
                </a:lnTo>
                <a:lnTo>
                  <a:pt x="106908" y="7975"/>
                </a:lnTo>
                <a:lnTo>
                  <a:pt x="63995" y="30162"/>
                </a:lnTo>
                <a:lnTo>
                  <a:pt x="30162" y="64008"/>
                </a:lnTo>
                <a:lnTo>
                  <a:pt x="7962" y="106921"/>
                </a:lnTo>
                <a:lnTo>
                  <a:pt x="0" y="156337"/>
                </a:lnTo>
                <a:lnTo>
                  <a:pt x="0" y="781685"/>
                </a:lnTo>
                <a:lnTo>
                  <a:pt x="7962" y="831113"/>
                </a:lnTo>
                <a:lnTo>
                  <a:pt x="30162" y="874026"/>
                </a:lnTo>
                <a:lnTo>
                  <a:pt x="63995" y="907872"/>
                </a:lnTo>
                <a:lnTo>
                  <a:pt x="106908" y="930059"/>
                </a:lnTo>
                <a:lnTo>
                  <a:pt x="156337" y="938022"/>
                </a:lnTo>
                <a:lnTo>
                  <a:pt x="7283831" y="938022"/>
                </a:lnTo>
                <a:lnTo>
                  <a:pt x="7333247" y="930059"/>
                </a:lnTo>
                <a:lnTo>
                  <a:pt x="7376160" y="907872"/>
                </a:lnTo>
                <a:lnTo>
                  <a:pt x="7410005" y="874026"/>
                </a:lnTo>
                <a:lnTo>
                  <a:pt x="7432192" y="831113"/>
                </a:lnTo>
                <a:lnTo>
                  <a:pt x="7440168" y="781685"/>
                </a:lnTo>
                <a:lnTo>
                  <a:pt x="7440168" y="156337"/>
                </a:lnTo>
                <a:close/>
              </a:path>
            </a:pathLst>
          </a:custGeom>
          <a:solidFill>
            <a:srgbClr val="C0504D"/>
          </a:solidFill>
        </p:spPr>
        <p:txBody>
          <a:bodyPr wrap="square" lIns="0" tIns="0" rIns="0" bIns="0" rtlCol="0"/>
          <a:lstStyle/>
          <a:p>
            <a:endParaRPr/>
          </a:p>
        </p:txBody>
      </p:sp>
      <p:sp>
        <p:nvSpPr>
          <p:cNvPr id="4" name="object 4"/>
          <p:cNvSpPr/>
          <p:nvPr/>
        </p:nvSpPr>
        <p:spPr>
          <a:xfrm>
            <a:off x="384048" y="2320289"/>
            <a:ext cx="7526020" cy="855980"/>
          </a:xfrm>
          <a:custGeom>
            <a:avLst/>
            <a:gdLst/>
            <a:ahLst/>
            <a:cxnLst/>
            <a:rect l="l" t="t" r="r" b="b"/>
            <a:pathLst>
              <a:path w="7526020" h="855980">
                <a:moveTo>
                  <a:pt x="7525512" y="142621"/>
                </a:moveTo>
                <a:lnTo>
                  <a:pt x="7518235" y="97561"/>
                </a:lnTo>
                <a:lnTo>
                  <a:pt x="7497978" y="58407"/>
                </a:lnTo>
                <a:lnTo>
                  <a:pt x="7467105" y="27533"/>
                </a:lnTo>
                <a:lnTo>
                  <a:pt x="7427950" y="7277"/>
                </a:lnTo>
                <a:lnTo>
                  <a:pt x="7382891" y="0"/>
                </a:lnTo>
                <a:lnTo>
                  <a:pt x="142621" y="0"/>
                </a:lnTo>
                <a:lnTo>
                  <a:pt x="97536" y="7277"/>
                </a:lnTo>
                <a:lnTo>
                  <a:pt x="58381" y="27533"/>
                </a:lnTo>
                <a:lnTo>
                  <a:pt x="27508" y="58407"/>
                </a:lnTo>
                <a:lnTo>
                  <a:pt x="7264" y="97561"/>
                </a:lnTo>
                <a:lnTo>
                  <a:pt x="0" y="142621"/>
                </a:lnTo>
                <a:lnTo>
                  <a:pt x="0" y="713105"/>
                </a:lnTo>
                <a:lnTo>
                  <a:pt x="7264" y="758177"/>
                </a:lnTo>
                <a:lnTo>
                  <a:pt x="27508" y="797331"/>
                </a:lnTo>
                <a:lnTo>
                  <a:pt x="58381" y="828205"/>
                </a:lnTo>
                <a:lnTo>
                  <a:pt x="97536" y="848461"/>
                </a:lnTo>
                <a:lnTo>
                  <a:pt x="142621" y="855726"/>
                </a:lnTo>
                <a:lnTo>
                  <a:pt x="7382891" y="855726"/>
                </a:lnTo>
                <a:lnTo>
                  <a:pt x="7427950" y="848461"/>
                </a:lnTo>
                <a:lnTo>
                  <a:pt x="7467105" y="828205"/>
                </a:lnTo>
                <a:lnTo>
                  <a:pt x="7497978" y="797331"/>
                </a:lnTo>
                <a:lnTo>
                  <a:pt x="7518235" y="758177"/>
                </a:lnTo>
                <a:lnTo>
                  <a:pt x="7525512" y="713105"/>
                </a:lnTo>
                <a:lnTo>
                  <a:pt x="7525512" y="142621"/>
                </a:lnTo>
                <a:close/>
              </a:path>
            </a:pathLst>
          </a:custGeom>
          <a:solidFill>
            <a:srgbClr val="F79546"/>
          </a:solidFill>
        </p:spPr>
        <p:txBody>
          <a:bodyPr wrap="square" lIns="0" tIns="0" rIns="0" bIns="0" rtlCol="0"/>
          <a:lstStyle/>
          <a:p>
            <a:endParaRPr/>
          </a:p>
        </p:txBody>
      </p:sp>
      <p:sp>
        <p:nvSpPr>
          <p:cNvPr id="5" name="object 5"/>
          <p:cNvSpPr/>
          <p:nvPr/>
        </p:nvSpPr>
        <p:spPr>
          <a:xfrm>
            <a:off x="709422" y="3278885"/>
            <a:ext cx="7526020" cy="975360"/>
          </a:xfrm>
          <a:custGeom>
            <a:avLst/>
            <a:gdLst/>
            <a:ahLst/>
            <a:cxnLst/>
            <a:rect l="l" t="t" r="r" b="b"/>
            <a:pathLst>
              <a:path w="7526020" h="975360">
                <a:moveTo>
                  <a:pt x="7525512" y="162560"/>
                </a:moveTo>
                <a:lnTo>
                  <a:pt x="7519695" y="119341"/>
                </a:lnTo>
                <a:lnTo>
                  <a:pt x="7503312" y="80518"/>
                </a:lnTo>
                <a:lnTo>
                  <a:pt x="7477900" y="47612"/>
                </a:lnTo>
                <a:lnTo>
                  <a:pt x="7444994" y="22199"/>
                </a:lnTo>
                <a:lnTo>
                  <a:pt x="7406170" y="5816"/>
                </a:lnTo>
                <a:lnTo>
                  <a:pt x="7362952" y="0"/>
                </a:lnTo>
                <a:lnTo>
                  <a:pt x="162560" y="0"/>
                </a:lnTo>
                <a:lnTo>
                  <a:pt x="119341" y="5816"/>
                </a:lnTo>
                <a:lnTo>
                  <a:pt x="80505" y="22199"/>
                </a:lnTo>
                <a:lnTo>
                  <a:pt x="47612" y="47612"/>
                </a:lnTo>
                <a:lnTo>
                  <a:pt x="22186" y="80518"/>
                </a:lnTo>
                <a:lnTo>
                  <a:pt x="5803" y="119341"/>
                </a:lnTo>
                <a:lnTo>
                  <a:pt x="0" y="162560"/>
                </a:lnTo>
                <a:lnTo>
                  <a:pt x="0" y="812800"/>
                </a:lnTo>
                <a:lnTo>
                  <a:pt x="5803" y="856030"/>
                </a:lnTo>
                <a:lnTo>
                  <a:pt x="22186" y="894854"/>
                </a:lnTo>
                <a:lnTo>
                  <a:pt x="47612" y="927760"/>
                </a:lnTo>
                <a:lnTo>
                  <a:pt x="80505" y="953173"/>
                </a:lnTo>
                <a:lnTo>
                  <a:pt x="119341" y="969556"/>
                </a:lnTo>
                <a:lnTo>
                  <a:pt x="162560" y="975360"/>
                </a:lnTo>
                <a:lnTo>
                  <a:pt x="7362952" y="975360"/>
                </a:lnTo>
                <a:lnTo>
                  <a:pt x="7406170" y="969556"/>
                </a:lnTo>
                <a:lnTo>
                  <a:pt x="7444994" y="953173"/>
                </a:lnTo>
                <a:lnTo>
                  <a:pt x="7477900" y="927760"/>
                </a:lnTo>
                <a:lnTo>
                  <a:pt x="7503312" y="894854"/>
                </a:lnTo>
                <a:lnTo>
                  <a:pt x="7519695" y="856030"/>
                </a:lnTo>
                <a:lnTo>
                  <a:pt x="7525512" y="812800"/>
                </a:lnTo>
                <a:lnTo>
                  <a:pt x="7525512" y="162560"/>
                </a:lnTo>
                <a:close/>
              </a:path>
            </a:pathLst>
          </a:custGeom>
          <a:solidFill>
            <a:srgbClr val="000000"/>
          </a:solidFill>
        </p:spPr>
        <p:txBody>
          <a:bodyPr wrap="square" lIns="0" tIns="0" rIns="0" bIns="0" rtlCol="0"/>
          <a:lstStyle/>
          <a:p>
            <a:endParaRPr/>
          </a:p>
        </p:txBody>
      </p:sp>
      <p:sp>
        <p:nvSpPr>
          <p:cNvPr id="6" name="object 6"/>
          <p:cNvSpPr/>
          <p:nvPr/>
        </p:nvSpPr>
        <p:spPr>
          <a:xfrm>
            <a:off x="1067562" y="4357115"/>
            <a:ext cx="7413625" cy="820419"/>
          </a:xfrm>
          <a:custGeom>
            <a:avLst/>
            <a:gdLst/>
            <a:ahLst/>
            <a:cxnLst/>
            <a:rect l="l" t="t" r="r" b="b"/>
            <a:pathLst>
              <a:path w="7413625" h="820420">
                <a:moveTo>
                  <a:pt x="7413498" y="136652"/>
                </a:moveTo>
                <a:lnTo>
                  <a:pt x="7406526" y="93472"/>
                </a:lnTo>
                <a:lnTo>
                  <a:pt x="7387120" y="55968"/>
                </a:lnTo>
                <a:lnTo>
                  <a:pt x="7357529" y="26377"/>
                </a:lnTo>
                <a:lnTo>
                  <a:pt x="7320026" y="6972"/>
                </a:lnTo>
                <a:lnTo>
                  <a:pt x="7276846" y="0"/>
                </a:lnTo>
                <a:lnTo>
                  <a:pt x="136652" y="0"/>
                </a:lnTo>
                <a:lnTo>
                  <a:pt x="93446" y="6972"/>
                </a:lnTo>
                <a:lnTo>
                  <a:pt x="55943" y="26377"/>
                </a:lnTo>
                <a:lnTo>
                  <a:pt x="26352" y="55968"/>
                </a:lnTo>
                <a:lnTo>
                  <a:pt x="6959" y="93472"/>
                </a:lnTo>
                <a:lnTo>
                  <a:pt x="0" y="136652"/>
                </a:lnTo>
                <a:lnTo>
                  <a:pt x="0" y="683260"/>
                </a:lnTo>
                <a:lnTo>
                  <a:pt x="6959" y="726440"/>
                </a:lnTo>
                <a:lnTo>
                  <a:pt x="26352" y="763955"/>
                </a:lnTo>
                <a:lnTo>
                  <a:pt x="55943" y="793546"/>
                </a:lnTo>
                <a:lnTo>
                  <a:pt x="93446" y="812952"/>
                </a:lnTo>
                <a:lnTo>
                  <a:pt x="136652" y="819912"/>
                </a:lnTo>
                <a:lnTo>
                  <a:pt x="7276846" y="819912"/>
                </a:lnTo>
                <a:lnTo>
                  <a:pt x="7320013" y="812952"/>
                </a:lnTo>
                <a:lnTo>
                  <a:pt x="7357529" y="793546"/>
                </a:lnTo>
                <a:lnTo>
                  <a:pt x="7387120" y="763955"/>
                </a:lnTo>
                <a:lnTo>
                  <a:pt x="7406526" y="726440"/>
                </a:lnTo>
                <a:lnTo>
                  <a:pt x="7413498" y="683260"/>
                </a:lnTo>
                <a:lnTo>
                  <a:pt x="7413498" y="136652"/>
                </a:lnTo>
                <a:close/>
              </a:path>
            </a:pathLst>
          </a:custGeom>
          <a:solidFill>
            <a:srgbClr val="1F487C"/>
          </a:solidFill>
        </p:spPr>
        <p:txBody>
          <a:bodyPr wrap="square" lIns="0" tIns="0" rIns="0" bIns="0" rtlCol="0"/>
          <a:lstStyle/>
          <a:p>
            <a:endParaRPr/>
          </a:p>
        </p:txBody>
      </p:sp>
      <p:sp>
        <p:nvSpPr>
          <p:cNvPr id="7" name="object 7"/>
          <p:cNvSpPr/>
          <p:nvPr/>
        </p:nvSpPr>
        <p:spPr>
          <a:xfrm>
            <a:off x="1388364" y="5279135"/>
            <a:ext cx="7414259" cy="820419"/>
          </a:xfrm>
          <a:custGeom>
            <a:avLst/>
            <a:gdLst/>
            <a:ahLst/>
            <a:cxnLst/>
            <a:rect l="l" t="t" r="r" b="b"/>
            <a:pathLst>
              <a:path w="7414259" h="820420">
                <a:moveTo>
                  <a:pt x="7414260" y="136652"/>
                </a:moveTo>
                <a:lnTo>
                  <a:pt x="7407288" y="93472"/>
                </a:lnTo>
                <a:lnTo>
                  <a:pt x="7387882" y="55968"/>
                </a:lnTo>
                <a:lnTo>
                  <a:pt x="7358291" y="26377"/>
                </a:lnTo>
                <a:lnTo>
                  <a:pt x="7320775" y="6972"/>
                </a:lnTo>
                <a:lnTo>
                  <a:pt x="7277608" y="0"/>
                </a:lnTo>
                <a:lnTo>
                  <a:pt x="136652" y="0"/>
                </a:lnTo>
                <a:lnTo>
                  <a:pt x="93472" y="6972"/>
                </a:lnTo>
                <a:lnTo>
                  <a:pt x="55956" y="26377"/>
                </a:lnTo>
                <a:lnTo>
                  <a:pt x="26365" y="55968"/>
                </a:lnTo>
                <a:lnTo>
                  <a:pt x="6959" y="93472"/>
                </a:lnTo>
                <a:lnTo>
                  <a:pt x="0" y="136652"/>
                </a:lnTo>
                <a:lnTo>
                  <a:pt x="0" y="683247"/>
                </a:lnTo>
                <a:lnTo>
                  <a:pt x="6959" y="726452"/>
                </a:lnTo>
                <a:lnTo>
                  <a:pt x="26365" y="763968"/>
                </a:lnTo>
                <a:lnTo>
                  <a:pt x="55956" y="793546"/>
                </a:lnTo>
                <a:lnTo>
                  <a:pt x="93472" y="812952"/>
                </a:lnTo>
                <a:lnTo>
                  <a:pt x="136652" y="819912"/>
                </a:lnTo>
                <a:lnTo>
                  <a:pt x="7277608" y="819912"/>
                </a:lnTo>
                <a:lnTo>
                  <a:pt x="7320775" y="812952"/>
                </a:lnTo>
                <a:lnTo>
                  <a:pt x="7358291" y="793546"/>
                </a:lnTo>
                <a:lnTo>
                  <a:pt x="7387882" y="763968"/>
                </a:lnTo>
                <a:lnTo>
                  <a:pt x="7407288" y="726452"/>
                </a:lnTo>
                <a:lnTo>
                  <a:pt x="7414260" y="683247"/>
                </a:lnTo>
                <a:lnTo>
                  <a:pt x="7414260" y="136652"/>
                </a:lnTo>
                <a:close/>
              </a:path>
            </a:pathLst>
          </a:custGeom>
          <a:solidFill>
            <a:srgbClr val="8063A1"/>
          </a:solidFill>
        </p:spPr>
        <p:txBody>
          <a:bodyPr wrap="square" lIns="0" tIns="0" rIns="0" bIns="0" rtlCol="0"/>
          <a:lstStyle/>
          <a:p>
            <a:endParaRPr/>
          </a:p>
        </p:txBody>
      </p:sp>
      <p:sp>
        <p:nvSpPr>
          <p:cNvPr id="8" name="object 8"/>
          <p:cNvSpPr txBox="1"/>
          <p:nvPr/>
        </p:nvSpPr>
        <p:spPr>
          <a:xfrm>
            <a:off x="324865" y="727261"/>
            <a:ext cx="8057515" cy="5191760"/>
          </a:xfrm>
          <a:prstGeom prst="rect">
            <a:avLst/>
          </a:prstGeom>
        </p:spPr>
        <p:txBody>
          <a:bodyPr vert="horz" wrap="square" lIns="0" tIns="141605" rIns="0" bIns="0" rtlCol="0">
            <a:spAutoFit/>
          </a:bodyPr>
          <a:lstStyle/>
          <a:p>
            <a:pPr marL="150495">
              <a:lnSpc>
                <a:spcPct val="100000"/>
              </a:lnSpc>
              <a:spcBef>
                <a:spcPts val="1115"/>
              </a:spcBef>
            </a:pPr>
            <a:r>
              <a:rPr sz="2400" b="1" spc="-110" dirty="0">
                <a:latin typeface="Arial"/>
                <a:cs typeface="Arial"/>
              </a:rPr>
              <a:t>Implementing</a:t>
            </a:r>
            <a:r>
              <a:rPr sz="2400" b="1" spc="-204" dirty="0">
                <a:latin typeface="Arial"/>
                <a:cs typeface="Arial"/>
              </a:rPr>
              <a:t> </a:t>
            </a:r>
            <a:r>
              <a:rPr sz="2400" b="1" spc="-145" dirty="0">
                <a:latin typeface="Arial"/>
                <a:cs typeface="Arial"/>
              </a:rPr>
              <a:t>Transactions</a:t>
            </a:r>
            <a:endParaRPr sz="2400">
              <a:latin typeface="Arial"/>
              <a:cs typeface="Arial"/>
            </a:endParaRPr>
          </a:p>
          <a:p>
            <a:pPr marL="355600" marR="1286510" indent="-343535" algn="just">
              <a:lnSpc>
                <a:spcPts val="1939"/>
              </a:lnSpc>
              <a:spcBef>
                <a:spcPts val="1015"/>
              </a:spcBef>
              <a:buFont typeface="Wingdings"/>
              <a:buChar char=""/>
              <a:tabLst>
                <a:tab pos="356235" algn="l"/>
              </a:tabLst>
            </a:pPr>
            <a:r>
              <a:rPr sz="1800" spc="90" dirty="0">
                <a:solidFill>
                  <a:srgbClr val="FFFFFF"/>
                </a:solidFill>
                <a:latin typeface="Times New Roman"/>
                <a:cs typeface="Times New Roman"/>
              </a:rPr>
              <a:t>Autocommit </a:t>
            </a:r>
            <a:r>
              <a:rPr sz="1800" spc="60" dirty="0">
                <a:solidFill>
                  <a:srgbClr val="FFFFFF"/>
                </a:solidFill>
                <a:latin typeface="Times New Roman"/>
                <a:cs typeface="Times New Roman"/>
              </a:rPr>
              <a:t>Transactions: </a:t>
            </a:r>
            <a:r>
              <a:rPr sz="1800" spc="75" dirty="0">
                <a:solidFill>
                  <a:srgbClr val="FFFFFF"/>
                </a:solidFill>
                <a:latin typeface="Times New Roman"/>
                <a:cs typeface="Times New Roman"/>
              </a:rPr>
              <a:t>In </a:t>
            </a:r>
            <a:r>
              <a:rPr sz="1800" spc="70" dirty="0">
                <a:solidFill>
                  <a:srgbClr val="FFFFFF"/>
                </a:solidFill>
                <a:latin typeface="Times New Roman"/>
                <a:cs typeface="Times New Roman"/>
              </a:rPr>
              <a:t>this </a:t>
            </a:r>
            <a:r>
              <a:rPr sz="1800" spc="65" dirty="0">
                <a:solidFill>
                  <a:srgbClr val="FFFFFF"/>
                </a:solidFill>
                <a:latin typeface="Times New Roman"/>
                <a:cs typeface="Times New Roman"/>
              </a:rPr>
              <a:t>mode, </a:t>
            </a:r>
            <a:r>
              <a:rPr sz="1800" spc="95" dirty="0">
                <a:solidFill>
                  <a:srgbClr val="FFFFFF"/>
                </a:solidFill>
                <a:latin typeface="Times New Roman"/>
                <a:cs typeface="Times New Roman"/>
              </a:rPr>
              <a:t>one </a:t>
            </a:r>
            <a:r>
              <a:rPr sz="1800" spc="60" dirty="0">
                <a:solidFill>
                  <a:srgbClr val="FFFFFF"/>
                </a:solidFill>
                <a:latin typeface="Times New Roman"/>
                <a:cs typeface="Times New Roman"/>
              </a:rPr>
              <a:t>does </a:t>
            </a:r>
            <a:r>
              <a:rPr sz="1800" spc="120" dirty="0">
                <a:solidFill>
                  <a:srgbClr val="FFFFFF"/>
                </a:solidFill>
                <a:latin typeface="Times New Roman"/>
                <a:cs typeface="Times New Roman"/>
              </a:rPr>
              <a:t>not </a:t>
            </a:r>
            <a:r>
              <a:rPr sz="1800" spc="90" dirty="0">
                <a:solidFill>
                  <a:srgbClr val="FFFFFF"/>
                </a:solidFill>
                <a:latin typeface="Times New Roman"/>
                <a:cs typeface="Times New Roman"/>
              </a:rPr>
              <a:t>need </a:t>
            </a:r>
            <a:r>
              <a:rPr sz="1800" spc="100" dirty="0">
                <a:solidFill>
                  <a:srgbClr val="FFFFFF"/>
                </a:solidFill>
                <a:latin typeface="Times New Roman"/>
                <a:cs typeface="Times New Roman"/>
              </a:rPr>
              <a:t>to  </a:t>
            </a:r>
            <a:r>
              <a:rPr sz="1800" spc="55" dirty="0">
                <a:solidFill>
                  <a:srgbClr val="FFFFFF"/>
                </a:solidFill>
                <a:latin typeface="Times New Roman"/>
                <a:cs typeface="Times New Roman"/>
              </a:rPr>
              <a:t>write </a:t>
            </a:r>
            <a:r>
              <a:rPr sz="1800" spc="60" dirty="0">
                <a:solidFill>
                  <a:srgbClr val="FFFFFF"/>
                </a:solidFill>
                <a:latin typeface="Times New Roman"/>
                <a:cs typeface="Times New Roman"/>
              </a:rPr>
              <a:t>any </a:t>
            </a:r>
            <a:r>
              <a:rPr sz="1800" spc="25" dirty="0">
                <a:solidFill>
                  <a:srgbClr val="FFFFFF"/>
                </a:solidFill>
                <a:latin typeface="Times New Roman"/>
                <a:cs typeface="Times New Roman"/>
              </a:rPr>
              <a:t>specific </a:t>
            </a:r>
            <a:r>
              <a:rPr sz="1800" spc="70" dirty="0">
                <a:solidFill>
                  <a:srgbClr val="FFFFFF"/>
                </a:solidFill>
                <a:latin typeface="Times New Roman"/>
                <a:cs typeface="Times New Roman"/>
              </a:rPr>
              <a:t>statements </a:t>
            </a:r>
            <a:r>
              <a:rPr sz="1800" spc="100" dirty="0">
                <a:solidFill>
                  <a:srgbClr val="FFFFFF"/>
                </a:solidFill>
                <a:latin typeface="Times New Roman"/>
                <a:cs typeface="Times New Roman"/>
              </a:rPr>
              <a:t>to </a:t>
            </a:r>
            <a:r>
              <a:rPr sz="1800" spc="65" dirty="0">
                <a:solidFill>
                  <a:srgbClr val="FFFFFF"/>
                </a:solidFill>
                <a:latin typeface="Times New Roman"/>
                <a:cs typeface="Times New Roman"/>
              </a:rPr>
              <a:t>start </a:t>
            </a:r>
            <a:r>
              <a:rPr sz="1800" spc="100" dirty="0">
                <a:solidFill>
                  <a:srgbClr val="FFFFFF"/>
                </a:solidFill>
                <a:latin typeface="Times New Roman"/>
                <a:cs typeface="Times New Roman"/>
              </a:rPr>
              <a:t>and </a:t>
            </a:r>
            <a:r>
              <a:rPr sz="1800" spc="105" dirty="0">
                <a:solidFill>
                  <a:srgbClr val="FFFFFF"/>
                </a:solidFill>
                <a:latin typeface="Times New Roman"/>
                <a:cs typeface="Times New Roman"/>
              </a:rPr>
              <a:t>end </a:t>
            </a:r>
            <a:r>
              <a:rPr sz="1800" spc="100" dirty="0">
                <a:solidFill>
                  <a:srgbClr val="FFFFFF"/>
                </a:solidFill>
                <a:latin typeface="Times New Roman"/>
                <a:cs typeface="Times New Roman"/>
              </a:rPr>
              <a:t>the </a:t>
            </a:r>
            <a:r>
              <a:rPr sz="1800" spc="60" dirty="0">
                <a:solidFill>
                  <a:srgbClr val="FFFFFF"/>
                </a:solidFill>
                <a:latin typeface="Times New Roman"/>
                <a:cs typeface="Times New Roman"/>
              </a:rPr>
              <a:t>transactions.</a:t>
            </a:r>
            <a:r>
              <a:rPr sz="1800" spc="-90" dirty="0">
                <a:solidFill>
                  <a:srgbClr val="FFFFFF"/>
                </a:solidFill>
                <a:latin typeface="Times New Roman"/>
                <a:cs typeface="Times New Roman"/>
              </a:rPr>
              <a:t> </a:t>
            </a:r>
            <a:r>
              <a:rPr sz="1800" spc="45" dirty="0">
                <a:solidFill>
                  <a:srgbClr val="FFFFFF"/>
                </a:solidFill>
                <a:latin typeface="Times New Roman"/>
                <a:cs typeface="Times New Roman"/>
              </a:rPr>
              <a:t>It  </a:t>
            </a:r>
            <a:r>
              <a:rPr sz="1800" spc="5" dirty="0">
                <a:solidFill>
                  <a:srgbClr val="FFFFFF"/>
                </a:solidFill>
                <a:latin typeface="Times New Roman"/>
                <a:cs typeface="Times New Roman"/>
              </a:rPr>
              <a:t>is</a:t>
            </a:r>
            <a:r>
              <a:rPr sz="1800" spc="-55"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5" dirty="0">
                <a:solidFill>
                  <a:srgbClr val="FFFFFF"/>
                </a:solidFill>
                <a:latin typeface="Times New Roman"/>
                <a:cs typeface="Times New Roman"/>
              </a:rPr>
              <a:t> </a:t>
            </a:r>
            <a:r>
              <a:rPr sz="1800" spc="65" dirty="0">
                <a:solidFill>
                  <a:srgbClr val="FFFFFF"/>
                </a:solidFill>
                <a:latin typeface="Times New Roman"/>
                <a:cs typeface="Times New Roman"/>
              </a:rPr>
              <a:t>default</a:t>
            </a:r>
            <a:r>
              <a:rPr sz="1800" spc="-70" dirty="0">
                <a:solidFill>
                  <a:srgbClr val="FFFFFF"/>
                </a:solidFill>
                <a:latin typeface="Times New Roman"/>
                <a:cs typeface="Times New Roman"/>
              </a:rPr>
              <a:t> </a:t>
            </a:r>
            <a:r>
              <a:rPr sz="1800" spc="80" dirty="0">
                <a:solidFill>
                  <a:srgbClr val="FFFFFF"/>
                </a:solidFill>
                <a:latin typeface="Times New Roman"/>
                <a:cs typeface="Times New Roman"/>
              </a:rPr>
              <a:t>mode</a:t>
            </a:r>
            <a:r>
              <a:rPr sz="1800" spc="-85" dirty="0">
                <a:solidFill>
                  <a:srgbClr val="FFFFFF"/>
                </a:solidFill>
                <a:latin typeface="Times New Roman"/>
                <a:cs typeface="Times New Roman"/>
              </a:rPr>
              <a:t> </a:t>
            </a:r>
            <a:r>
              <a:rPr sz="1800" spc="60" dirty="0">
                <a:solidFill>
                  <a:srgbClr val="FFFFFF"/>
                </a:solidFill>
                <a:latin typeface="Times New Roman"/>
                <a:cs typeface="Times New Roman"/>
              </a:rPr>
              <a:t>for</a:t>
            </a:r>
            <a:r>
              <a:rPr sz="1800" spc="-55" dirty="0">
                <a:solidFill>
                  <a:srgbClr val="FFFFFF"/>
                </a:solidFill>
                <a:latin typeface="Times New Roman"/>
                <a:cs typeface="Times New Roman"/>
              </a:rPr>
              <a:t> </a:t>
            </a:r>
            <a:r>
              <a:rPr sz="1800" spc="85" dirty="0">
                <a:solidFill>
                  <a:srgbClr val="FFFFFF"/>
                </a:solidFill>
                <a:latin typeface="Times New Roman"/>
                <a:cs typeface="Times New Roman"/>
              </a:rPr>
              <a:t>SQL</a:t>
            </a:r>
            <a:r>
              <a:rPr sz="1800" spc="-60" dirty="0">
                <a:solidFill>
                  <a:srgbClr val="FFFFFF"/>
                </a:solidFill>
                <a:latin typeface="Times New Roman"/>
                <a:cs typeface="Times New Roman"/>
              </a:rPr>
              <a:t> </a:t>
            </a:r>
            <a:r>
              <a:rPr sz="1800" spc="55" dirty="0">
                <a:solidFill>
                  <a:srgbClr val="FFFFFF"/>
                </a:solidFill>
                <a:latin typeface="Times New Roman"/>
                <a:cs typeface="Times New Roman"/>
              </a:rPr>
              <a:t>Server</a:t>
            </a:r>
            <a:r>
              <a:rPr sz="1800" spc="-70" dirty="0">
                <a:solidFill>
                  <a:srgbClr val="FFFFFF"/>
                </a:solidFill>
                <a:latin typeface="Times New Roman"/>
                <a:cs typeface="Times New Roman"/>
              </a:rPr>
              <a:t> </a:t>
            </a:r>
            <a:r>
              <a:rPr sz="1800" spc="55" dirty="0">
                <a:solidFill>
                  <a:srgbClr val="FFFFFF"/>
                </a:solidFill>
                <a:latin typeface="Times New Roman"/>
                <a:cs typeface="Times New Roman"/>
              </a:rPr>
              <a:t>Database</a:t>
            </a:r>
            <a:r>
              <a:rPr sz="1800" spc="-80" dirty="0">
                <a:solidFill>
                  <a:srgbClr val="FFFFFF"/>
                </a:solidFill>
                <a:latin typeface="Times New Roman"/>
                <a:cs typeface="Times New Roman"/>
              </a:rPr>
              <a:t> </a:t>
            </a:r>
            <a:r>
              <a:rPr sz="1800" spc="45" dirty="0">
                <a:solidFill>
                  <a:srgbClr val="FFFFFF"/>
                </a:solidFill>
                <a:latin typeface="Times New Roman"/>
                <a:cs typeface="Times New Roman"/>
              </a:rPr>
              <a:t>Engine.</a:t>
            </a:r>
            <a:endParaRPr sz="1800">
              <a:latin typeface="Times New Roman"/>
              <a:cs typeface="Times New Roman"/>
            </a:endParaRPr>
          </a:p>
          <a:p>
            <a:pPr marL="662940" marR="901065" lvl="1" indent="-342900" algn="just">
              <a:lnSpc>
                <a:spcPts val="1939"/>
              </a:lnSpc>
              <a:spcBef>
                <a:spcPts val="1960"/>
              </a:spcBef>
              <a:buFont typeface="Wingdings"/>
              <a:buChar char=""/>
              <a:tabLst>
                <a:tab pos="662940" algn="l"/>
              </a:tabLst>
            </a:pPr>
            <a:r>
              <a:rPr sz="1800" spc="40" dirty="0">
                <a:solidFill>
                  <a:srgbClr val="FFFFFF"/>
                </a:solidFill>
                <a:latin typeface="Times New Roman"/>
                <a:cs typeface="Times New Roman"/>
              </a:rPr>
              <a:t>Explicit </a:t>
            </a:r>
            <a:r>
              <a:rPr sz="1800" spc="60" dirty="0">
                <a:solidFill>
                  <a:srgbClr val="FFFFFF"/>
                </a:solidFill>
                <a:latin typeface="Times New Roman"/>
                <a:cs typeface="Times New Roman"/>
              </a:rPr>
              <a:t>Transactions: </a:t>
            </a:r>
            <a:r>
              <a:rPr sz="1800" spc="45" dirty="0">
                <a:solidFill>
                  <a:srgbClr val="FFFFFF"/>
                </a:solidFill>
                <a:latin typeface="Times New Roman"/>
                <a:cs typeface="Times New Roman"/>
              </a:rPr>
              <a:t>Each </a:t>
            </a:r>
            <a:r>
              <a:rPr sz="1800" spc="70" dirty="0">
                <a:solidFill>
                  <a:srgbClr val="FFFFFF"/>
                </a:solidFill>
                <a:latin typeface="Times New Roman"/>
                <a:cs typeface="Times New Roman"/>
              </a:rPr>
              <a:t>transaction </a:t>
            </a:r>
            <a:r>
              <a:rPr sz="1800" spc="35" dirty="0">
                <a:solidFill>
                  <a:srgbClr val="FFFFFF"/>
                </a:solidFill>
                <a:latin typeface="Times New Roman"/>
                <a:cs typeface="Times New Roman"/>
              </a:rPr>
              <a:t>explicitly </a:t>
            </a:r>
            <a:r>
              <a:rPr sz="1800" spc="55" dirty="0">
                <a:solidFill>
                  <a:srgbClr val="FFFFFF"/>
                </a:solidFill>
                <a:latin typeface="Times New Roman"/>
                <a:cs typeface="Times New Roman"/>
              </a:rPr>
              <a:t>starts </a:t>
            </a:r>
            <a:r>
              <a:rPr sz="1800" spc="80" dirty="0">
                <a:solidFill>
                  <a:srgbClr val="FFFFFF"/>
                </a:solidFill>
                <a:latin typeface="Times New Roman"/>
                <a:cs typeface="Times New Roman"/>
              </a:rPr>
              <a:t>with </a:t>
            </a:r>
            <a:r>
              <a:rPr sz="1800" spc="100" dirty="0">
                <a:solidFill>
                  <a:srgbClr val="FFFFFF"/>
                </a:solidFill>
                <a:latin typeface="Times New Roman"/>
                <a:cs typeface="Times New Roman"/>
              </a:rPr>
              <a:t>the  </a:t>
            </a:r>
            <a:r>
              <a:rPr sz="1800" spc="40" dirty="0">
                <a:solidFill>
                  <a:srgbClr val="FFFFFF"/>
                </a:solidFill>
                <a:latin typeface="Times New Roman"/>
                <a:cs typeface="Times New Roman"/>
              </a:rPr>
              <a:t>BEGIN </a:t>
            </a:r>
            <a:r>
              <a:rPr sz="1800" spc="140" dirty="0">
                <a:solidFill>
                  <a:srgbClr val="FFFFFF"/>
                </a:solidFill>
                <a:latin typeface="Times New Roman"/>
                <a:cs typeface="Times New Roman"/>
              </a:rPr>
              <a:t>TRANSACTION </a:t>
            </a:r>
            <a:r>
              <a:rPr sz="1800" spc="75" dirty="0">
                <a:solidFill>
                  <a:srgbClr val="FFFFFF"/>
                </a:solidFill>
                <a:latin typeface="Times New Roman"/>
                <a:cs typeface="Times New Roman"/>
              </a:rPr>
              <a:t>statement </a:t>
            </a:r>
            <a:r>
              <a:rPr sz="1800" spc="100" dirty="0">
                <a:solidFill>
                  <a:srgbClr val="FFFFFF"/>
                </a:solidFill>
                <a:latin typeface="Times New Roman"/>
                <a:cs typeface="Times New Roman"/>
              </a:rPr>
              <a:t>and </a:t>
            </a:r>
            <a:r>
              <a:rPr sz="1800" spc="80" dirty="0">
                <a:solidFill>
                  <a:srgbClr val="FFFFFF"/>
                </a:solidFill>
                <a:latin typeface="Times New Roman"/>
                <a:cs typeface="Times New Roman"/>
              </a:rPr>
              <a:t>ends with </a:t>
            </a:r>
            <a:r>
              <a:rPr sz="1800" spc="30" dirty="0">
                <a:solidFill>
                  <a:srgbClr val="FFFFFF"/>
                </a:solidFill>
                <a:latin typeface="Times New Roman"/>
                <a:cs typeface="Times New Roman"/>
              </a:rPr>
              <a:t>a  </a:t>
            </a:r>
            <a:r>
              <a:rPr sz="1800" spc="80" dirty="0">
                <a:solidFill>
                  <a:srgbClr val="FFFFFF"/>
                </a:solidFill>
                <a:latin typeface="Times New Roman"/>
                <a:cs typeface="Times New Roman"/>
              </a:rPr>
              <a:t>ROLLBACK</a:t>
            </a:r>
            <a:r>
              <a:rPr sz="1800" spc="-65" dirty="0">
                <a:solidFill>
                  <a:srgbClr val="FFFFFF"/>
                </a:solidFill>
                <a:latin typeface="Times New Roman"/>
                <a:cs typeface="Times New Roman"/>
              </a:rPr>
              <a:t> </a:t>
            </a:r>
            <a:r>
              <a:rPr sz="1800" spc="75" dirty="0">
                <a:solidFill>
                  <a:srgbClr val="FFFFFF"/>
                </a:solidFill>
                <a:latin typeface="Times New Roman"/>
                <a:cs typeface="Times New Roman"/>
              </a:rPr>
              <a:t>or</a:t>
            </a:r>
            <a:r>
              <a:rPr sz="1800" spc="-65" dirty="0">
                <a:solidFill>
                  <a:srgbClr val="FFFFFF"/>
                </a:solidFill>
                <a:latin typeface="Times New Roman"/>
                <a:cs typeface="Times New Roman"/>
              </a:rPr>
              <a:t> </a:t>
            </a:r>
            <a:r>
              <a:rPr sz="1800" spc="125" dirty="0">
                <a:solidFill>
                  <a:srgbClr val="FFFFFF"/>
                </a:solidFill>
                <a:latin typeface="Times New Roman"/>
                <a:cs typeface="Times New Roman"/>
              </a:rPr>
              <a:t>COMMIT</a:t>
            </a:r>
            <a:r>
              <a:rPr sz="1800" spc="-80" dirty="0">
                <a:solidFill>
                  <a:srgbClr val="FFFFFF"/>
                </a:solidFill>
                <a:latin typeface="Times New Roman"/>
                <a:cs typeface="Times New Roman"/>
              </a:rPr>
              <a:t> </a:t>
            </a:r>
            <a:r>
              <a:rPr sz="1800" spc="65" dirty="0">
                <a:solidFill>
                  <a:srgbClr val="FFFFFF"/>
                </a:solidFill>
                <a:latin typeface="Times New Roman"/>
                <a:cs typeface="Times New Roman"/>
              </a:rPr>
              <a:t>transaction.</a:t>
            </a:r>
            <a:endParaRPr sz="1800">
              <a:latin typeface="Times New Roman"/>
              <a:cs typeface="Times New Roman"/>
            </a:endParaRPr>
          </a:p>
          <a:p>
            <a:pPr marL="988060" marR="575310" lvl="2" indent="-342900" algn="just">
              <a:lnSpc>
                <a:spcPts val="1939"/>
              </a:lnSpc>
              <a:spcBef>
                <a:spcPts val="2210"/>
              </a:spcBef>
              <a:buFont typeface="Wingdings"/>
              <a:buChar char=""/>
              <a:tabLst>
                <a:tab pos="988060" algn="l"/>
              </a:tabLst>
            </a:pPr>
            <a:r>
              <a:rPr sz="1800" spc="40" dirty="0">
                <a:solidFill>
                  <a:srgbClr val="FFFFFF"/>
                </a:solidFill>
                <a:latin typeface="Times New Roman"/>
                <a:cs typeface="Times New Roman"/>
              </a:rPr>
              <a:t>Implicit </a:t>
            </a:r>
            <a:r>
              <a:rPr sz="1800" spc="60" dirty="0">
                <a:solidFill>
                  <a:srgbClr val="FFFFFF"/>
                </a:solidFill>
                <a:latin typeface="Times New Roman"/>
                <a:cs typeface="Times New Roman"/>
              </a:rPr>
              <a:t>Transactions: </a:t>
            </a:r>
            <a:r>
              <a:rPr sz="1800" spc="160" dirty="0">
                <a:solidFill>
                  <a:srgbClr val="FFFFFF"/>
                </a:solidFill>
                <a:latin typeface="Times New Roman"/>
                <a:cs typeface="Times New Roman"/>
              </a:rPr>
              <a:t>A </a:t>
            </a:r>
            <a:r>
              <a:rPr sz="1800" spc="80" dirty="0">
                <a:solidFill>
                  <a:srgbClr val="FFFFFF"/>
                </a:solidFill>
                <a:latin typeface="Times New Roman"/>
                <a:cs typeface="Times New Roman"/>
              </a:rPr>
              <a:t>new </a:t>
            </a:r>
            <a:r>
              <a:rPr sz="1800" spc="70" dirty="0">
                <a:solidFill>
                  <a:srgbClr val="FFFFFF"/>
                </a:solidFill>
                <a:latin typeface="Times New Roman"/>
                <a:cs typeface="Times New Roman"/>
              </a:rPr>
              <a:t>transaction </a:t>
            </a:r>
            <a:r>
              <a:rPr sz="1800" spc="5" dirty="0">
                <a:solidFill>
                  <a:srgbClr val="FFFFFF"/>
                </a:solidFill>
                <a:latin typeface="Times New Roman"/>
                <a:cs typeface="Times New Roman"/>
              </a:rPr>
              <a:t>is </a:t>
            </a:r>
            <a:r>
              <a:rPr sz="1800" spc="50" dirty="0">
                <a:solidFill>
                  <a:srgbClr val="FFFFFF"/>
                </a:solidFill>
                <a:latin typeface="Times New Roman"/>
                <a:cs typeface="Times New Roman"/>
              </a:rPr>
              <a:t>automatically </a:t>
            </a:r>
            <a:r>
              <a:rPr sz="1800" spc="65" dirty="0">
                <a:solidFill>
                  <a:srgbClr val="FFFFFF"/>
                </a:solidFill>
                <a:latin typeface="Times New Roman"/>
                <a:cs typeface="Times New Roman"/>
              </a:rPr>
              <a:t>started  </a:t>
            </a:r>
            <a:r>
              <a:rPr sz="1800" spc="100" dirty="0">
                <a:solidFill>
                  <a:srgbClr val="FFFFFF"/>
                </a:solidFill>
                <a:latin typeface="Times New Roman"/>
                <a:cs typeface="Times New Roman"/>
              </a:rPr>
              <a:t>when the </a:t>
            </a:r>
            <a:r>
              <a:rPr sz="1800" spc="35" dirty="0">
                <a:solidFill>
                  <a:srgbClr val="FFFFFF"/>
                </a:solidFill>
                <a:latin typeface="Times New Roman"/>
                <a:cs typeface="Times New Roman"/>
              </a:rPr>
              <a:t>earlier </a:t>
            </a:r>
            <a:r>
              <a:rPr sz="1800" spc="70" dirty="0">
                <a:solidFill>
                  <a:srgbClr val="FFFFFF"/>
                </a:solidFill>
                <a:latin typeface="Times New Roman"/>
                <a:cs typeface="Times New Roman"/>
              </a:rPr>
              <a:t>transaction </a:t>
            </a:r>
            <a:r>
              <a:rPr sz="1800" spc="50" dirty="0">
                <a:solidFill>
                  <a:srgbClr val="FFFFFF"/>
                </a:solidFill>
                <a:latin typeface="Times New Roman"/>
                <a:cs typeface="Times New Roman"/>
              </a:rPr>
              <a:t>completes </a:t>
            </a:r>
            <a:r>
              <a:rPr sz="1800" spc="100" dirty="0">
                <a:solidFill>
                  <a:srgbClr val="FFFFFF"/>
                </a:solidFill>
                <a:latin typeface="Times New Roman"/>
                <a:cs typeface="Times New Roman"/>
              </a:rPr>
              <a:t>and </a:t>
            </a:r>
            <a:r>
              <a:rPr sz="1800" spc="35" dirty="0">
                <a:solidFill>
                  <a:srgbClr val="FFFFFF"/>
                </a:solidFill>
                <a:latin typeface="Times New Roman"/>
                <a:cs typeface="Times New Roman"/>
              </a:rPr>
              <a:t>every </a:t>
            </a:r>
            <a:r>
              <a:rPr sz="1800" spc="70" dirty="0">
                <a:solidFill>
                  <a:srgbClr val="FFFFFF"/>
                </a:solidFill>
                <a:latin typeface="Times New Roman"/>
                <a:cs typeface="Times New Roman"/>
              </a:rPr>
              <a:t>transaction </a:t>
            </a:r>
            <a:r>
              <a:rPr sz="1800" spc="5" dirty="0">
                <a:solidFill>
                  <a:srgbClr val="FFFFFF"/>
                </a:solidFill>
                <a:latin typeface="Times New Roman"/>
                <a:cs typeface="Times New Roman"/>
              </a:rPr>
              <a:t>is  </a:t>
            </a:r>
            <a:r>
              <a:rPr sz="1800" spc="35" dirty="0">
                <a:solidFill>
                  <a:srgbClr val="FFFFFF"/>
                </a:solidFill>
                <a:latin typeface="Times New Roman"/>
                <a:cs typeface="Times New Roman"/>
              </a:rPr>
              <a:t>explicitly</a:t>
            </a:r>
            <a:r>
              <a:rPr sz="1800" spc="-80" dirty="0">
                <a:solidFill>
                  <a:srgbClr val="FFFFFF"/>
                </a:solidFill>
                <a:latin typeface="Times New Roman"/>
                <a:cs typeface="Times New Roman"/>
              </a:rPr>
              <a:t> </a:t>
            </a:r>
            <a:r>
              <a:rPr sz="1800" spc="60" dirty="0">
                <a:solidFill>
                  <a:srgbClr val="FFFFFF"/>
                </a:solidFill>
                <a:latin typeface="Times New Roman"/>
                <a:cs typeface="Times New Roman"/>
              </a:rPr>
              <a:t>completed.</a:t>
            </a:r>
            <a:endParaRPr sz="1800">
              <a:latin typeface="Times New Roman"/>
              <a:cs typeface="Times New Roman"/>
            </a:endParaRPr>
          </a:p>
          <a:p>
            <a:pPr lvl="2">
              <a:lnSpc>
                <a:spcPct val="100000"/>
              </a:lnSpc>
              <a:spcBef>
                <a:spcPts val="25"/>
              </a:spcBef>
              <a:buClr>
                <a:srgbClr val="FFFFFF"/>
              </a:buClr>
              <a:buFont typeface="Wingdings"/>
              <a:buChar char=""/>
            </a:pPr>
            <a:endParaRPr sz="2600">
              <a:latin typeface="Times New Roman"/>
              <a:cs typeface="Times New Roman"/>
            </a:endParaRPr>
          </a:p>
          <a:p>
            <a:pPr marL="1343025" marR="324485" lvl="3" indent="-342900">
              <a:lnSpc>
                <a:spcPts val="1939"/>
              </a:lnSpc>
              <a:buFont typeface="Wingdings"/>
              <a:buChar char=""/>
              <a:tabLst>
                <a:tab pos="1343025" algn="l"/>
                <a:tab pos="1343660" algn="l"/>
              </a:tabLst>
            </a:pPr>
            <a:r>
              <a:rPr sz="1800" spc="50" dirty="0">
                <a:solidFill>
                  <a:srgbClr val="FFFFFF"/>
                </a:solidFill>
                <a:latin typeface="Times New Roman"/>
                <a:cs typeface="Times New Roman"/>
              </a:rPr>
              <a:t>Batch-scoped </a:t>
            </a:r>
            <a:r>
              <a:rPr sz="1800" spc="60" dirty="0">
                <a:solidFill>
                  <a:srgbClr val="FFFFFF"/>
                </a:solidFill>
                <a:latin typeface="Times New Roman"/>
                <a:cs typeface="Times New Roman"/>
              </a:rPr>
              <a:t>Transactions: </a:t>
            </a:r>
            <a:r>
              <a:rPr sz="1800" spc="80" dirty="0">
                <a:solidFill>
                  <a:srgbClr val="FFFFFF"/>
                </a:solidFill>
                <a:latin typeface="Times New Roman"/>
                <a:cs typeface="Times New Roman"/>
              </a:rPr>
              <a:t>These </a:t>
            </a:r>
            <a:r>
              <a:rPr sz="1800" spc="65" dirty="0">
                <a:solidFill>
                  <a:srgbClr val="FFFFFF"/>
                </a:solidFill>
                <a:latin typeface="Times New Roman"/>
                <a:cs typeface="Times New Roman"/>
              </a:rPr>
              <a:t>transactions </a:t>
            </a:r>
            <a:r>
              <a:rPr sz="1800" spc="45" dirty="0">
                <a:solidFill>
                  <a:srgbClr val="FFFFFF"/>
                </a:solidFill>
                <a:latin typeface="Times New Roman"/>
                <a:cs typeface="Times New Roman"/>
              </a:rPr>
              <a:t>are </a:t>
            </a:r>
            <a:r>
              <a:rPr sz="1800" spc="55" dirty="0">
                <a:solidFill>
                  <a:srgbClr val="FFFFFF"/>
                </a:solidFill>
                <a:latin typeface="Times New Roman"/>
                <a:cs typeface="Times New Roman"/>
              </a:rPr>
              <a:t>related </a:t>
            </a:r>
            <a:r>
              <a:rPr sz="1800" spc="95" dirty="0">
                <a:solidFill>
                  <a:srgbClr val="FFFFFF"/>
                </a:solidFill>
                <a:latin typeface="Times New Roman"/>
                <a:cs typeface="Times New Roman"/>
              </a:rPr>
              <a:t>to  </a:t>
            </a:r>
            <a:r>
              <a:rPr sz="1800" spc="55" dirty="0">
                <a:solidFill>
                  <a:srgbClr val="FFFFFF"/>
                </a:solidFill>
                <a:latin typeface="Times New Roman"/>
                <a:cs typeface="Times New Roman"/>
              </a:rPr>
              <a:t>Multiple</a:t>
            </a:r>
            <a:r>
              <a:rPr sz="1800" spc="-75" dirty="0">
                <a:solidFill>
                  <a:srgbClr val="FFFFFF"/>
                </a:solidFill>
                <a:latin typeface="Times New Roman"/>
                <a:cs typeface="Times New Roman"/>
              </a:rPr>
              <a:t> </a:t>
            </a:r>
            <a:r>
              <a:rPr sz="1800" spc="60" dirty="0">
                <a:solidFill>
                  <a:srgbClr val="FFFFFF"/>
                </a:solidFill>
                <a:latin typeface="Times New Roman"/>
                <a:cs typeface="Times New Roman"/>
              </a:rPr>
              <a:t>Active</a:t>
            </a:r>
            <a:r>
              <a:rPr sz="1800" spc="-70" dirty="0">
                <a:solidFill>
                  <a:srgbClr val="FFFFFF"/>
                </a:solidFill>
                <a:latin typeface="Times New Roman"/>
                <a:cs typeface="Times New Roman"/>
              </a:rPr>
              <a:t> </a:t>
            </a:r>
            <a:r>
              <a:rPr sz="1800" spc="65" dirty="0">
                <a:solidFill>
                  <a:srgbClr val="FFFFFF"/>
                </a:solidFill>
                <a:latin typeface="Times New Roman"/>
                <a:cs typeface="Times New Roman"/>
              </a:rPr>
              <a:t>Result</a:t>
            </a:r>
            <a:r>
              <a:rPr sz="1800" spc="-70" dirty="0">
                <a:solidFill>
                  <a:srgbClr val="FFFFFF"/>
                </a:solidFill>
                <a:latin typeface="Times New Roman"/>
                <a:cs typeface="Times New Roman"/>
              </a:rPr>
              <a:t> </a:t>
            </a:r>
            <a:r>
              <a:rPr sz="1800" spc="55" dirty="0">
                <a:solidFill>
                  <a:srgbClr val="FFFFFF"/>
                </a:solidFill>
                <a:latin typeface="Times New Roman"/>
                <a:cs typeface="Times New Roman"/>
              </a:rPr>
              <a:t>Sets</a:t>
            </a:r>
            <a:r>
              <a:rPr sz="1800" spc="-75" dirty="0">
                <a:solidFill>
                  <a:srgbClr val="FFFFFF"/>
                </a:solidFill>
                <a:latin typeface="Times New Roman"/>
                <a:cs typeface="Times New Roman"/>
              </a:rPr>
              <a:t> </a:t>
            </a:r>
            <a:r>
              <a:rPr sz="1800" spc="50" dirty="0">
                <a:solidFill>
                  <a:srgbClr val="FFFFFF"/>
                </a:solidFill>
                <a:latin typeface="Times New Roman"/>
                <a:cs typeface="Times New Roman"/>
              </a:rPr>
              <a:t>(MARS).</a:t>
            </a:r>
            <a:endParaRPr sz="1800">
              <a:latin typeface="Times New Roman"/>
              <a:cs typeface="Times New Roman"/>
            </a:endParaRPr>
          </a:p>
          <a:p>
            <a:pPr lvl="3">
              <a:lnSpc>
                <a:spcPct val="100000"/>
              </a:lnSpc>
              <a:spcBef>
                <a:spcPts val="50"/>
              </a:spcBef>
              <a:buClr>
                <a:srgbClr val="FFFFFF"/>
              </a:buClr>
              <a:buFont typeface="Wingdings"/>
              <a:buChar char=""/>
            </a:pPr>
            <a:endParaRPr sz="2900">
              <a:latin typeface="Times New Roman"/>
              <a:cs typeface="Times New Roman"/>
            </a:endParaRPr>
          </a:p>
          <a:p>
            <a:pPr marL="1664335" marR="5080" lvl="4" indent="-342900">
              <a:lnSpc>
                <a:spcPts val="1939"/>
              </a:lnSpc>
              <a:buFont typeface="Wingdings"/>
              <a:buChar char=""/>
              <a:tabLst>
                <a:tab pos="1664335" algn="l"/>
                <a:tab pos="1664970" algn="l"/>
              </a:tabLst>
            </a:pPr>
            <a:r>
              <a:rPr sz="1800" spc="75" dirty="0">
                <a:solidFill>
                  <a:srgbClr val="FFFFFF"/>
                </a:solidFill>
                <a:latin typeface="Times New Roman"/>
                <a:cs typeface="Times New Roman"/>
              </a:rPr>
              <a:t>Distributed </a:t>
            </a:r>
            <a:r>
              <a:rPr sz="1800" spc="60" dirty="0">
                <a:solidFill>
                  <a:srgbClr val="FFFFFF"/>
                </a:solidFill>
                <a:latin typeface="Times New Roman"/>
                <a:cs typeface="Times New Roman"/>
              </a:rPr>
              <a:t>Transactions: </a:t>
            </a:r>
            <a:r>
              <a:rPr sz="1800" spc="50" dirty="0">
                <a:solidFill>
                  <a:srgbClr val="FFFFFF"/>
                </a:solidFill>
                <a:latin typeface="Times New Roman"/>
                <a:cs typeface="Times New Roman"/>
              </a:rPr>
              <a:t>It </a:t>
            </a:r>
            <a:r>
              <a:rPr sz="1800" spc="75" dirty="0">
                <a:solidFill>
                  <a:srgbClr val="FFFFFF"/>
                </a:solidFill>
                <a:latin typeface="Times New Roman"/>
                <a:cs typeface="Times New Roman"/>
              </a:rPr>
              <a:t>span </a:t>
            </a:r>
            <a:r>
              <a:rPr sz="1800" spc="80" dirty="0">
                <a:solidFill>
                  <a:srgbClr val="FFFFFF"/>
                </a:solidFill>
                <a:latin typeface="Times New Roman"/>
                <a:cs typeface="Times New Roman"/>
              </a:rPr>
              <a:t>two </a:t>
            </a:r>
            <a:r>
              <a:rPr sz="1800" spc="75" dirty="0">
                <a:solidFill>
                  <a:srgbClr val="FFFFFF"/>
                </a:solidFill>
                <a:latin typeface="Times New Roman"/>
                <a:cs typeface="Times New Roman"/>
              </a:rPr>
              <a:t>or </a:t>
            </a:r>
            <a:r>
              <a:rPr sz="1800" spc="70" dirty="0">
                <a:solidFill>
                  <a:srgbClr val="FFFFFF"/>
                </a:solidFill>
                <a:latin typeface="Times New Roman"/>
                <a:cs typeface="Times New Roman"/>
              </a:rPr>
              <a:t>more </a:t>
            </a:r>
            <a:r>
              <a:rPr sz="1800" spc="40" dirty="0">
                <a:solidFill>
                  <a:srgbClr val="FFFFFF"/>
                </a:solidFill>
                <a:latin typeface="Times New Roman"/>
                <a:cs typeface="Times New Roman"/>
              </a:rPr>
              <a:t>servers </a:t>
            </a:r>
            <a:r>
              <a:rPr sz="1800" spc="105" dirty="0">
                <a:solidFill>
                  <a:srgbClr val="FFFFFF"/>
                </a:solidFill>
                <a:latin typeface="Times New Roman"/>
                <a:cs typeface="Times New Roman"/>
              </a:rPr>
              <a:t>known </a:t>
            </a:r>
            <a:r>
              <a:rPr sz="1800" spc="10" dirty="0">
                <a:solidFill>
                  <a:srgbClr val="FFFFFF"/>
                </a:solidFill>
                <a:latin typeface="Times New Roman"/>
                <a:cs typeface="Times New Roman"/>
              </a:rPr>
              <a:t>as  </a:t>
            </a:r>
            <a:r>
              <a:rPr sz="1800" spc="55" dirty="0">
                <a:solidFill>
                  <a:srgbClr val="FFFFFF"/>
                </a:solidFill>
                <a:latin typeface="Times New Roman"/>
                <a:cs typeface="Times New Roman"/>
              </a:rPr>
              <a:t>resource</a:t>
            </a:r>
            <a:r>
              <a:rPr sz="1800" spc="-70" dirty="0">
                <a:solidFill>
                  <a:srgbClr val="FFFFFF"/>
                </a:solidFill>
                <a:latin typeface="Times New Roman"/>
                <a:cs typeface="Times New Roman"/>
              </a:rPr>
              <a:t> </a:t>
            </a:r>
            <a:r>
              <a:rPr sz="1800" spc="45" dirty="0">
                <a:solidFill>
                  <a:srgbClr val="FFFFFF"/>
                </a:solidFill>
                <a:latin typeface="Times New Roman"/>
                <a:cs typeface="Times New Roman"/>
              </a:rPr>
              <a:t>managers.</a:t>
            </a:r>
            <a:endParaRPr sz="18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6</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6090" y="72135"/>
            <a:ext cx="5117465" cy="574040"/>
          </a:xfrm>
          <a:prstGeom prst="rect">
            <a:avLst/>
          </a:prstGeom>
        </p:spPr>
        <p:txBody>
          <a:bodyPr vert="horz" wrap="square" lIns="0" tIns="12700" rIns="0" bIns="0" rtlCol="0">
            <a:spAutoFit/>
          </a:bodyPr>
          <a:lstStyle/>
          <a:p>
            <a:pPr marL="12700">
              <a:lnSpc>
                <a:spcPct val="100000"/>
              </a:lnSpc>
              <a:spcBef>
                <a:spcPts val="100"/>
              </a:spcBef>
            </a:pPr>
            <a:r>
              <a:rPr sz="3600" spc="165" dirty="0"/>
              <a:t>Need</a:t>
            </a:r>
            <a:r>
              <a:rPr sz="3600" spc="-160" dirty="0"/>
              <a:t> </a:t>
            </a:r>
            <a:r>
              <a:rPr sz="3600" spc="120" dirty="0"/>
              <a:t>for</a:t>
            </a:r>
            <a:r>
              <a:rPr sz="3600" spc="-170" dirty="0"/>
              <a:t> </a:t>
            </a:r>
            <a:r>
              <a:rPr sz="3600" spc="145" dirty="0"/>
              <a:t>Transactions</a:t>
            </a:r>
            <a:r>
              <a:rPr sz="3600" spc="-160" dirty="0"/>
              <a:t> </a:t>
            </a:r>
            <a:r>
              <a:rPr sz="3600" spc="10" dirty="0"/>
              <a:t>4-4</a:t>
            </a:r>
            <a:endParaRPr sz="3600"/>
          </a:p>
        </p:txBody>
      </p:sp>
      <p:sp>
        <p:nvSpPr>
          <p:cNvPr id="3" name="object 3"/>
          <p:cNvSpPr txBox="1"/>
          <p:nvPr/>
        </p:nvSpPr>
        <p:spPr>
          <a:xfrm>
            <a:off x="519430" y="917194"/>
            <a:ext cx="4178935" cy="391160"/>
          </a:xfrm>
          <a:prstGeom prst="rect">
            <a:avLst/>
          </a:prstGeom>
        </p:spPr>
        <p:txBody>
          <a:bodyPr vert="horz" wrap="square" lIns="0" tIns="12700" rIns="0" bIns="0" rtlCol="0">
            <a:spAutoFit/>
          </a:bodyPr>
          <a:lstStyle/>
          <a:p>
            <a:pPr marL="12700">
              <a:lnSpc>
                <a:spcPct val="100000"/>
              </a:lnSpc>
              <a:spcBef>
                <a:spcPts val="100"/>
              </a:spcBef>
            </a:pPr>
            <a:r>
              <a:rPr sz="2400" b="1" spc="-145" dirty="0">
                <a:latin typeface="Arial"/>
                <a:cs typeface="Arial"/>
              </a:rPr>
              <a:t>Transactions </a:t>
            </a:r>
            <a:r>
              <a:rPr sz="2400" b="1" spc="-114" dirty="0">
                <a:latin typeface="Arial"/>
                <a:cs typeface="Arial"/>
              </a:rPr>
              <a:t>Extending</a:t>
            </a:r>
            <a:r>
              <a:rPr sz="2400" b="1" spc="-270" dirty="0">
                <a:latin typeface="Arial"/>
                <a:cs typeface="Arial"/>
              </a:rPr>
              <a:t> </a:t>
            </a:r>
            <a:r>
              <a:rPr sz="2400" b="1" spc="-210" dirty="0">
                <a:latin typeface="Arial"/>
                <a:cs typeface="Arial"/>
              </a:rPr>
              <a:t>Batches</a:t>
            </a:r>
            <a:endParaRPr sz="2400">
              <a:latin typeface="Arial"/>
              <a:cs typeface="Arial"/>
            </a:endParaRPr>
          </a:p>
        </p:txBody>
      </p:sp>
      <p:grpSp>
        <p:nvGrpSpPr>
          <p:cNvPr id="4" name="object 4"/>
          <p:cNvGrpSpPr/>
          <p:nvPr/>
        </p:nvGrpSpPr>
        <p:grpSpPr>
          <a:xfrm>
            <a:off x="1151394" y="1400428"/>
            <a:ext cx="7221220" cy="4276725"/>
            <a:chOff x="1151394" y="1400428"/>
            <a:chExt cx="7221220" cy="4276725"/>
          </a:xfrm>
        </p:grpSpPr>
        <p:sp>
          <p:nvSpPr>
            <p:cNvPr id="5" name="object 5"/>
            <p:cNvSpPr/>
            <p:nvPr/>
          </p:nvSpPr>
          <p:spPr>
            <a:xfrm>
              <a:off x="1164094" y="1413128"/>
              <a:ext cx="1114425" cy="4251325"/>
            </a:xfrm>
            <a:custGeom>
              <a:avLst/>
              <a:gdLst/>
              <a:ahLst/>
              <a:cxnLst/>
              <a:rect l="l" t="t" r="r" b="b"/>
              <a:pathLst>
                <a:path w="1114425" h="4251325">
                  <a:moveTo>
                    <a:pt x="15900" y="0"/>
                  </a:moveTo>
                  <a:lnTo>
                    <a:pt x="55304" y="30803"/>
                  </a:lnTo>
                  <a:lnTo>
                    <a:pt x="93999" y="62043"/>
                  </a:lnTo>
                  <a:lnTo>
                    <a:pt x="131983" y="93712"/>
                  </a:lnTo>
                  <a:lnTo>
                    <a:pt x="169257" y="125803"/>
                  </a:lnTo>
                  <a:lnTo>
                    <a:pt x="205820" y="158307"/>
                  </a:lnTo>
                  <a:lnTo>
                    <a:pt x="241671" y="191216"/>
                  </a:lnTo>
                  <a:lnTo>
                    <a:pt x="276809" y="224522"/>
                  </a:lnTo>
                  <a:lnTo>
                    <a:pt x="311235" y="258218"/>
                  </a:lnTo>
                  <a:lnTo>
                    <a:pt x="344947" y="292295"/>
                  </a:lnTo>
                  <a:lnTo>
                    <a:pt x="377944" y="326746"/>
                  </a:lnTo>
                  <a:lnTo>
                    <a:pt x="410227" y="361561"/>
                  </a:lnTo>
                  <a:lnTo>
                    <a:pt x="441794" y="396735"/>
                  </a:lnTo>
                  <a:lnTo>
                    <a:pt x="472646" y="432257"/>
                  </a:lnTo>
                  <a:lnTo>
                    <a:pt x="502780" y="468121"/>
                  </a:lnTo>
                  <a:lnTo>
                    <a:pt x="532198" y="504319"/>
                  </a:lnTo>
                  <a:lnTo>
                    <a:pt x="560898" y="540842"/>
                  </a:lnTo>
                  <a:lnTo>
                    <a:pt x="588879" y="577683"/>
                  </a:lnTo>
                  <a:lnTo>
                    <a:pt x="616141" y="614833"/>
                  </a:lnTo>
                  <a:lnTo>
                    <a:pt x="642684" y="652285"/>
                  </a:lnTo>
                  <a:lnTo>
                    <a:pt x="668507" y="690031"/>
                  </a:lnTo>
                  <a:lnTo>
                    <a:pt x="693609" y="728062"/>
                  </a:lnTo>
                  <a:lnTo>
                    <a:pt x="717989" y="766371"/>
                  </a:lnTo>
                  <a:lnTo>
                    <a:pt x="741648" y="804950"/>
                  </a:lnTo>
                  <a:lnTo>
                    <a:pt x="764584" y="843790"/>
                  </a:lnTo>
                  <a:lnTo>
                    <a:pt x="786797" y="882884"/>
                  </a:lnTo>
                  <a:lnTo>
                    <a:pt x="808286" y="922224"/>
                  </a:lnTo>
                  <a:lnTo>
                    <a:pt x="829051" y="961802"/>
                  </a:lnTo>
                  <a:lnTo>
                    <a:pt x="849090" y="1001609"/>
                  </a:lnTo>
                  <a:lnTo>
                    <a:pt x="868405" y="1041639"/>
                  </a:lnTo>
                  <a:lnTo>
                    <a:pt x="886993" y="1081882"/>
                  </a:lnTo>
                  <a:lnTo>
                    <a:pt x="904855" y="1122331"/>
                  </a:lnTo>
                  <a:lnTo>
                    <a:pt x="921989" y="1162979"/>
                  </a:lnTo>
                  <a:lnTo>
                    <a:pt x="938395" y="1203816"/>
                  </a:lnTo>
                  <a:lnTo>
                    <a:pt x="954073" y="1244835"/>
                  </a:lnTo>
                  <a:lnTo>
                    <a:pt x="969022" y="1286028"/>
                  </a:lnTo>
                  <a:lnTo>
                    <a:pt x="983241" y="1327387"/>
                  </a:lnTo>
                  <a:lnTo>
                    <a:pt x="996729" y="1368905"/>
                  </a:lnTo>
                  <a:lnTo>
                    <a:pt x="1009487" y="1410572"/>
                  </a:lnTo>
                  <a:lnTo>
                    <a:pt x="1021514" y="1452382"/>
                  </a:lnTo>
                  <a:lnTo>
                    <a:pt x="1032808" y="1494326"/>
                  </a:lnTo>
                  <a:lnTo>
                    <a:pt x="1043370" y="1536396"/>
                  </a:lnTo>
                  <a:lnTo>
                    <a:pt x="1053198" y="1578584"/>
                  </a:lnTo>
                  <a:lnTo>
                    <a:pt x="1062293" y="1620882"/>
                  </a:lnTo>
                  <a:lnTo>
                    <a:pt x="1070653" y="1663283"/>
                  </a:lnTo>
                  <a:lnTo>
                    <a:pt x="1078278" y="1705778"/>
                  </a:lnTo>
                  <a:lnTo>
                    <a:pt x="1085167" y="1748359"/>
                  </a:lnTo>
                  <a:lnTo>
                    <a:pt x="1091321" y="1791019"/>
                  </a:lnTo>
                  <a:lnTo>
                    <a:pt x="1096737" y="1833749"/>
                  </a:lnTo>
                  <a:lnTo>
                    <a:pt x="1101416" y="1876541"/>
                  </a:lnTo>
                  <a:lnTo>
                    <a:pt x="1105357" y="1919388"/>
                  </a:lnTo>
                  <a:lnTo>
                    <a:pt x="1108559" y="1962281"/>
                  </a:lnTo>
                  <a:lnTo>
                    <a:pt x="1111023" y="2005213"/>
                  </a:lnTo>
                  <a:lnTo>
                    <a:pt x="1112746" y="2048175"/>
                  </a:lnTo>
                  <a:lnTo>
                    <a:pt x="1113729" y="2091160"/>
                  </a:lnTo>
                  <a:lnTo>
                    <a:pt x="1113971" y="2134160"/>
                  </a:lnTo>
                  <a:lnTo>
                    <a:pt x="1113471" y="2177165"/>
                  </a:lnTo>
                  <a:lnTo>
                    <a:pt x="1112229" y="2220170"/>
                  </a:lnTo>
                  <a:lnTo>
                    <a:pt x="1110245" y="2263165"/>
                  </a:lnTo>
                  <a:lnTo>
                    <a:pt x="1107517" y="2306143"/>
                  </a:lnTo>
                  <a:lnTo>
                    <a:pt x="1104045" y="2349096"/>
                  </a:lnTo>
                  <a:lnTo>
                    <a:pt x="1099829" y="2392015"/>
                  </a:lnTo>
                  <a:lnTo>
                    <a:pt x="1094867" y="2434893"/>
                  </a:lnTo>
                  <a:lnTo>
                    <a:pt x="1089160" y="2477722"/>
                  </a:lnTo>
                  <a:lnTo>
                    <a:pt x="1082706" y="2520493"/>
                  </a:lnTo>
                  <a:lnTo>
                    <a:pt x="1075505" y="2563200"/>
                  </a:lnTo>
                  <a:lnTo>
                    <a:pt x="1067557" y="2605833"/>
                  </a:lnTo>
                  <a:lnTo>
                    <a:pt x="1058861" y="2648385"/>
                  </a:lnTo>
                  <a:lnTo>
                    <a:pt x="1049416" y="2690848"/>
                  </a:lnTo>
                  <a:lnTo>
                    <a:pt x="1039221" y="2733214"/>
                  </a:lnTo>
                  <a:lnTo>
                    <a:pt x="1028277" y="2775475"/>
                  </a:lnTo>
                  <a:lnTo>
                    <a:pt x="1016582" y="2817623"/>
                  </a:lnTo>
                  <a:lnTo>
                    <a:pt x="1004137" y="2859650"/>
                  </a:lnTo>
                  <a:lnTo>
                    <a:pt x="990939" y="2901548"/>
                  </a:lnTo>
                  <a:lnTo>
                    <a:pt x="976989" y="2943309"/>
                  </a:lnTo>
                  <a:lnTo>
                    <a:pt x="962286" y="2984925"/>
                  </a:lnTo>
                  <a:lnTo>
                    <a:pt x="946830" y="3026388"/>
                  </a:lnTo>
                  <a:lnTo>
                    <a:pt x="930620" y="3067691"/>
                  </a:lnTo>
                  <a:lnTo>
                    <a:pt x="913655" y="3108824"/>
                  </a:lnTo>
                  <a:lnTo>
                    <a:pt x="895935" y="3149781"/>
                  </a:lnTo>
                  <a:lnTo>
                    <a:pt x="877459" y="3190553"/>
                  </a:lnTo>
                  <a:lnTo>
                    <a:pt x="858226" y="3231132"/>
                  </a:lnTo>
                  <a:lnTo>
                    <a:pt x="838237" y="3271510"/>
                  </a:lnTo>
                  <a:lnTo>
                    <a:pt x="817489" y="3311680"/>
                  </a:lnTo>
                  <a:lnTo>
                    <a:pt x="795984" y="3351633"/>
                  </a:lnTo>
                  <a:lnTo>
                    <a:pt x="773720" y="3391362"/>
                  </a:lnTo>
                  <a:lnTo>
                    <a:pt x="750696" y="3430858"/>
                  </a:lnTo>
                  <a:lnTo>
                    <a:pt x="726912" y="3470113"/>
                  </a:lnTo>
                  <a:lnTo>
                    <a:pt x="702368" y="3509119"/>
                  </a:lnTo>
                  <a:lnTo>
                    <a:pt x="677062" y="3547870"/>
                  </a:lnTo>
                  <a:lnTo>
                    <a:pt x="650995" y="3586355"/>
                  </a:lnTo>
                  <a:lnTo>
                    <a:pt x="624165" y="3624568"/>
                  </a:lnTo>
                  <a:lnTo>
                    <a:pt x="596572" y="3662501"/>
                  </a:lnTo>
                  <a:lnTo>
                    <a:pt x="568216" y="3700145"/>
                  </a:lnTo>
                  <a:lnTo>
                    <a:pt x="539095" y="3737493"/>
                  </a:lnTo>
                  <a:lnTo>
                    <a:pt x="509210" y="3774536"/>
                  </a:lnTo>
                  <a:lnTo>
                    <a:pt x="478559" y="3811268"/>
                  </a:lnTo>
                  <a:lnTo>
                    <a:pt x="447142" y="3847678"/>
                  </a:lnTo>
                  <a:lnTo>
                    <a:pt x="414959" y="3883761"/>
                  </a:lnTo>
                  <a:lnTo>
                    <a:pt x="382009" y="3919507"/>
                  </a:lnTo>
                  <a:lnTo>
                    <a:pt x="348290" y="3954909"/>
                  </a:lnTo>
                  <a:lnTo>
                    <a:pt x="313804" y="3989959"/>
                  </a:lnTo>
                  <a:lnTo>
                    <a:pt x="278718" y="4024468"/>
                  </a:lnTo>
                  <a:lnTo>
                    <a:pt x="242998" y="4058460"/>
                  </a:lnTo>
                  <a:lnTo>
                    <a:pt x="206654" y="4091929"/>
                  </a:lnTo>
                  <a:lnTo>
                    <a:pt x="169695" y="4124871"/>
                  </a:lnTo>
                  <a:lnTo>
                    <a:pt x="132131" y="4157279"/>
                  </a:lnTo>
                  <a:lnTo>
                    <a:pt x="93971" y="4189148"/>
                  </a:lnTo>
                  <a:lnTo>
                    <a:pt x="55224" y="4220473"/>
                  </a:lnTo>
                  <a:lnTo>
                    <a:pt x="15900" y="4251248"/>
                  </a:lnTo>
                  <a:lnTo>
                    <a:pt x="0" y="4235348"/>
                  </a:lnTo>
                  <a:lnTo>
                    <a:pt x="39535" y="4204495"/>
                  </a:lnTo>
                  <a:lnTo>
                    <a:pt x="78351" y="4173199"/>
                  </a:lnTo>
                  <a:lnTo>
                    <a:pt x="116449" y="4141468"/>
                  </a:lnTo>
                  <a:lnTo>
                    <a:pt x="153827" y="4109312"/>
                  </a:lnTo>
                  <a:lnTo>
                    <a:pt x="190484" y="4076737"/>
                  </a:lnTo>
                  <a:lnTo>
                    <a:pt x="226421" y="4043752"/>
                  </a:lnTo>
                  <a:lnTo>
                    <a:pt x="261636" y="4010366"/>
                  </a:lnTo>
                  <a:lnTo>
                    <a:pt x="296128" y="3976586"/>
                  </a:lnTo>
                  <a:lnTo>
                    <a:pt x="329898" y="3942420"/>
                  </a:lnTo>
                  <a:lnTo>
                    <a:pt x="362945" y="3907877"/>
                  </a:lnTo>
                  <a:lnTo>
                    <a:pt x="395268" y="3872965"/>
                  </a:lnTo>
                  <a:lnTo>
                    <a:pt x="426866" y="3837692"/>
                  </a:lnTo>
                  <a:lnTo>
                    <a:pt x="457739" y="3802065"/>
                  </a:lnTo>
                  <a:lnTo>
                    <a:pt x="487886" y="3766094"/>
                  </a:lnTo>
                  <a:lnTo>
                    <a:pt x="517307" y="3729787"/>
                  </a:lnTo>
                  <a:lnTo>
                    <a:pt x="546000" y="3693151"/>
                  </a:lnTo>
                  <a:lnTo>
                    <a:pt x="573966" y="3656194"/>
                  </a:lnTo>
                  <a:lnTo>
                    <a:pt x="601204" y="3618925"/>
                  </a:lnTo>
                  <a:lnTo>
                    <a:pt x="627712" y="3581353"/>
                  </a:lnTo>
                  <a:lnTo>
                    <a:pt x="653492" y="3543484"/>
                  </a:lnTo>
                  <a:lnTo>
                    <a:pt x="678541" y="3505328"/>
                  </a:lnTo>
                  <a:lnTo>
                    <a:pt x="702859" y="3466892"/>
                  </a:lnTo>
                  <a:lnTo>
                    <a:pt x="726446" y="3428185"/>
                  </a:lnTo>
                  <a:lnTo>
                    <a:pt x="749301" y="3389214"/>
                  </a:lnTo>
                  <a:lnTo>
                    <a:pt x="771424" y="3349988"/>
                  </a:lnTo>
                  <a:lnTo>
                    <a:pt x="792813" y="3310516"/>
                  </a:lnTo>
                  <a:lnTo>
                    <a:pt x="813469" y="3270804"/>
                  </a:lnTo>
                  <a:lnTo>
                    <a:pt x="833390" y="3230862"/>
                  </a:lnTo>
                  <a:lnTo>
                    <a:pt x="852576" y="3190697"/>
                  </a:lnTo>
                  <a:lnTo>
                    <a:pt x="871027" y="3150318"/>
                  </a:lnTo>
                  <a:lnTo>
                    <a:pt x="888741" y="3109732"/>
                  </a:lnTo>
                  <a:lnTo>
                    <a:pt x="905719" y="3068949"/>
                  </a:lnTo>
                  <a:lnTo>
                    <a:pt x="921959" y="3027975"/>
                  </a:lnTo>
                  <a:lnTo>
                    <a:pt x="937461" y="2986820"/>
                  </a:lnTo>
                  <a:lnTo>
                    <a:pt x="952224" y="2945491"/>
                  </a:lnTo>
                  <a:lnTo>
                    <a:pt x="966248" y="2903997"/>
                  </a:lnTo>
                  <a:lnTo>
                    <a:pt x="979532" y="2862345"/>
                  </a:lnTo>
                  <a:lnTo>
                    <a:pt x="992076" y="2820544"/>
                  </a:lnTo>
                  <a:lnTo>
                    <a:pt x="1003878" y="2778602"/>
                  </a:lnTo>
                  <a:lnTo>
                    <a:pt x="1014939" y="2736527"/>
                  </a:lnTo>
                  <a:lnTo>
                    <a:pt x="1025257" y="2694327"/>
                  </a:lnTo>
                  <a:lnTo>
                    <a:pt x="1034833" y="2652011"/>
                  </a:lnTo>
                  <a:lnTo>
                    <a:pt x="1043665" y="2609586"/>
                  </a:lnTo>
                  <a:lnTo>
                    <a:pt x="1051752" y="2567061"/>
                  </a:lnTo>
                  <a:lnTo>
                    <a:pt x="1059095" y="2524443"/>
                  </a:lnTo>
                  <a:lnTo>
                    <a:pt x="1065693" y="2481742"/>
                  </a:lnTo>
                  <a:lnTo>
                    <a:pt x="1071544" y="2438965"/>
                  </a:lnTo>
                  <a:lnTo>
                    <a:pt x="1076649" y="2396120"/>
                  </a:lnTo>
                  <a:lnTo>
                    <a:pt x="1081006" y="2353216"/>
                  </a:lnTo>
                  <a:lnTo>
                    <a:pt x="1084616" y="2310260"/>
                  </a:lnTo>
                  <a:lnTo>
                    <a:pt x="1087477" y="2267261"/>
                  </a:lnTo>
                  <a:lnTo>
                    <a:pt x="1089589" y="2224226"/>
                  </a:lnTo>
                  <a:lnTo>
                    <a:pt x="1090952" y="2181165"/>
                  </a:lnTo>
                  <a:lnTo>
                    <a:pt x="1091564" y="2138085"/>
                  </a:lnTo>
                  <a:lnTo>
                    <a:pt x="1091425" y="2094994"/>
                  </a:lnTo>
                  <a:lnTo>
                    <a:pt x="1090535" y="2051901"/>
                  </a:lnTo>
                  <a:lnTo>
                    <a:pt x="1088892" y="2008813"/>
                  </a:lnTo>
                  <a:lnTo>
                    <a:pt x="1086497" y="1965739"/>
                  </a:lnTo>
                  <a:lnTo>
                    <a:pt x="1083349" y="1922687"/>
                  </a:lnTo>
                  <a:lnTo>
                    <a:pt x="1079446" y="1879665"/>
                  </a:lnTo>
                  <a:lnTo>
                    <a:pt x="1074789" y="1836681"/>
                  </a:lnTo>
                  <a:lnTo>
                    <a:pt x="1069376" y="1793744"/>
                  </a:lnTo>
                  <a:lnTo>
                    <a:pt x="1063208" y="1750861"/>
                  </a:lnTo>
                  <a:lnTo>
                    <a:pt x="1056284" y="1708041"/>
                  </a:lnTo>
                  <a:lnTo>
                    <a:pt x="1048602" y="1665292"/>
                  </a:lnTo>
                  <a:lnTo>
                    <a:pt x="1040163" y="1622621"/>
                  </a:lnTo>
                  <a:lnTo>
                    <a:pt x="1030965" y="1580038"/>
                  </a:lnTo>
                  <a:lnTo>
                    <a:pt x="1021009" y="1537550"/>
                  </a:lnTo>
                  <a:lnTo>
                    <a:pt x="1010293" y="1495165"/>
                  </a:lnTo>
                  <a:lnTo>
                    <a:pt x="998817" y="1452892"/>
                  </a:lnTo>
                  <a:lnTo>
                    <a:pt x="986580" y="1410738"/>
                  </a:lnTo>
                  <a:lnTo>
                    <a:pt x="973582" y="1368713"/>
                  </a:lnTo>
                  <a:lnTo>
                    <a:pt x="959822" y="1326823"/>
                  </a:lnTo>
                  <a:lnTo>
                    <a:pt x="945300" y="1285078"/>
                  </a:lnTo>
                  <a:lnTo>
                    <a:pt x="930014" y="1243485"/>
                  </a:lnTo>
                  <a:lnTo>
                    <a:pt x="913965" y="1202052"/>
                  </a:lnTo>
                  <a:lnTo>
                    <a:pt x="897151" y="1160788"/>
                  </a:lnTo>
                  <a:lnTo>
                    <a:pt x="879572" y="1119700"/>
                  </a:lnTo>
                  <a:lnTo>
                    <a:pt x="861227" y="1078798"/>
                  </a:lnTo>
                  <a:lnTo>
                    <a:pt x="842117" y="1038089"/>
                  </a:lnTo>
                  <a:lnTo>
                    <a:pt x="822239" y="997580"/>
                  </a:lnTo>
                  <a:lnTo>
                    <a:pt x="801594" y="957281"/>
                  </a:lnTo>
                  <a:lnTo>
                    <a:pt x="780181" y="917200"/>
                  </a:lnTo>
                  <a:lnTo>
                    <a:pt x="758000" y="877344"/>
                  </a:lnTo>
                  <a:lnTo>
                    <a:pt x="735049" y="837722"/>
                  </a:lnTo>
                  <a:lnTo>
                    <a:pt x="711328" y="798342"/>
                  </a:lnTo>
                  <a:lnTo>
                    <a:pt x="686837" y="759212"/>
                  </a:lnTo>
                  <a:lnTo>
                    <a:pt x="661574" y="720340"/>
                  </a:lnTo>
                  <a:lnTo>
                    <a:pt x="635540" y="681735"/>
                  </a:lnTo>
                  <a:lnTo>
                    <a:pt x="608734" y="643404"/>
                  </a:lnTo>
                  <a:lnTo>
                    <a:pt x="581154" y="605356"/>
                  </a:lnTo>
                  <a:lnTo>
                    <a:pt x="552801" y="567598"/>
                  </a:lnTo>
                  <a:lnTo>
                    <a:pt x="523674" y="530140"/>
                  </a:lnTo>
                  <a:lnTo>
                    <a:pt x="493772" y="492989"/>
                  </a:lnTo>
                  <a:lnTo>
                    <a:pt x="463095" y="456152"/>
                  </a:lnTo>
                  <a:lnTo>
                    <a:pt x="431642" y="419640"/>
                  </a:lnTo>
                  <a:lnTo>
                    <a:pt x="399412" y="383459"/>
                  </a:lnTo>
                  <a:lnTo>
                    <a:pt x="366404" y="347617"/>
                  </a:lnTo>
                  <a:lnTo>
                    <a:pt x="332619" y="312124"/>
                  </a:lnTo>
                  <a:lnTo>
                    <a:pt x="298056" y="276987"/>
                  </a:lnTo>
                  <a:lnTo>
                    <a:pt x="262970" y="242477"/>
                  </a:lnTo>
                  <a:lnTo>
                    <a:pt x="227249" y="208488"/>
                  </a:lnTo>
                  <a:lnTo>
                    <a:pt x="190901" y="175025"/>
                  </a:lnTo>
                  <a:lnTo>
                    <a:pt x="153933" y="142097"/>
                  </a:lnTo>
                  <a:lnTo>
                    <a:pt x="116352" y="109710"/>
                  </a:lnTo>
                  <a:lnTo>
                    <a:pt x="78164" y="77872"/>
                  </a:lnTo>
                  <a:lnTo>
                    <a:pt x="39378" y="46591"/>
                  </a:lnTo>
                  <a:lnTo>
                    <a:pt x="0" y="15875"/>
                  </a:lnTo>
                  <a:lnTo>
                    <a:pt x="15900" y="0"/>
                  </a:lnTo>
                  <a:close/>
                </a:path>
              </a:pathLst>
            </a:custGeom>
            <a:ln w="25146">
              <a:solidFill>
                <a:srgbClr val="F79546"/>
              </a:solidFill>
            </a:ln>
          </p:spPr>
          <p:txBody>
            <a:bodyPr wrap="square" lIns="0" tIns="0" rIns="0" bIns="0" rtlCol="0"/>
            <a:lstStyle/>
            <a:p>
              <a:endParaRPr/>
            </a:p>
          </p:txBody>
        </p:sp>
        <p:sp>
          <p:nvSpPr>
            <p:cNvPr id="6" name="object 6"/>
            <p:cNvSpPr/>
            <p:nvPr/>
          </p:nvSpPr>
          <p:spPr>
            <a:xfrm>
              <a:off x="1695831" y="1537334"/>
              <a:ext cx="6663690" cy="689610"/>
            </a:xfrm>
            <a:custGeom>
              <a:avLst/>
              <a:gdLst/>
              <a:ahLst/>
              <a:cxnLst/>
              <a:rect l="l" t="t" r="r" b="b"/>
              <a:pathLst>
                <a:path w="6663690" h="689610">
                  <a:moveTo>
                    <a:pt x="6663690" y="0"/>
                  </a:moveTo>
                  <a:lnTo>
                    <a:pt x="0" y="0"/>
                  </a:lnTo>
                  <a:lnTo>
                    <a:pt x="0" y="689610"/>
                  </a:lnTo>
                  <a:lnTo>
                    <a:pt x="6663690" y="689610"/>
                  </a:lnTo>
                  <a:lnTo>
                    <a:pt x="6663690" y="0"/>
                  </a:lnTo>
                  <a:close/>
                </a:path>
              </a:pathLst>
            </a:custGeom>
            <a:solidFill>
              <a:srgbClr val="4AACC5"/>
            </a:solidFill>
          </p:spPr>
          <p:txBody>
            <a:bodyPr wrap="square" lIns="0" tIns="0" rIns="0" bIns="0" rtlCol="0"/>
            <a:lstStyle/>
            <a:p>
              <a:endParaRPr/>
            </a:p>
          </p:txBody>
        </p:sp>
        <p:sp>
          <p:nvSpPr>
            <p:cNvPr id="7" name="object 7"/>
            <p:cNvSpPr/>
            <p:nvPr/>
          </p:nvSpPr>
          <p:spPr>
            <a:xfrm>
              <a:off x="1695831" y="1537334"/>
              <a:ext cx="6663690" cy="689610"/>
            </a:xfrm>
            <a:custGeom>
              <a:avLst/>
              <a:gdLst/>
              <a:ahLst/>
              <a:cxnLst/>
              <a:rect l="l" t="t" r="r" b="b"/>
              <a:pathLst>
                <a:path w="6663690" h="689610">
                  <a:moveTo>
                    <a:pt x="0" y="689610"/>
                  </a:moveTo>
                  <a:lnTo>
                    <a:pt x="6663690" y="689610"/>
                  </a:lnTo>
                  <a:lnTo>
                    <a:pt x="6663690" y="0"/>
                  </a:lnTo>
                  <a:lnTo>
                    <a:pt x="0" y="0"/>
                  </a:lnTo>
                  <a:lnTo>
                    <a:pt x="0" y="689610"/>
                  </a:lnTo>
                  <a:close/>
                </a:path>
              </a:pathLst>
            </a:custGeom>
            <a:ln w="25146">
              <a:solidFill>
                <a:srgbClr val="FFFFFF"/>
              </a:solidFill>
            </a:ln>
          </p:spPr>
          <p:txBody>
            <a:bodyPr wrap="square" lIns="0" tIns="0" rIns="0" bIns="0" rtlCol="0"/>
            <a:lstStyle/>
            <a:p>
              <a:endParaRPr/>
            </a:p>
          </p:txBody>
        </p:sp>
        <p:sp>
          <p:nvSpPr>
            <p:cNvPr id="8" name="object 8"/>
            <p:cNvSpPr/>
            <p:nvPr/>
          </p:nvSpPr>
          <p:spPr>
            <a:xfrm>
              <a:off x="1321689" y="1636394"/>
              <a:ext cx="748665" cy="656590"/>
            </a:xfrm>
            <a:custGeom>
              <a:avLst/>
              <a:gdLst/>
              <a:ahLst/>
              <a:cxnLst/>
              <a:rect l="l" t="t" r="r" b="b"/>
              <a:pathLst>
                <a:path w="748664" h="656589">
                  <a:moveTo>
                    <a:pt x="374142" y="0"/>
                  </a:moveTo>
                  <a:lnTo>
                    <a:pt x="323373" y="2993"/>
                  </a:lnTo>
                  <a:lnTo>
                    <a:pt x="274681" y="11713"/>
                  </a:lnTo>
                  <a:lnTo>
                    <a:pt x="228510" y="25771"/>
                  </a:lnTo>
                  <a:lnTo>
                    <a:pt x="185307" y="44774"/>
                  </a:lnTo>
                  <a:lnTo>
                    <a:pt x="145516" y="68334"/>
                  </a:lnTo>
                  <a:lnTo>
                    <a:pt x="109585" y="96059"/>
                  </a:lnTo>
                  <a:lnTo>
                    <a:pt x="77958" y="127560"/>
                  </a:lnTo>
                  <a:lnTo>
                    <a:pt x="51082" y="162447"/>
                  </a:lnTo>
                  <a:lnTo>
                    <a:pt x="29402" y="200328"/>
                  </a:lnTo>
                  <a:lnTo>
                    <a:pt x="13364" y="240814"/>
                  </a:lnTo>
                  <a:lnTo>
                    <a:pt x="3415" y="283515"/>
                  </a:lnTo>
                  <a:lnTo>
                    <a:pt x="0" y="328040"/>
                  </a:lnTo>
                  <a:lnTo>
                    <a:pt x="3415" y="372566"/>
                  </a:lnTo>
                  <a:lnTo>
                    <a:pt x="13364" y="415267"/>
                  </a:lnTo>
                  <a:lnTo>
                    <a:pt x="29402" y="455753"/>
                  </a:lnTo>
                  <a:lnTo>
                    <a:pt x="51082" y="493634"/>
                  </a:lnTo>
                  <a:lnTo>
                    <a:pt x="77958" y="528521"/>
                  </a:lnTo>
                  <a:lnTo>
                    <a:pt x="109585" y="560022"/>
                  </a:lnTo>
                  <a:lnTo>
                    <a:pt x="145516" y="587747"/>
                  </a:lnTo>
                  <a:lnTo>
                    <a:pt x="185307" y="611307"/>
                  </a:lnTo>
                  <a:lnTo>
                    <a:pt x="228510" y="630310"/>
                  </a:lnTo>
                  <a:lnTo>
                    <a:pt x="274681" y="644368"/>
                  </a:lnTo>
                  <a:lnTo>
                    <a:pt x="323373" y="653088"/>
                  </a:lnTo>
                  <a:lnTo>
                    <a:pt x="374142" y="656081"/>
                  </a:lnTo>
                  <a:lnTo>
                    <a:pt x="424910" y="653088"/>
                  </a:lnTo>
                  <a:lnTo>
                    <a:pt x="473602" y="644368"/>
                  </a:lnTo>
                  <a:lnTo>
                    <a:pt x="519773" y="630310"/>
                  </a:lnTo>
                  <a:lnTo>
                    <a:pt x="562976" y="611307"/>
                  </a:lnTo>
                  <a:lnTo>
                    <a:pt x="602767" y="587747"/>
                  </a:lnTo>
                  <a:lnTo>
                    <a:pt x="638698" y="560022"/>
                  </a:lnTo>
                  <a:lnTo>
                    <a:pt x="670325" y="528521"/>
                  </a:lnTo>
                  <a:lnTo>
                    <a:pt x="697201" y="493634"/>
                  </a:lnTo>
                  <a:lnTo>
                    <a:pt x="718881" y="455753"/>
                  </a:lnTo>
                  <a:lnTo>
                    <a:pt x="734919" y="415267"/>
                  </a:lnTo>
                  <a:lnTo>
                    <a:pt x="744868" y="372566"/>
                  </a:lnTo>
                  <a:lnTo>
                    <a:pt x="748284" y="328040"/>
                  </a:lnTo>
                  <a:lnTo>
                    <a:pt x="744868" y="283515"/>
                  </a:lnTo>
                  <a:lnTo>
                    <a:pt x="734919" y="240814"/>
                  </a:lnTo>
                  <a:lnTo>
                    <a:pt x="718881" y="200328"/>
                  </a:lnTo>
                  <a:lnTo>
                    <a:pt x="697201" y="162447"/>
                  </a:lnTo>
                  <a:lnTo>
                    <a:pt x="670325" y="127560"/>
                  </a:lnTo>
                  <a:lnTo>
                    <a:pt x="638698" y="96059"/>
                  </a:lnTo>
                  <a:lnTo>
                    <a:pt x="602767" y="68334"/>
                  </a:lnTo>
                  <a:lnTo>
                    <a:pt x="562976" y="44774"/>
                  </a:lnTo>
                  <a:lnTo>
                    <a:pt x="519773" y="25771"/>
                  </a:lnTo>
                  <a:lnTo>
                    <a:pt x="473602" y="11713"/>
                  </a:lnTo>
                  <a:lnTo>
                    <a:pt x="424910" y="2993"/>
                  </a:lnTo>
                  <a:lnTo>
                    <a:pt x="374142" y="0"/>
                  </a:lnTo>
                  <a:close/>
                </a:path>
              </a:pathLst>
            </a:custGeom>
            <a:solidFill>
              <a:srgbClr val="FFFFFF"/>
            </a:solidFill>
          </p:spPr>
          <p:txBody>
            <a:bodyPr wrap="square" lIns="0" tIns="0" rIns="0" bIns="0" rtlCol="0"/>
            <a:lstStyle/>
            <a:p>
              <a:endParaRPr/>
            </a:p>
          </p:txBody>
        </p:sp>
        <p:sp>
          <p:nvSpPr>
            <p:cNvPr id="9" name="object 9"/>
            <p:cNvSpPr/>
            <p:nvPr/>
          </p:nvSpPr>
          <p:spPr>
            <a:xfrm>
              <a:off x="1321689" y="1636394"/>
              <a:ext cx="748665" cy="656590"/>
            </a:xfrm>
            <a:custGeom>
              <a:avLst/>
              <a:gdLst/>
              <a:ahLst/>
              <a:cxnLst/>
              <a:rect l="l" t="t" r="r" b="b"/>
              <a:pathLst>
                <a:path w="748664" h="656589">
                  <a:moveTo>
                    <a:pt x="0" y="328040"/>
                  </a:moveTo>
                  <a:lnTo>
                    <a:pt x="3415" y="283515"/>
                  </a:lnTo>
                  <a:lnTo>
                    <a:pt x="13364" y="240814"/>
                  </a:lnTo>
                  <a:lnTo>
                    <a:pt x="29402" y="200328"/>
                  </a:lnTo>
                  <a:lnTo>
                    <a:pt x="51082" y="162447"/>
                  </a:lnTo>
                  <a:lnTo>
                    <a:pt x="77958" y="127560"/>
                  </a:lnTo>
                  <a:lnTo>
                    <a:pt x="109585" y="96059"/>
                  </a:lnTo>
                  <a:lnTo>
                    <a:pt x="145516" y="68334"/>
                  </a:lnTo>
                  <a:lnTo>
                    <a:pt x="185307" y="44774"/>
                  </a:lnTo>
                  <a:lnTo>
                    <a:pt x="228510" y="25771"/>
                  </a:lnTo>
                  <a:lnTo>
                    <a:pt x="274681" y="11713"/>
                  </a:lnTo>
                  <a:lnTo>
                    <a:pt x="323373" y="2993"/>
                  </a:lnTo>
                  <a:lnTo>
                    <a:pt x="374142" y="0"/>
                  </a:lnTo>
                  <a:lnTo>
                    <a:pt x="424910" y="2993"/>
                  </a:lnTo>
                  <a:lnTo>
                    <a:pt x="473602" y="11713"/>
                  </a:lnTo>
                  <a:lnTo>
                    <a:pt x="519773" y="25771"/>
                  </a:lnTo>
                  <a:lnTo>
                    <a:pt x="562976" y="44774"/>
                  </a:lnTo>
                  <a:lnTo>
                    <a:pt x="602767" y="68334"/>
                  </a:lnTo>
                  <a:lnTo>
                    <a:pt x="638698" y="96059"/>
                  </a:lnTo>
                  <a:lnTo>
                    <a:pt x="670325" y="127560"/>
                  </a:lnTo>
                  <a:lnTo>
                    <a:pt x="697201" y="162447"/>
                  </a:lnTo>
                  <a:lnTo>
                    <a:pt x="718881" y="200328"/>
                  </a:lnTo>
                  <a:lnTo>
                    <a:pt x="734919" y="240814"/>
                  </a:lnTo>
                  <a:lnTo>
                    <a:pt x="744868" y="283515"/>
                  </a:lnTo>
                  <a:lnTo>
                    <a:pt x="748284" y="328040"/>
                  </a:lnTo>
                  <a:lnTo>
                    <a:pt x="744868" y="372566"/>
                  </a:lnTo>
                  <a:lnTo>
                    <a:pt x="734919" y="415267"/>
                  </a:lnTo>
                  <a:lnTo>
                    <a:pt x="718881" y="455753"/>
                  </a:lnTo>
                  <a:lnTo>
                    <a:pt x="697201" y="493634"/>
                  </a:lnTo>
                  <a:lnTo>
                    <a:pt x="670325" y="528521"/>
                  </a:lnTo>
                  <a:lnTo>
                    <a:pt x="638698" y="560022"/>
                  </a:lnTo>
                  <a:lnTo>
                    <a:pt x="602767" y="587747"/>
                  </a:lnTo>
                  <a:lnTo>
                    <a:pt x="562976" y="611307"/>
                  </a:lnTo>
                  <a:lnTo>
                    <a:pt x="519773" y="630310"/>
                  </a:lnTo>
                  <a:lnTo>
                    <a:pt x="473602" y="644368"/>
                  </a:lnTo>
                  <a:lnTo>
                    <a:pt x="424910" y="653088"/>
                  </a:lnTo>
                  <a:lnTo>
                    <a:pt x="374142" y="656081"/>
                  </a:lnTo>
                  <a:lnTo>
                    <a:pt x="323373" y="653088"/>
                  </a:lnTo>
                  <a:lnTo>
                    <a:pt x="274681" y="644368"/>
                  </a:lnTo>
                  <a:lnTo>
                    <a:pt x="228510" y="630310"/>
                  </a:lnTo>
                  <a:lnTo>
                    <a:pt x="185307" y="611307"/>
                  </a:lnTo>
                  <a:lnTo>
                    <a:pt x="145516" y="587747"/>
                  </a:lnTo>
                  <a:lnTo>
                    <a:pt x="109585" y="560022"/>
                  </a:lnTo>
                  <a:lnTo>
                    <a:pt x="77958" y="528521"/>
                  </a:lnTo>
                  <a:lnTo>
                    <a:pt x="51082" y="493634"/>
                  </a:lnTo>
                  <a:lnTo>
                    <a:pt x="29402" y="455753"/>
                  </a:lnTo>
                  <a:lnTo>
                    <a:pt x="13364" y="415267"/>
                  </a:lnTo>
                  <a:lnTo>
                    <a:pt x="3415" y="372566"/>
                  </a:lnTo>
                  <a:lnTo>
                    <a:pt x="0" y="328040"/>
                  </a:lnTo>
                  <a:close/>
                </a:path>
              </a:pathLst>
            </a:custGeom>
            <a:ln w="25146">
              <a:solidFill>
                <a:srgbClr val="4AACC5"/>
              </a:solidFill>
            </a:ln>
          </p:spPr>
          <p:txBody>
            <a:bodyPr wrap="square" lIns="0" tIns="0" rIns="0" bIns="0" rtlCol="0"/>
            <a:lstStyle/>
            <a:p>
              <a:endParaRPr/>
            </a:p>
          </p:txBody>
        </p:sp>
        <p:sp>
          <p:nvSpPr>
            <p:cNvPr id="10" name="object 10"/>
            <p:cNvSpPr/>
            <p:nvPr/>
          </p:nvSpPr>
          <p:spPr>
            <a:xfrm>
              <a:off x="2124837" y="2489072"/>
              <a:ext cx="6235065" cy="525145"/>
            </a:xfrm>
            <a:custGeom>
              <a:avLst/>
              <a:gdLst/>
              <a:ahLst/>
              <a:cxnLst/>
              <a:rect l="l" t="t" r="r" b="b"/>
              <a:pathLst>
                <a:path w="6235065" h="525144">
                  <a:moveTo>
                    <a:pt x="6234684" y="0"/>
                  </a:moveTo>
                  <a:lnTo>
                    <a:pt x="0" y="0"/>
                  </a:lnTo>
                  <a:lnTo>
                    <a:pt x="0" y="525017"/>
                  </a:lnTo>
                  <a:lnTo>
                    <a:pt x="6234684" y="525017"/>
                  </a:lnTo>
                  <a:lnTo>
                    <a:pt x="6234684" y="0"/>
                  </a:lnTo>
                  <a:close/>
                </a:path>
              </a:pathLst>
            </a:custGeom>
            <a:solidFill>
              <a:srgbClr val="47D391"/>
            </a:solidFill>
          </p:spPr>
          <p:txBody>
            <a:bodyPr wrap="square" lIns="0" tIns="0" rIns="0" bIns="0" rtlCol="0"/>
            <a:lstStyle/>
            <a:p>
              <a:endParaRPr/>
            </a:p>
          </p:txBody>
        </p:sp>
        <p:sp>
          <p:nvSpPr>
            <p:cNvPr id="11" name="object 11"/>
            <p:cNvSpPr/>
            <p:nvPr/>
          </p:nvSpPr>
          <p:spPr>
            <a:xfrm>
              <a:off x="2124837" y="2489072"/>
              <a:ext cx="6235065" cy="525145"/>
            </a:xfrm>
            <a:custGeom>
              <a:avLst/>
              <a:gdLst/>
              <a:ahLst/>
              <a:cxnLst/>
              <a:rect l="l" t="t" r="r" b="b"/>
              <a:pathLst>
                <a:path w="6235065" h="525144">
                  <a:moveTo>
                    <a:pt x="0" y="525017"/>
                  </a:moveTo>
                  <a:lnTo>
                    <a:pt x="6234684" y="525017"/>
                  </a:lnTo>
                  <a:lnTo>
                    <a:pt x="6234684" y="0"/>
                  </a:lnTo>
                  <a:lnTo>
                    <a:pt x="0" y="0"/>
                  </a:lnTo>
                  <a:lnTo>
                    <a:pt x="0" y="525017"/>
                  </a:lnTo>
                  <a:close/>
                </a:path>
              </a:pathLst>
            </a:custGeom>
            <a:ln w="25146">
              <a:solidFill>
                <a:srgbClr val="FFFFFF"/>
              </a:solidFill>
            </a:ln>
          </p:spPr>
          <p:txBody>
            <a:bodyPr wrap="square" lIns="0" tIns="0" rIns="0" bIns="0" rtlCol="0"/>
            <a:lstStyle/>
            <a:p>
              <a:endParaRPr/>
            </a:p>
          </p:txBody>
        </p:sp>
        <p:sp>
          <p:nvSpPr>
            <p:cNvPr id="12" name="object 12"/>
            <p:cNvSpPr/>
            <p:nvPr/>
          </p:nvSpPr>
          <p:spPr>
            <a:xfrm>
              <a:off x="1750695" y="2423540"/>
              <a:ext cx="748665" cy="656590"/>
            </a:xfrm>
            <a:custGeom>
              <a:avLst/>
              <a:gdLst/>
              <a:ahLst/>
              <a:cxnLst/>
              <a:rect l="l" t="t" r="r" b="b"/>
              <a:pathLst>
                <a:path w="748664" h="656589">
                  <a:moveTo>
                    <a:pt x="374142" y="0"/>
                  </a:moveTo>
                  <a:lnTo>
                    <a:pt x="323373" y="2993"/>
                  </a:lnTo>
                  <a:lnTo>
                    <a:pt x="274681" y="11713"/>
                  </a:lnTo>
                  <a:lnTo>
                    <a:pt x="228510" y="25771"/>
                  </a:lnTo>
                  <a:lnTo>
                    <a:pt x="185307" y="44774"/>
                  </a:lnTo>
                  <a:lnTo>
                    <a:pt x="145516" y="68334"/>
                  </a:lnTo>
                  <a:lnTo>
                    <a:pt x="109585" y="96059"/>
                  </a:lnTo>
                  <a:lnTo>
                    <a:pt x="77958" y="127560"/>
                  </a:lnTo>
                  <a:lnTo>
                    <a:pt x="51082" y="162447"/>
                  </a:lnTo>
                  <a:lnTo>
                    <a:pt x="29402" y="200328"/>
                  </a:lnTo>
                  <a:lnTo>
                    <a:pt x="13364" y="240814"/>
                  </a:lnTo>
                  <a:lnTo>
                    <a:pt x="3415" y="283515"/>
                  </a:lnTo>
                  <a:lnTo>
                    <a:pt x="0" y="328040"/>
                  </a:lnTo>
                  <a:lnTo>
                    <a:pt x="3415" y="372566"/>
                  </a:lnTo>
                  <a:lnTo>
                    <a:pt x="13364" y="415267"/>
                  </a:lnTo>
                  <a:lnTo>
                    <a:pt x="29402" y="455753"/>
                  </a:lnTo>
                  <a:lnTo>
                    <a:pt x="51082" y="493634"/>
                  </a:lnTo>
                  <a:lnTo>
                    <a:pt x="77958" y="528521"/>
                  </a:lnTo>
                  <a:lnTo>
                    <a:pt x="109585" y="560022"/>
                  </a:lnTo>
                  <a:lnTo>
                    <a:pt x="145516" y="587747"/>
                  </a:lnTo>
                  <a:lnTo>
                    <a:pt x="185307" y="611307"/>
                  </a:lnTo>
                  <a:lnTo>
                    <a:pt x="228510" y="630310"/>
                  </a:lnTo>
                  <a:lnTo>
                    <a:pt x="274681" y="644368"/>
                  </a:lnTo>
                  <a:lnTo>
                    <a:pt x="323373" y="653088"/>
                  </a:lnTo>
                  <a:lnTo>
                    <a:pt x="374142" y="656081"/>
                  </a:lnTo>
                  <a:lnTo>
                    <a:pt x="424910" y="653088"/>
                  </a:lnTo>
                  <a:lnTo>
                    <a:pt x="473602" y="644368"/>
                  </a:lnTo>
                  <a:lnTo>
                    <a:pt x="519773" y="630310"/>
                  </a:lnTo>
                  <a:lnTo>
                    <a:pt x="562976" y="611307"/>
                  </a:lnTo>
                  <a:lnTo>
                    <a:pt x="602767" y="587747"/>
                  </a:lnTo>
                  <a:lnTo>
                    <a:pt x="638698" y="560022"/>
                  </a:lnTo>
                  <a:lnTo>
                    <a:pt x="670325" y="528521"/>
                  </a:lnTo>
                  <a:lnTo>
                    <a:pt x="697201" y="493634"/>
                  </a:lnTo>
                  <a:lnTo>
                    <a:pt x="718881" y="455753"/>
                  </a:lnTo>
                  <a:lnTo>
                    <a:pt x="734919" y="415267"/>
                  </a:lnTo>
                  <a:lnTo>
                    <a:pt x="744868" y="372566"/>
                  </a:lnTo>
                  <a:lnTo>
                    <a:pt x="748284" y="328040"/>
                  </a:lnTo>
                  <a:lnTo>
                    <a:pt x="744868" y="283515"/>
                  </a:lnTo>
                  <a:lnTo>
                    <a:pt x="734919" y="240814"/>
                  </a:lnTo>
                  <a:lnTo>
                    <a:pt x="718881" y="200328"/>
                  </a:lnTo>
                  <a:lnTo>
                    <a:pt x="697201" y="162447"/>
                  </a:lnTo>
                  <a:lnTo>
                    <a:pt x="670325" y="127560"/>
                  </a:lnTo>
                  <a:lnTo>
                    <a:pt x="638698" y="96059"/>
                  </a:lnTo>
                  <a:lnTo>
                    <a:pt x="602767" y="68334"/>
                  </a:lnTo>
                  <a:lnTo>
                    <a:pt x="562976" y="44774"/>
                  </a:lnTo>
                  <a:lnTo>
                    <a:pt x="519773" y="25771"/>
                  </a:lnTo>
                  <a:lnTo>
                    <a:pt x="473602" y="11713"/>
                  </a:lnTo>
                  <a:lnTo>
                    <a:pt x="424910" y="2993"/>
                  </a:lnTo>
                  <a:lnTo>
                    <a:pt x="374142" y="0"/>
                  </a:lnTo>
                  <a:close/>
                </a:path>
              </a:pathLst>
            </a:custGeom>
            <a:solidFill>
              <a:srgbClr val="FFFFFF"/>
            </a:solidFill>
          </p:spPr>
          <p:txBody>
            <a:bodyPr wrap="square" lIns="0" tIns="0" rIns="0" bIns="0" rtlCol="0"/>
            <a:lstStyle/>
            <a:p>
              <a:endParaRPr/>
            </a:p>
          </p:txBody>
        </p:sp>
        <p:sp>
          <p:nvSpPr>
            <p:cNvPr id="13" name="object 13"/>
            <p:cNvSpPr/>
            <p:nvPr/>
          </p:nvSpPr>
          <p:spPr>
            <a:xfrm>
              <a:off x="1750695" y="2423540"/>
              <a:ext cx="748665" cy="656590"/>
            </a:xfrm>
            <a:custGeom>
              <a:avLst/>
              <a:gdLst/>
              <a:ahLst/>
              <a:cxnLst/>
              <a:rect l="l" t="t" r="r" b="b"/>
              <a:pathLst>
                <a:path w="748664" h="656589">
                  <a:moveTo>
                    <a:pt x="0" y="328040"/>
                  </a:moveTo>
                  <a:lnTo>
                    <a:pt x="3415" y="283515"/>
                  </a:lnTo>
                  <a:lnTo>
                    <a:pt x="13364" y="240814"/>
                  </a:lnTo>
                  <a:lnTo>
                    <a:pt x="29402" y="200328"/>
                  </a:lnTo>
                  <a:lnTo>
                    <a:pt x="51082" y="162447"/>
                  </a:lnTo>
                  <a:lnTo>
                    <a:pt x="77958" y="127560"/>
                  </a:lnTo>
                  <a:lnTo>
                    <a:pt x="109585" y="96059"/>
                  </a:lnTo>
                  <a:lnTo>
                    <a:pt x="145516" y="68334"/>
                  </a:lnTo>
                  <a:lnTo>
                    <a:pt x="185307" y="44774"/>
                  </a:lnTo>
                  <a:lnTo>
                    <a:pt x="228510" y="25771"/>
                  </a:lnTo>
                  <a:lnTo>
                    <a:pt x="274681" y="11713"/>
                  </a:lnTo>
                  <a:lnTo>
                    <a:pt x="323373" y="2993"/>
                  </a:lnTo>
                  <a:lnTo>
                    <a:pt x="374142" y="0"/>
                  </a:lnTo>
                  <a:lnTo>
                    <a:pt x="424910" y="2993"/>
                  </a:lnTo>
                  <a:lnTo>
                    <a:pt x="473602" y="11713"/>
                  </a:lnTo>
                  <a:lnTo>
                    <a:pt x="519773" y="25771"/>
                  </a:lnTo>
                  <a:lnTo>
                    <a:pt x="562976" y="44774"/>
                  </a:lnTo>
                  <a:lnTo>
                    <a:pt x="602767" y="68334"/>
                  </a:lnTo>
                  <a:lnTo>
                    <a:pt x="638698" y="96059"/>
                  </a:lnTo>
                  <a:lnTo>
                    <a:pt x="670325" y="127560"/>
                  </a:lnTo>
                  <a:lnTo>
                    <a:pt x="697201" y="162447"/>
                  </a:lnTo>
                  <a:lnTo>
                    <a:pt x="718881" y="200328"/>
                  </a:lnTo>
                  <a:lnTo>
                    <a:pt x="734919" y="240814"/>
                  </a:lnTo>
                  <a:lnTo>
                    <a:pt x="744868" y="283515"/>
                  </a:lnTo>
                  <a:lnTo>
                    <a:pt x="748284" y="328040"/>
                  </a:lnTo>
                  <a:lnTo>
                    <a:pt x="744868" y="372566"/>
                  </a:lnTo>
                  <a:lnTo>
                    <a:pt x="734919" y="415267"/>
                  </a:lnTo>
                  <a:lnTo>
                    <a:pt x="718881" y="455753"/>
                  </a:lnTo>
                  <a:lnTo>
                    <a:pt x="697201" y="493634"/>
                  </a:lnTo>
                  <a:lnTo>
                    <a:pt x="670325" y="528521"/>
                  </a:lnTo>
                  <a:lnTo>
                    <a:pt x="638698" y="560022"/>
                  </a:lnTo>
                  <a:lnTo>
                    <a:pt x="602767" y="587747"/>
                  </a:lnTo>
                  <a:lnTo>
                    <a:pt x="562976" y="611307"/>
                  </a:lnTo>
                  <a:lnTo>
                    <a:pt x="519773" y="630310"/>
                  </a:lnTo>
                  <a:lnTo>
                    <a:pt x="473602" y="644368"/>
                  </a:lnTo>
                  <a:lnTo>
                    <a:pt x="424910" y="653088"/>
                  </a:lnTo>
                  <a:lnTo>
                    <a:pt x="374142" y="656081"/>
                  </a:lnTo>
                  <a:lnTo>
                    <a:pt x="323373" y="653088"/>
                  </a:lnTo>
                  <a:lnTo>
                    <a:pt x="274681" y="644368"/>
                  </a:lnTo>
                  <a:lnTo>
                    <a:pt x="228510" y="630310"/>
                  </a:lnTo>
                  <a:lnTo>
                    <a:pt x="185307" y="611307"/>
                  </a:lnTo>
                  <a:lnTo>
                    <a:pt x="145516" y="587747"/>
                  </a:lnTo>
                  <a:lnTo>
                    <a:pt x="109585" y="560022"/>
                  </a:lnTo>
                  <a:lnTo>
                    <a:pt x="77958" y="528521"/>
                  </a:lnTo>
                  <a:lnTo>
                    <a:pt x="51082" y="493634"/>
                  </a:lnTo>
                  <a:lnTo>
                    <a:pt x="29402" y="455753"/>
                  </a:lnTo>
                  <a:lnTo>
                    <a:pt x="13364" y="415267"/>
                  </a:lnTo>
                  <a:lnTo>
                    <a:pt x="3415" y="372566"/>
                  </a:lnTo>
                  <a:lnTo>
                    <a:pt x="0" y="328040"/>
                  </a:lnTo>
                  <a:close/>
                </a:path>
              </a:pathLst>
            </a:custGeom>
            <a:ln w="25146">
              <a:solidFill>
                <a:srgbClr val="47D391"/>
              </a:solidFill>
            </a:ln>
          </p:spPr>
          <p:txBody>
            <a:bodyPr wrap="square" lIns="0" tIns="0" rIns="0" bIns="0" rtlCol="0"/>
            <a:lstStyle/>
            <a:p>
              <a:endParaRPr/>
            </a:p>
          </p:txBody>
        </p:sp>
        <p:sp>
          <p:nvSpPr>
            <p:cNvPr id="14" name="object 14"/>
            <p:cNvSpPr/>
            <p:nvPr/>
          </p:nvSpPr>
          <p:spPr>
            <a:xfrm>
              <a:off x="2256663" y="3276218"/>
              <a:ext cx="6102985" cy="525145"/>
            </a:xfrm>
            <a:custGeom>
              <a:avLst/>
              <a:gdLst/>
              <a:ahLst/>
              <a:cxnLst/>
              <a:rect l="l" t="t" r="r" b="b"/>
              <a:pathLst>
                <a:path w="6102984" h="525145">
                  <a:moveTo>
                    <a:pt x="6102858" y="0"/>
                  </a:moveTo>
                  <a:lnTo>
                    <a:pt x="0" y="0"/>
                  </a:lnTo>
                  <a:lnTo>
                    <a:pt x="0" y="525017"/>
                  </a:lnTo>
                  <a:lnTo>
                    <a:pt x="6102858" y="525017"/>
                  </a:lnTo>
                  <a:lnTo>
                    <a:pt x="6102858" y="0"/>
                  </a:lnTo>
                  <a:close/>
                </a:path>
              </a:pathLst>
            </a:custGeom>
            <a:solidFill>
              <a:srgbClr val="5FE046"/>
            </a:solidFill>
          </p:spPr>
          <p:txBody>
            <a:bodyPr wrap="square" lIns="0" tIns="0" rIns="0" bIns="0" rtlCol="0"/>
            <a:lstStyle/>
            <a:p>
              <a:endParaRPr/>
            </a:p>
          </p:txBody>
        </p:sp>
        <p:sp>
          <p:nvSpPr>
            <p:cNvPr id="15" name="object 15"/>
            <p:cNvSpPr/>
            <p:nvPr/>
          </p:nvSpPr>
          <p:spPr>
            <a:xfrm>
              <a:off x="2256663" y="3276218"/>
              <a:ext cx="6102985" cy="525145"/>
            </a:xfrm>
            <a:custGeom>
              <a:avLst/>
              <a:gdLst/>
              <a:ahLst/>
              <a:cxnLst/>
              <a:rect l="l" t="t" r="r" b="b"/>
              <a:pathLst>
                <a:path w="6102984" h="525145">
                  <a:moveTo>
                    <a:pt x="0" y="525017"/>
                  </a:moveTo>
                  <a:lnTo>
                    <a:pt x="6102858" y="525017"/>
                  </a:lnTo>
                  <a:lnTo>
                    <a:pt x="6102858" y="0"/>
                  </a:lnTo>
                  <a:lnTo>
                    <a:pt x="0" y="0"/>
                  </a:lnTo>
                  <a:lnTo>
                    <a:pt x="0" y="525017"/>
                  </a:lnTo>
                  <a:close/>
                </a:path>
              </a:pathLst>
            </a:custGeom>
            <a:ln w="25146">
              <a:solidFill>
                <a:srgbClr val="FFFFFF"/>
              </a:solidFill>
            </a:ln>
          </p:spPr>
          <p:txBody>
            <a:bodyPr wrap="square" lIns="0" tIns="0" rIns="0" bIns="0" rtlCol="0"/>
            <a:lstStyle/>
            <a:p>
              <a:endParaRPr/>
            </a:p>
          </p:txBody>
        </p:sp>
        <p:sp>
          <p:nvSpPr>
            <p:cNvPr id="16" name="object 16"/>
            <p:cNvSpPr/>
            <p:nvPr/>
          </p:nvSpPr>
          <p:spPr>
            <a:xfrm>
              <a:off x="1882521" y="3210686"/>
              <a:ext cx="748665" cy="656590"/>
            </a:xfrm>
            <a:custGeom>
              <a:avLst/>
              <a:gdLst/>
              <a:ahLst/>
              <a:cxnLst/>
              <a:rect l="l" t="t" r="r" b="b"/>
              <a:pathLst>
                <a:path w="748664" h="656589">
                  <a:moveTo>
                    <a:pt x="374142" y="0"/>
                  </a:moveTo>
                  <a:lnTo>
                    <a:pt x="323373" y="2993"/>
                  </a:lnTo>
                  <a:lnTo>
                    <a:pt x="274681" y="11713"/>
                  </a:lnTo>
                  <a:lnTo>
                    <a:pt x="228510" y="25771"/>
                  </a:lnTo>
                  <a:lnTo>
                    <a:pt x="185307" y="44774"/>
                  </a:lnTo>
                  <a:lnTo>
                    <a:pt x="145516" y="68334"/>
                  </a:lnTo>
                  <a:lnTo>
                    <a:pt x="109585" y="96059"/>
                  </a:lnTo>
                  <a:lnTo>
                    <a:pt x="77958" y="127560"/>
                  </a:lnTo>
                  <a:lnTo>
                    <a:pt x="51082" y="162447"/>
                  </a:lnTo>
                  <a:lnTo>
                    <a:pt x="29402" y="200328"/>
                  </a:lnTo>
                  <a:lnTo>
                    <a:pt x="13364" y="240814"/>
                  </a:lnTo>
                  <a:lnTo>
                    <a:pt x="3415" y="283515"/>
                  </a:lnTo>
                  <a:lnTo>
                    <a:pt x="0" y="328040"/>
                  </a:lnTo>
                  <a:lnTo>
                    <a:pt x="3415" y="372566"/>
                  </a:lnTo>
                  <a:lnTo>
                    <a:pt x="13364" y="415267"/>
                  </a:lnTo>
                  <a:lnTo>
                    <a:pt x="29402" y="455753"/>
                  </a:lnTo>
                  <a:lnTo>
                    <a:pt x="51082" y="493634"/>
                  </a:lnTo>
                  <a:lnTo>
                    <a:pt x="77958" y="528521"/>
                  </a:lnTo>
                  <a:lnTo>
                    <a:pt x="109585" y="560022"/>
                  </a:lnTo>
                  <a:lnTo>
                    <a:pt x="145516" y="587747"/>
                  </a:lnTo>
                  <a:lnTo>
                    <a:pt x="185307" y="611307"/>
                  </a:lnTo>
                  <a:lnTo>
                    <a:pt x="228510" y="630310"/>
                  </a:lnTo>
                  <a:lnTo>
                    <a:pt x="274681" y="644368"/>
                  </a:lnTo>
                  <a:lnTo>
                    <a:pt x="323373" y="653088"/>
                  </a:lnTo>
                  <a:lnTo>
                    <a:pt x="374142" y="656081"/>
                  </a:lnTo>
                  <a:lnTo>
                    <a:pt x="424910" y="653088"/>
                  </a:lnTo>
                  <a:lnTo>
                    <a:pt x="473602" y="644368"/>
                  </a:lnTo>
                  <a:lnTo>
                    <a:pt x="519773" y="630310"/>
                  </a:lnTo>
                  <a:lnTo>
                    <a:pt x="562976" y="611307"/>
                  </a:lnTo>
                  <a:lnTo>
                    <a:pt x="602767" y="587747"/>
                  </a:lnTo>
                  <a:lnTo>
                    <a:pt x="638698" y="560022"/>
                  </a:lnTo>
                  <a:lnTo>
                    <a:pt x="670325" y="528521"/>
                  </a:lnTo>
                  <a:lnTo>
                    <a:pt x="697201" y="493634"/>
                  </a:lnTo>
                  <a:lnTo>
                    <a:pt x="718881" y="455753"/>
                  </a:lnTo>
                  <a:lnTo>
                    <a:pt x="734919" y="415267"/>
                  </a:lnTo>
                  <a:lnTo>
                    <a:pt x="744868" y="372566"/>
                  </a:lnTo>
                  <a:lnTo>
                    <a:pt x="748284" y="328040"/>
                  </a:lnTo>
                  <a:lnTo>
                    <a:pt x="744868" y="283515"/>
                  </a:lnTo>
                  <a:lnTo>
                    <a:pt x="734919" y="240814"/>
                  </a:lnTo>
                  <a:lnTo>
                    <a:pt x="718881" y="200328"/>
                  </a:lnTo>
                  <a:lnTo>
                    <a:pt x="697201" y="162447"/>
                  </a:lnTo>
                  <a:lnTo>
                    <a:pt x="670325" y="127560"/>
                  </a:lnTo>
                  <a:lnTo>
                    <a:pt x="638698" y="96059"/>
                  </a:lnTo>
                  <a:lnTo>
                    <a:pt x="602767" y="68334"/>
                  </a:lnTo>
                  <a:lnTo>
                    <a:pt x="562976" y="44774"/>
                  </a:lnTo>
                  <a:lnTo>
                    <a:pt x="519773" y="25771"/>
                  </a:lnTo>
                  <a:lnTo>
                    <a:pt x="473602" y="11713"/>
                  </a:lnTo>
                  <a:lnTo>
                    <a:pt x="424910" y="2993"/>
                  </a:lnTo>
                  <a:lnTo>
                    <a:pt x="374142" y="0"/>
                  </a:lnTo>
                  <a:close/>
                </a:path>
              </a:pathLst>
            </a:custGeom>
            <a:solidFill>
              <a:srgbClr val="FFFFFF"/>
            </a:solidFill>
          </p:spPr>
          <p:txBody>
            <a:bodyPr wrap="square" lIns="0" tIns="0" rIns="0" bIns="0" rtlCol="0"/>
            <a:lstStyle/>
            <a:p>
              <a:endParaRPr/>
            </a:p>
          </p:txBody>
        </p:sp>
        <p:sp>
          <p:nvSpPr>
            <p:cNvPr id="17" name="object 17"/>
            <p:cNvSpPr/>
            <p:nvPr/>
          </p:nvSpPr>
          <p:spPr>
            <a:xfrm>
              <a:off x="1882521" y="3210686"/>
              <a:ext cx="748665" cy="656590"/>
            </a:xfrm>
            <a:custGeom>
              <a:avLst/>
              <a:gdLst/>
              <a:ahLst/>
              <a:cxnLst/>
              <a:rect l="l" t="t" r="r" b="b"/>
              <a:pathLst>
                <a:path w="748664" h="656589">
                  <a:moveTo>
                    <a:pt x="0" y="328040"/>
                  </a:moveTo>
                  <a:lnTo>
                    <a:pt x="3415" y="283515"/>
                  </a:lnTo>
                  <a:lnTo>
                    <a:pt x="13364" y="240814"/>
                  </a:lnTo>
                  <a:lnTo>
                    <a:pt x="29402" y="200328"/>
                  </a:lnTo>
                  <a:lnTo>
                    <a:pt x="51082" y="162447"/>
                  </a:lnTo>
                  <a:lnTo>
                    <a:pt x="77958" y="127560"/>
                  </a:lnTo>
                  <a:lnTo>
                    <a:pt x="109585" y="96059"/>
                  </a:lnTo>
                  <a:lnTo>
                    <a:pt x="145516" y="68334"/>
                  </a:lnTo>
                  <a:lnTo>
                    <a:pt x="185307" y="44774"/>
                  </a:lnTo>
                  <a:lnTo>
                    <a:pt x="228510" y="25771"/>
                  </a:lnTo>
                  <a:lnTo>
                    <a:pt x="274681" y="11713"/>
                  </a:lnTo>
                  <a:lnTo>
                    <a:pt x="323373" y="2993"/>
                  </a:lnTo>
                  <a:lnTo>
                    <a:pt x="374142" y="0"/>
                  </a:lnTo>
                  <a:lnTo>
                    <a:pt x="424910" y="2993"/>
                  </a:lnTo>
                  <a:lnTo>
                    <a:pt x="473602" y="11713"/>
                  </a:lnTo>
                  <a:lnTo>
                    <a:pt x="519773" y="25771"/>
                  </a:lnTo>
                  <a:lnTo>
                    <a:pt x="562976" y="44774"/>
                  </a:lnTo>
                  <a:lnTo>
                    <a:pt x="602767" y="68334"/>
                  </a:lnTo>
                  <a:lnTo>
                    <a:pt x="638698" y="96059"/>
                  </a:lnTo>
                  <a:lnTo>
                    <a:pt x="670325" y="127560"/>
                  </a:lnTo>
                  <a:lnTo>
                    <a:pt x="697201" y="162447"/>
                  </a:lnTo>
                  <a:lnTo>
                    <a:pt x="718881" y="200328"/>
                  </a:lnTo>
                  <a:lnTo>
                    <a:pt x="734919" y="240814"/>
                  </a:lnTo>
                  <a:lnTo>
                    <a:pt x="744868" y="283515"/>
                  </a:lnTo>
                  <a:lnTo>
                    <a:pt x="748284" y="328040"/>
                  </a:lnTo>
                  <a:lnTo>
                    <a:pt x="744868" y="372566"/>
                  </a:lnTo>
                  <a:lnTo>
                    <a:pt x="734919" y="415267"/>
                  </a:lnTo>
                  <a:lnTo>
                    <a:pt x="718881" y="455753"/>
                  </a:lnTo>
                  <a:lnTo>
                    <a:pt x="697201" y="493634"/>
                  </a:lnTo>
                  <a:lnTo>
                    <a:pt x="670325" y="528521"/>
                  </a:lnTo>
                  <a:lnTo>
                    <a:pt x="638698" y="560022"/>
                  </a:lnTo>
                  <a:lnTo>
                    <a:pt x="602767" y="587747"/>
                  </a:lnTo>
                  <a:lnTo>
                    <a:pt x="562976" y="611307"/>
                  </a:lnTo>
                  <a:lnTo>
                    <a:pt x="519773" y="630310"/>
                  </a:lnTo>
                  <a:lnTo>
                    <a:pt x="473602" y="644368"/>
                  </a:lnTo>
                  <a:lnTo>
                    <a:pt x="424910" y="653088"/>
                  </a:lnTo>
                  <a:lnTo>
                    <a:pt x="374142" y="656081"/>
                  </a:lnTo>
                  <a:lnTo>
                    <a:pt x="323373" y="653088"/>
                  </a:lnTo>
                  <a:lnTo>
                    <a:pt x="274681" y="644368"/>
                  </a:lnTo>
                  <a:lnTo>
                    <a:pt x="228510" y="630310"/>
                  </a:lnTo>
                  <a:lnTo>
                    <a:pt x="185307" y="611307"/>
                  </a:lnTo>
                  <a:lnTo>
                    <a:pt x="145516" y="587747"/>
                  </a:lnTo>
                  <a:lnTo>
                    <a:pt x="109585" y="560022"/>
                  </a:lnTo>
                  <a:lnTo>
                    <a:pt x="77958" y="528521"/>
                  </a:lnTo>
                  <a:lnTo>
                    <a:pt x="51082" y="493634"/>
                  </a:lnTo>
                  <a:lnTo>
                    <a:pt x="29402" y="455753"/>
                  </a:lnTo>
                  <a:lnTo>
                    <a:pt x="13364" y="415267"/>
                  </a:lnTo>
                  <a:lnTo>
                    <a:pt x="3415" y="372566"/>
                  </a:lnTo>
                  <a:lnTo>
                    <a:pt x="0" y="328040"/>
                  </a:lnTo>
                  <a:close/>
                </a:path>
              </a:pathLst>
            </a:custGeom>
            <a:ln w="25146">
              <a:solidFill>
                <a:srgbClr val="5FE046"/>
              </a:solidFill>
            </a:ln>
          </p:spPr>
          <p:txBody>
            <a:bodyPr wrap="square" lIns="0" tIns="0" rIns="0" bIns="0" rtlCol="0"/>
            <a:lstStyle/>
            <a:p>
              <a:endParaRPr/>
            </a:p>
          </p:txBody>
        </p:sp>
        <p:sp>
          <p:nvSpPr>
            <p:cNvPr id="18" name="object 18"/>
            <p:cNvSpPr/>
            <p:nvPr/>
          </p:nvSpPr>
          <p:spPr>
            <a:xfrm>
              <a:off x="2124837" y="4063364"/>
              <a:ext cx="6235065" cy="525145"/>
            </a:xfrm>
            <a:custGeom>
              <a:avLst/>
              <a:gdLst/>
              <a:ahLst/>
              <a:cxnLst/>
              <a:rect l="l" t="t" r="r" b="b"/>
              <a:pathLst>
                <a:path w="6235065" h="525145">
                  <a:moveTo>
                    <a:pt x="6234684" y="0"/>
                  </a:moveTo>
                  <a:lnTo>
                    <a:pt x="0" y="0"/>
                  </a:lnTo>
                  <a:lnTo>
                    <a:pt x="0" y="525018"/>
                  </a:lnTo>
                  <a:lnTo>
                    <a:pt x="6234684" y="525018"/>
                  </a:lnTo>
                  <a:lnTo>
                    <a:pt x="6234684" y="0"/>
                  </a:lnTo>
                  <a:close/>
                </a:path>
              </a:pathLst>
            </a:custGeom>
            <a:solidFill>
              <a:srgbClr val="D4EB46"/>
            </a:solidFill>
          </p:spPr>
          <p:txBody>
            <a:bodyPr wrap="square" lIns="0" tIns="0" rIns="0" bIns="0" rtlCol="0"/>
            <a:lstStyle/>
            <a:p>
              <a:endParaRPr/>
            </a:p>
          </p:txBody>
        </p:sp>
        <p:sp>
          <p:nvSpPr>
            <p:cNvPr id="19" name="object 19"/>
            <p:cNvSpPr/>
            <p:nvPr/>
          </p:nvSpPr>
          <p:spPr>
            <a:xfrm>
              <a:off x="2124837" y="4063364"/>
              <a:ext cx="6235065" cy="525145"/>
            </a:xfrm>
            <a:custGeom>
              <a:avLst/>
              <a:gdLst/>
              <a:ahLst/>
              <a:cxnLst/>
              <a:rect l="l" t="t" r="r" b="b"/>
              <a:pathLst>
                <a:path w="6235065" h="525145">
                  <a:moveTo>
                    <a:pt x="0" y="525018"/>
                  </a:moveTo>
                  <a:lnTo>
                    <a:pt x="6234684" y="525018"/>
                  </a:lnTo>
                  <a:lnTo>
                    <a:pt x="6234684" y="0"/>
                  </a:lnTo>
                  <a:lnTo>
                    <a:pt x="0" y="0"/>
                  </a:lnTo>
                  <a:lnTo>
                    <a:pt x="0" y="525018"/>
                  </a:lnTo>
                  <a:close/>
                </a:path>
              </a:pathLst>
            </a:custGeom>
            <a:ln w="25146">
              <a:solidFill>
                <a:srgbClr val="FFFFFF"/>
              </a:solidFill>
            </a:ln>
          </p:spPr>
          <p:txBody>
            <a:bodyPr wrap="square" lIns="0" tIns="0" rIns="0" bIns="0" rtlCol="0"/>
            <a:lstStyle/>
            <a:p>
              <a:endParaRPr/>
            </a:p>
          </p:txBody>
        </p:sp>
        <p:sp>
          <p:nvSpPr>
            <p:cNvPr id="20" name="object 20"/>
            <p:cNvSpPr/>
            <p:nvPr/>
          </p:nvSpPr>
          <p:spPr>
            <a:xfrm>
              <a:off x="1750695" y="3997833"/>
              <a:ext cx="748665" cy="657225"/>
            </a:xfrm>
            <a:custGeom>
              <a:avLst/>
              <a:gdLst/>
              <a:ahLst/>
              <a:cxnLst/>
              <a:rect l="l" t="t" r="r" b="b"/>
              <a:pathLst>
                <a:path w="748664" h="657225">
                  <a:moveTo>
                    <a:pt x="374142" y="0"/>
                  </a:moveTo>
                  <a:lnTo>
                    <a:pt x="323373" y="2998"/>
                  </a:lnTo>
                  <a:lnTo>
                    <a:pt x="274681" y="11733"/>
                  </a:lnTo>
                  <a:lnTo>
                    <a:pt x="228510" y="25812"/>
                  </a:lnTo>
                  <a:lnTo>
                    <a:pt x="185307" y="44845"/>
                  </a:lnTo>
                  <a:lnTo>
                    <a:pt x="145516" y="68438"/>
                  </a:lnTo>
                  <a:lnTo>
                    <a:pt x="109585" y="96202"/>
                  </a:lnTo>
                  <a:lnTo>
                    <a:pt x="77958" y="127744"/>
                  </a:lnTo>
                  <a:lnTo>
                    <a:pt x="51082" y="162672"/>
                  </a:lnTo>
                  <a:lnTo>
                    <a:pt x="29402" y="200596"/>
                  </a:lnTo>
                  <a:lnTo>
                    <a:pt x="13364" y="241123"/>
                  </a:lnTo>
                  <a:lnTo>
                    <a:pt x="3415" y="283862"/>
                  </a:lnTo>
                  <a:lnTo>
                    <a:pt x="0" y="328421"/>
                  </a:lnTo>
                  <a:lnTo>
                    <a:pt x="3415" y="372981"/>
                  </a:lnTo>
                  <a:lnTo>
                    <a:pt x="13364" y="415720"/>
                  </a:lnTo>
                  <a:lnTo>
                    <a:pt x="29402" y="456247"/>
                  </a:lnTo>
                  <a:lnTo>
                    <a:pt x="51082" y="494171"/>
                  </a:lnTo>
                  <a:lnTo>
                    <a:pt x="77958" y="529099"/>
                  </a:lnTo>
                  <a:lnTo>
                    <a:pt x="109585" y="560641"/>
                  </a:lnTo>
                  <a:lnTo>
                    <a:pt x="145516" y="588405"/>
                  </a:lnTo>
                  <a:lnTo>
                    <a:pt x="185307" y="611998"/>
                  </a:lnTo>
                  <a:lnTo>
                    <a:pt x="228510" y="631031"/>
                  </a:lnTo>
                  <a:lnTo>
                    <a:pt x="274681" y="645110"/>
                  </a:lnTo>
                  <a:lnTo>
                    <a:pt x="323373" y="653845"/>
                  </a:lnTo>
                  <a:lnTo>
                    <a:pt x="374142" y="656843"/>
                  </a:lnTo>
                  <a:lnTo>
                    <a:pt x="424910" y="653845"/>
                  </a:lnTo>
                  <a:lnTo>
                    <a:pt x="473602" y="645110"/>
                  </a:lnTo>
                  <a:lnTo>
                    <a:pt x="519773" y="631031"/>
                  </a:lnTo>
                  <a:lnTo>
                    <a:pt x="562976" y="611998"/>
                  </a:lnTo>
                  <a:lnTo>
                    <a:pt x="602767" y="588405"/>
                  </a:lnTo>
                  <a:lnTo>
                    <a:pt x="638698" y="560641"/>
                  </a:lnTo>
                  <a:lnTo>
                    <a:pt x="670325" y="529099"/>
                  </a:lnTo>
                  <a:lnTo>
                    <a:pt x="697201" y="494171"/>
                  </a:lnTo>
                  <a:lnTo>
                    <a:pt x="718881" y="456247"/>
                  </a:lnTo>
                  <a:lnTo>
                    <a:pt x="734919" y="415720"/>
                  </a:lnTo>
                  <a:lnTo>
                    <a:pt x="744868" y="372981"/>
                  </a:lnTo>
                  <a:lnTo>
                    <a:pt x="748284" y="328421"/>
                  </a:lnTo>
                  <a:lnTo>
                    <a:pt x="744868" y="283862"/>
                  </a:lnTo>
                  <a:lnTo>
                    <a:pt x="734919" y="241123"/>
                  </a:lnTo>
                  <a:lnTo>
                    <a:pt x="718881" y="200596"/>
                  </a:lnTo>
                  <a:lnTo>
                    <a:pt x="697201" y="162672"/>
                  </a:lnTo>
                  <a:lnTo>
                    <a:pt x="670325" y="127744"/>
                  </a:lnTo>
                  <a:lnTo>
                    <a:pt x="638698" y="96202"/>
                  </a:lnTo>
                  <a:lnTo>
                    <a:pt x="602767" y="68438"/>
                  </a:lnTo>
                  <a:lnTo>
                    <a:pt x="562976" y="44845"/>
                  </a:lnTo>
                  <a:lnTo>
                    <a:pt x="519773" y="25812"/>
                  </a:lnTo>
                  <a:lnTo>
                    <a:pt x="473602" y="11733"/>
                  </a:lnTo>
                  <a:lnTo>
                    <a:pt x="424910" y="2998"/>
                  </a:lnTo>
                  <a:lnTo>
                    <a:pt x="374142" y="0"/>
                  </a:lnTo>
                  <a:close/>
                </a:path>
              </a:pathLst>
            </a:custGeom>
            <a:solidFill>
              <a:srgbClr val="FFFFFF"/>
            </a:solidFill>
          </p:spPr>
          <p:txBody>
            <a:bodyPr wrap="square" lIns="0" tIns="0" rIns="0" bIns="0" rtlCol="0"/>
            <a:lstStyle/>
            <a:p>
              <a:endParaRPr/>
            </a:p>
          </p:txBody>
        </p:sp>
        <p:sp>
          <p:nvSpPr>
            <p:cNvPr id="21" name="object 21"/>
            <p:cNvSpPr/>
            <p:nvPr/>
          </p:nvSpPr>
          <p:spPr>
            <a:xfrm>
              <a:off x="1750695" y="3997833"/>
              <a:ext cx="748665" cy="657225"/>
            </a:xfrm>
            <a:custGeom>
              <a:avLst/>
              <a:gdLst/>
              <a:ahLst/>
              <a:cxnLst/>
              <a:rect l="l" t="t" r="r" b="b"/>
              <a:pathLst>
                <a:path w="748664" h="657225">
                  <a:moveTo>
                    <a:pt x="0" y="328421"/>
                  </a:moveTo>
                  <a:lnTo>
                    <a:pt x="3415" y="283862"/>
                  </a:lnTo>
                  <a:lnTo>
                    <a:pt x="13364" y="241123"/>
                  </a:lnTo>
                  <a:lnTo>
                    <a:pt x="29402" y="200596"/>
                  </a:lnTo>
                  <a:lnTo>
                    <a:pt x="51082" y="162672"/>
                  </a:lnTo>
                  <a:lnTo>
                    <a:pt x="77958" y="127744"/>
                  </a:lnTo>
                  <a:lnTo>
                    <a:pt x="109585" y="96202"/>
                  </a:lnTo>
                  <a:lnTo>
                    <a:pt x="145516" y="68438"/>
                  </a:lnTo>
                  <a:lnTo>
                    <a:pt x="185307" y="44845"/>
                  </a:lnTo>
                  <a:lnTo>
                    <a:pt x="228510" y="25812"/>
                  </a:lnTo>
                  <a:lnTo>
                    <a:pt x="274681" y="11733"/>
                  </a:lnTo>
                  <a:lnTo>
                    <a:pt x="323373" y="2998"/>
                  </a:lnTo>
                  <a:lnTo>
                    <a:pt x="374142" y="0"/>
                  </a:lnTo>
                  <a:lnTo>
                    <a:pt x="424910" y="2998"/>
                  </a:lnTo>
                  <a:lnTo>
                    <a:pt x="473602" y="11733"/>
                  </a:lnTo>
                  <a:lnTo>
                    <a:pt x="519773" y="25812"/>
                  </a:lnTo>
                  <a:lnTo>
                    <a:pt x="562976" y="44845"/>
                  </a:lnTo>
                  <a:lnTo>
                    <a:pt x="602767" y="68438"/>
                  </a:lnTo>
                  <a:lnTo>
                    <a:pt x="638698" y="96202"/>
                  </a:lnTo>
                  <a:lnTo>
                    <a:pt x="670325" y="127744"/>
                  </a:lnTo>
                  <a:lnTo>
                    <a:pt x="697201" y="162672"/>
                  </a:lnTo>
                  <a:lnTo>
                    <a:pt x="718881" y="200596"/>
                  </a:lnTo>
                  <a:lnTo>
                    <a:pt x="734919" y="241123"/>
                  </a:lnTo>
                  <a:lnTo>
                    <a:pt x="744868" y="283862"/>
                  </a:lnTo>
                  <a:lnTo>
                    <a:pt x="748284" y="328421"/>
                  </a:lnTo>
                  <a:lnTo>
                    <a:pt x="744868" y="372981"/>
                  </a:lnTo>
                  <a:lnTo>
                    <a:pt x="734919" y="415720"/>
                  </a:lnTo>
                  <a:lnTo>
                    <a:pt x="718881" y="456247"/>
                  </a:lnTo>
                  <a:lnTo>
                    <a:pt x="697201" y="494171"/>
                  </a:lnTo>
                  <a:lnTo>
                    <a:pt x="670325" y="529099"/>
                  </a:lnTo>
                  <a:lnTo>
                    <a:pt x="638698" y="560641"/>
                  </a:lnTo>
                  <a:lnTo>
                    <a:pt x="602767" y="588405"/>
                  </a:lnTo>
                  <a:lnTo>
                    <a:pt x="562976" y="611998"/>
                  </a:lnTo>
                  <a:lnTo>
                    <a:pt x="519773" y="631031"/>
                  </a:lnTo>
                  <a:lnTo>
                    <a:pt x="473602" y="645110"/>
                  </a:lnTo>
                  <a:lnTo>
                    <a:pt x="424910" y="653845"/>
                  </a:lnTo>
                  <a:lnTo>
                    <a:pt x="374142" y="656843"/>
                  </a:lnTo>
                  <a:lnTo>
                    <a:pt x="323373" y="653845"/>
                  </a:lnTo>
                  <a:lnTo>
                    <a:pt x="274681" y="645110"/>
                  </a:lnTo>
                  <a:lnTo>
                    <a:pt x="228510" y="631031"/>
                  </a:lnTo>
                  <a:lnTo>
                    <a:pt x="185307" y="611998"/>
                  </a:lnTo>
                  <a:lnTo>
                    <a:pt x="145516" y="588405"/>
                  </a:lnTo>
                  <a:lnTo>
                    <a:pt x="109585" y="560641"/>
                  </a:lnTo>
                  <a:lnTo>
                    <a:pt x="77958" y="529099"/>
                  </a:lnTo>
                  <a:lnTo>
                    <a:pt x="51082" y="494171"/>
                  </a:lnTo>
                  <a:lnTo>
                    <a:pt x="29402" y="456247"/>
                  </a:lnTo>
                  <a:lnTo>
                    <a:pt x="13364" y="415720"/>
                  </a:lnTo>
                  <a:lnTo>
                    <a:pt x="3415" y="372981"/>
                  </a:lnTo>
                  <a:lnTo>
                    <a:pt x="0" y="328421"/>
                  </a:lnTo>
                  <a:close/>
                </a:path>
              </a:pathLst>
            </a:custGeom>
            <a:ln w="25146">
              <a:solidFill>
                <a:srgbClr val="D4EB46"/>
              </a:solidFill>
            </a:ln>
          </p:spPr>
          <p:txBody>
            <a:bodyPr wrap="square" lIns="0" tIns="0" rIns="0" bIns="0" rtlCol="0"/>
            <a:lstStyle/>
            <a:p>
              <a:endParaRPr/>
            </a:p>
          </p:txBody>
        </p:sp>
        <p:sp>
          <p:nvSpPr>
            <p:cNvPr id="22" name="object 22"/>
            <p:cNvSpPr/>
            <p:nvPr/>
          </p:nvSpPr>
          <p:spPr>
            <a:xfrm>
              <a:off x="1695831" y="4851272"/>
              <a:ext cx="6663690" cy="525145"/>
            </a:xfrm>
            <a:custGeom>
              <a:avLst/>
              <a:gdLst/>
              <a:ahLst/>
              <a:cxnLst/>
              <a:rect l="l" t="t" r="r" b="b"/>
              <a:pathLst>
                <a:path w="6663690" h="525145">
                  <a:moveTo>
                    <a:pt x="6663690" y="0"/>
                  </a:moveTo>
                  <a:lnTo>
                    <a:pt x="0" y="0"/>
                  </a:lnTo>
                  <a:lnTo>
                    <a:pt x="0" y="525017"/>
                  </a:lnTo>
                  <a:lnTo>
                    <a:pt x="6663690" y="525017"/>
                  </a:lnTo>
                  <a:lnTo>
                    <a:pt x="6663690" y="0"/>
                  </a:lnTo>
                  <a:close/>
                </a:path>
              </a:pathLst>
            </a:custGeom>
            <a:solidFill>
              <a:srgbClr val="F79546"/>
            </a:solidFill>
          </p:spPr>
          <p:txBody>
            <a:bodyPr wrap="square" lIns="0" tIns="0" rIns="0" bIns="0" rtlCol="0"/>
            <a:lstStyle/>
            <a:p>
              <a:endParaRPr/>
            </a:p>
          </p:txBody>
        </p:sp>
        <p:sp>
          <p:nvSpPr>
            <p:cNvPr id="23" name="object 23"/>
            <p:cNvSpPr/>
            <p:nvPr/>
          </p:nvSpPr>
          <p:spPr>
            <a:xfrm>
              <a:off x="1695831" y="4851272"/>
              <a:ext cx="6663690" cy="525145"/>
            </a:xfrm>
            <a:custGeom>
              <a:avLst/>
              <a:gdLst/>
              <a:ahLst/>
              <a:cxnLst/>
              <a:rect l="l" t="t" r="r" b="b"/>
              <a:pathLst>
                <a:path w="6663690" h="525145">
                  <a:moveTo>
                    <a:pt x="0" y="525017"/>
                  </a:moveTo>
                  <a:lnTo>
                    <a:pt x="6663690" y="525017"/>
                  </a:lnTo>
                  <a:lnTo>
                    <a:pt x="6663690" y="0"/>
                  </a:lnTo>
                  <a:lnTo>
                    <a:pt x="0" y="0"/>
                  </a:lnTo>
                  <a:lnTo>
                    <a:pt x="0" y="525017"/>
                  </a:lnTo>
                  <a:close/>
                </a:path>
              </a:pathLst>
            </a:custGeom>
            <a:ln w="25145">
              <a:solidFill>
                <a:srgbClr val="FFFFFF"/>
              </a:solidFill>
            </a:ln>
          </p:spPr>
          <p:txBody>
            <a:bodyPr wrap="square" lIns="0" tIns="0" rIns="0" bIns="0" rtlCol="0"/>
            <a:lstStyle/>
            <a:p>
              <a:endParaRPr/>
            </a:p>
          </p:txBody>
        </p:sp>
      </p:grpSp>
      <p:sp>
        <p:nvSpPr>
          <p:cNvPr id="24" name="object 24"/>
          <p:cNvSpPr txBox="1"/>
          <p:nvPr/>
        </p:nvSpPr>
        <p:spPr>
          <a:xfrm>
            <a:off x="2086610" y="1527301"/>
            <a:ext cx="6137275" cy="3768090"/>
          </a:xfrm>
          <a:prstGeom prst="rect">
            <a:avLst/>
          </a:prstGeom>
        </p:spPr>
        <p:txBody>
          <a:bodyPr vert="horz" wrap="square" lIns="0" tIns="29209" rIns="0" bIns="0" rtlCol="0">
            <a:spAutoFit/>
          </a:bodyPr>
          <a:lstStyle/>
          <a:p>
            <a:pPr marL="12700" marR="31750">
              <a:lnSpc>
                <a:spcPct val="92100"/>
              </a:lnSpc>
              <a:spcBef>
                <a:spcPts val="229"/>
              </a:spcBef>
            </a:pPr>
            <a:r>
              <a:rPr sz="1400" spc="90" dirty="0">
                <a:latin typeface="Times New Roman"/>
                <a:cs typeface="Times New Roman"/>
              </a:rPr>
              <a:t>The </a:t>
            </a:r>
            <a:r>
              <a:rPr sz="1400" spc="55" dirty="0">
                <a:latin typeface="Times New Roman"/>
                <a:cs typeface="Times New Roman"/>
              </a:rPr>
              <a:t>transaction statements </a:t>
            </a:r>
            <a:r>
              <a:rPr sz="1400" spc="45" dirty="0">
                <a:latin typeface="Times New Roman"/>
                <a:cs typeface="Times New Roman"/>
              </a:rPr>
              <a:t>identify </a:t>
            </a:r>
            <a:r>
              <a:rPr sz="1400" spc="80" dirty="0">
                <a:latin typeface="Times New Roman"/>
                <a:cs typeface="Times New Roman"/>
              </a:rPr>
              <a:t>the </a:t>
            </a:r>
            <a:r>
              <a:rPr sz="1400" spc="35" dirty="0">
                <a:latin typeface="Times New Roman"/>
                <a:cs typeface="Times New Roman"/>
              </a:rPr>
              <a:t>block </a:t>
            </a:r>
            <a:r>
              <a:rPr sz="1400" spc="40" dirty="0">
                <a:latin typeface="Times New Roman"/>
                <a:cs typeface="Times New Roman"/>
              </a:rPr>
              <a:t>of </a:t>
            </a:r>
            <a:r>
              <a:rPr sz="1400" spc="45" dirty="0">
                <a:latin typeface="Times New Roman"/>
                <a:cs typeface="Times New Roman"/>
              </a:rPr>
              <a:t>code </a:t>
            </a:r>
            <a:r>
              <a:rPr sz="1400" spc="80" dirty="0">
                <a:latin typeface="Times New Roman"/>
                <a:cs typeface="Times New Roman"/>
              </a:rPr>
              <a:t>that </a:t>
            </a:r>
            <a:r>
              <a:rPr sz="1400" spc="60" dirty="0">
                <a:latin typeface="Times New Roman"/>
                <a:cs typeface="Times New Roman"/>
              </a:rPr>
              <a:t>should </a:t>
            </a:r>
            <a:r>
              <a:rPr sz="1400" spc="55" dirty="0">
                <a:latin typeface="Times New Roman"/>
                <a:cs typeface="Times New Roman"/>
              </a:rPr>
              <a:t>either </a:t>
            </a:r>
            <a:r>
              <a:rPr sz="1400" spc="10" dirty="0">
                <a:latin typeface="Times New Roman"/>
                <a:cs typeface="Times New Roman"/>
              </a:rPr>
              <a:t>fail </a:t>
            </a:r>
            <a:r>
              <a:rPr sz="1400" spc="60" dirty="0">
                <a:latin typeface="Times New Roman"/>
                <a:cs typeface="Times New Roman"/>
              </a:rPr>
              <a:t>or  </a:t>
            </a:r>
            <a:r>
              <a:rPr sz="1400" spc="40" dirty="0">
                <a:latin typeface="Times New Roman"/>
                <a:cs typeface="Times New Roman"/>
              </a:rPr>
              <a:t>succeed</a:t>
            </a:r>
            <a:r>
              <a:rPr sz="1400" spc="-40" dirty="0">
                <a:latin typeface="Times New Roman"/>
                <a:cs typeface="Times New Roman"/>
              </a:rPr>
              <a:t> </a:t>
            </a:r>
            <a:r>
              <a:rPr sz="1400" spc="75" dirty="0">
                <a:latin typeface="Times New Roman"/>
                <a:cs typeface="Times New Roman"/>
              </a:rPr>
              <a:t>and</a:t>
            </a:r>
            <a:r>
              <a:rPr sz="1400" spc="-55" dirty="0">
                <a:latin typeface="Times New Roman"/>
                <a:cs typeface="Times New Roman"/>
              </a:rPr>
              <a:t> </a:t>
            </a:r>
            <a:r>
              <a:rPr sz="1400" spc="50" dirty="0">
                <a:latin typeface="Times New Roman"/>
                <a:cs typeface="Times New Roman"/>
              </a:rPr>
              <a:t>provide</a:t>
            </a:r>
            <a:r>
              <a:rPr sz="1400" spc="-45" dirty="0">
                <a:latin typeface="Times New Roman"/>
                <a:cs typeface="Times New Roman"/>
              </a:rPr>
              <a:t> </a:t>
            </a:r>
            <a:r>
              <a:rPr sz="1400" spc="80" dirty="0">
                <a:latin typeface="Times New Roman"/>
                <a:cs typeface="Times New Roman"/>
              </a:rPr>
              <a:t>the</a:t>
            </a:r>
            <a:r>
              <a:rPr sz="1400" spc="-45" dirty="0">
                <a:latin typeface="Times New Roman"/>
                <a:cs typeface="Times New Roman"/>
              </a:rPr>
              <a:t> </a:t>
            </a:r>
            <a:r>
              <a:rPr sz="1400" spc="15" dirty="0">
                <a:latin typeface="Times New Roman"/>
                <a:cs typeface="Times New Roman"/>
              </a:rPr>
              <a:t>facility</a:t>
            </a:r>
            <a:r>
              <a:rPr sz="1400" spc="-30" dirty="0">
                <a:latin typeface="Times New Roman"/>
                <a:cs typeface="Times New Roman"/>
              </a:rPr>
              <a:t> </a:t>
            </a:r>
            <a:r>
              <a:rPr sz="1400" spc="50" dirty="0">
                <a:latin typeface="Times New Roman"/>
                <a:cs typeface="Times New Roman"/>
              </a:rPr>
              <a:t>where</a:t>
            </a:r>
            <a:r>
              <a:rPr sz="1400" spc="-45" dirty="0">
                <a:latin typeface="Times New Roman"/>
                <a:cs typeface="Times New Roman"/>
              </a:rPr>
              <a:t> </a:t>
            </a:r>
            <a:r>
              <a:rPr sz="1400" spc="80" dirty="0">
                <a:latin typeface="Times New Roman"/>
                <a:cs typeface="Times New Roman"/>
              </a:rPr>
              <a:t>the</a:t>
            </a:r>
            <a:r>
              <a:rPr sz="1400" spc="-50" dirty="0">
                <a:latin typeface="Times New Roman"/>
                <a:cs typeface="Times New Roman"/>
              </a:rPr>
              <a:t> </a:t>
            </a:r>
            <a:r>
              <a:rPr sz="1400" spc="40" dirty="0">
                <a:latin typeface="Times New Roman"/>
                <a:cs typeface="Times New Roman"/>
              </a:rPr>
              <a:t>database</a:t>
            </a:r>
            <a:r>
              <a:rPr sz="1400" spc="-40" dirty="0">
                <a:latin typeface="Times New Roman"/>
                <a:cs typeface="Times New Roman"/>
              </a:rPr>
              <a:t> </a:t>
            </a:r>
            <a:r>
              <a:rPr sz="1400" spc="50" dirty="0">
                <a:latin typeface="Times New Roman"/>
                <a:cs typeface="Times New Roman"/>
              </a:rPr>
              <a:t>engine</a:t>
            </a:r>
            <a:r>
              <a:rPr sz="1400" spc="-50" dirty="0">
                <a:latin typeface="Times New Roman"/>
                <a:cs typeface="Times New Roman"/>
              </a:rPr>
              <a:t> </a:t>
            </a:r>
            <a:r>
              <a:rPr sz="1400" spc="45" dirty="0">
                <a:latin typeface="Times New Roman"/>
                <a:cs typeface="Times New Roman"/>
              </a:rPr>
              <a:t>can</a:t>
            </a:r>
            <a:r>
              <a:rPr sz="1400" spc="-40" dirty="0">
                <a:latin typeface="Times New Roman"/>
                <a:cs typeface="Times New Roman"/>
              </a:rPr>
              <a:t> </a:t>
            </a:r>
            <a:r>
              <a:rPr sz="1400" spc="95" dirty="0">
                <a:latin typeface="Times New Roman"/>
                <a:cs typeface="Times New Roman"/>
              </a:rPr>
              <a:t>undo</a:t>
            </a:r>
            <a:r>
              <a:rPr sz="1400" spc="-50" dirty="0">
                <a:latin typeface="Times New Roman"/>
                <a:cs typeface="Times New Roman"/>
              </a:rPr>
              <a:t> </a:t>
            </a:r>
            <a:r>
              <a:rPr sz="1400" spc="60" dirty="0">
                <a:latin typeface="Times New Roman"/>
                <a:cs typeface="Times New Roman"/>
              </a:rPr>
              <a:t>or</a:t>
            </a:r>
            <a:r>
              <a:rPr sz="1400" spc="-55" dirty="0">
                <a:latin typeface="Times New Roman"/>
                <a:cs typeface="Times New Roman"/>
              </a:rPr>
              <a:t> </a:t>
            </a:r>
            <a:r>
              <a:rPr sz="1400" spc="30" dirty="0">
                <a:latin typeface="Times New Roman"/>
                <a:cs typeface="Times New Roman"/>
              </a:rPr>
              <a:t>roll</a:t>
            </a:r>
            <a:r>
              <a:rPr sz="1400" spc="-55" dirty="0">
                <a:latin typeface="Times New Roman"/>
                <a:cs typeface="Times New Roman"/>
              </a:rPr>
              <a:t> </a:t>
            </a:r>
            <a:r>
              <a:rPr sz="1400" spc="35" dirty="0">
                <a:latin typeface="Times New Roman"/>
                <a:cs typeface="Times New Roman"/>
              </a:rPr>
              <a:t>back  </a:t>
            </a:r>
            <a:r>
              <a:rPr sz="1400" spc="80" dirty="0">
                <a:latin typeface="Times New Roman"/>
                <a:cs typeface="Times New Roman"/>
              </a:rPr>
              <a:t>the</a:t>
            </a:r>
            <a:r>
              <a:rPr sz="1400" spc="-55" dirty="0">
                <a:latin typeface="Times New Roman"/>
                <a:cs typeface="Times New Roman"/>
              </a:rPr>
              <a:t> </a:t>
            </a:r>
            <a:r>
              <a:rPr sz="1400" spc="45" dirty="0">
                <a:latin typeface="Times New Roman"/>
                <a:cs typeface="Times New Roman"/>
              </a:rPr>
              <a:t>operations.</a:t>
            </a:r>
            <a:endParaRPr sz="1400">
              <a:latin typeface="Times New Roman"/>
              <a:cs typeface="Times New Roman"/>
            </a:endParaRPr>
          </a:p>
          <a:p>
            <a:pPr>
              <a:lnSpc>
                <a:spcPct val="100000"/>
              </a:lnSpc>
              <a:spcBef>
                <a:spcPts val="30"/>
              </a:spcBef>
            </a:pPr>
            <a:endParaRPr sz="2600">
              <a:latin typeface="Times New Roman"/>
              <a:cs typeface="Times New Roman"/>
            </a:endParaRPr>
          </a:p>
          <a:p>
            <a:pPr marL="441325" marR="529590">
              <a:lnSpc>
                <a:spcPts val="1510"/>
              </a:lnSpc>
            </a:pPr>
            <a:r>
              <a:rPr sz="1400" spc="35" dirty="0">
                <a:latin typeface="Times New Roman"/>
                <a:cs typeface="Times New Roman"/>
              </a:rPr>
              <a:t>Errors</a:t>
            </a:r>
            <a:r>
              <a:rPr sz="1400" spc="-40" dirty="0">
                <a:latin typeface="Times New Roman"/>
                <a:cs typeface="Times New Roman"/>
              </a:rPr>
              <a:t> </a:t>
            </a:r>
            <a:r>
              <a:rPr sz="1400" spc="80" dirty="0">
                <a:latin typeface="Times New Roman"/>
                <a:cs typeface="Times New Roman"/>
              </a:rPr>
              <a:t>that</a:t>
            </a:r>
            <a:r>
              <a:rPr sz="1400" spc="-50" dirty="0">
                <a:latin typeface="Times New Roman"/>
                <a:cs typeface="Times New Roman"/>
              </a:rPr>
              <a:t> </a:t>
            </a:r>
            <a:r>
              <a:rPr sz="1400" spc="70" dirty="0">
                <a:latin typeface="Times New Roman"/>
                <a:cs typeface="Times New Roman"/>
              </a:rPr>
              <a:t>encounter</a:t>
            </a:r>
            <a:r>
              <a:rPr sz="1400" spc="-55" dirty="0">
                <a:latin typeface="Times New Roman"/>
                <a:cs typeface="Times New Roman"/>
              </a:rPr>
              <a:t> </a:t>
            </a:r>
            <a:r>
              <a:rPr sz="1400" spc="60" dirty="0">
                <a:latin typeface="Times New Roman"/>
                <a:cs typeface="Times New Roman"/>
              </a:rPr>
              <a:t>during</a:t>
            </a:r>
            <a:r>
              <a:rPr sz="1400" spc="-40" dirty="0">
                <a:latin typeface="Times New Roman"/>
                <a:cs typeface="Times New Roman"/>
              </a:rPr>
              <a:t> </a:t>
            </a:r>
            <a:r>
              <a:rPr sz="1400" spc="80" dirty="0">
                <a:latin typeface="Times New Roman"/>
                <a:cs typeface="Times New Roman"/>
              </a:rPr>
              <a:t>the</a:t>
            </a:r>
            <a:r>
              <a:rPr sz="1400" spc="-50" dirty="0">
                <a:latin typeface="Times New Roman"/>
                <a:cs typeface="Times New Roman"/>
              </a:rPr>
              <a:t> </a:t>
            </a:r>
            <a:r>
              <a:rPr sz="1400" spc="55" dirty="0">
                <a:latin typeface="Times New Roman"/>
                <a:cs typeface="Times New Roman"/>
              </a:rPr>
              <a:t>execution</a:t>
            </a:r>
            <a:r>
              <a:rPr sz="1400" spc="-55" dirty="0">
                <a:latin typeface="Times New Roman"/>
                <a:cs typeface="Times New Roman"/>
              </a:rPr>
              <a:t> </a:t>
            </a:r>
            <a:r>
              <a:rPr sz="1400" spc="40" dirty="0">
                <a:latin typeface="Times New Roman"/>
                <a:cs typeface="Times New Roman"/>
              </a:rPr>
              <a:t>of</a:t>
            </a:r>
            <a:r>
              <a:rPr sz="1400" spc="-50" dirty="0">
                <a:latin typeface="Times New Roman"/>
                <a:cs typeface="Times New Roman"/>
              </a:rPr>
              <a:t> </a:t>
            </a:r>
            <a:r>
              <a:rPr sz="1400" spc="30" dirty="0">
                <a:latin typeface="Times New Roman"/>
                <a:cs typeface="Times New Roman"/>
              </a:rPr>
              <a:t>simple</a:t>
            </a:r>
            <a:r>
              <a:rPr sz="1400" spc="-50" dirty="0">
                <a:latin typeface="Times New Roman"/>
                <a:cs typeface="Times New Roman"/>
              </a:rPr>
              <a:t> </a:t>
            </a:r>
            <a:r>
              <a:rPr sz="1400" spc="55" dirty="0">
                <a:latin typeface="Times New Roman"/>
                <a:cs typeface="Times New Roman"/>
              </a:rPr>
              <a:t>batch</a:t>
            </a:r>
            <a:r>
              <a:rPr sz="1400" spc="-35" dirty="0">
                <a:latin typeface="Times New Roman"/>
                <a:cs typeface="Times New Roman"/>
              </a:rPr>
              <a:t> </a:t>
            </a:r>
            <a:r>
              <a:rPr sz="1400" spc="50" dirty="0">
                <a:latin typeface="Times New Roman"/>
                <a:cs typeface="Times New Roman"/>
              </a:rPr>
              <a:t>have</a:t>
            </a:r>
            <a:r>
              <a:rPr sz="1400" spc="-40" dirty="0">
                <a:latin typeface="Times New Roman"/>
                <a:cs typeface="Times New Roman"/>
              </a:rPr>
              <a:t> </a:t>
            </a:r>
            <a:r>
              <a:rPr sz="1400" spc="80" dirty="0">
                <a:latin typeface="Times New Roman"/>
                <a:cs typeface="Times New Roman"/>
              </a:rPr>
              <a:t>the  </a:t>
            </a:r>
            <a:r>
              <a:rPr sz="1400" spc="25" dirty="0">
                <a:latin typeface="Times New Roman"/>
                <a:cs typeface="Times New Roman"/>
              </a:rPr>
              <a:t>possibility</a:t>
            </a:r>
            <a:r>
              <a:rPr sz="1400" spc="-50" dirty="0">
                <a:latin typeface="Times New Roman"/>
                <a:cs typeface="Times New Roman"/>
              </a:rPr>
              <a:t> </a:t>
            </a:r>
            <a:r>
              <a:rPr sz="1400" spc="40" dirty="0">
                <a:latin typeface="Times New Roman"/>
                <a:cs typeface="Times New Roman"/>
              </a:rPr>
              <a:t>of</a:t>
            </a:r>
            <a:r>
              <a:rPr sz="1400" spc="-55" dirty="0">
                <a:latin typeface="Times New Roman"/>
                <a:cs typeface="Times New Roman"/>
              </a:rPr>
              <a:t> </a:t>
            </a:r>
            <a:r>
              <a:rPr sz="1400" spc="35" dirty="0">
                <a:latin typeface="Times New Roman"/>
                <a:cs typeface="Times New Roman"/>
              </a:rPr>
              <a:t>partial</a:t>
            </a:r>
            <a:r>
              <a:rPr sz="1400" spc="-35" dirty="0">
                <a:latin typeface="Times New Roman"/>
                <a:cs typeface="Times New Roman"/>
              </a:rPr>
              <a:t> </a:t>
            </a:r>
            <a:r>
              <a:rPr sz="1400" spc="20" dirty="0">
                <a:latin typeface="Times New Roman"/>
                <a:cs typeface="Times New Roman"/>
              </a:rPr>
              <a:t>success,</a:t>
            </a:r>
            <a:r>
              <a:rPr sz="1400" spc="-40" dirty="0">
                <a:latin typeface="Times New Roman"/>
                <a:cs typeface="Times New Roman"/>
              </a:rPr>
              <a:t> </a:t>
            </a:r>
            <a:r>
              <a:rPr sz="1400" spc="55" dirty="0">
                <a:latin typeface="Times New Roman"/>
                <a:cs typeface="Times New Roman"/>
              </a:rPr>
              <a:t>which</a:t>
            </a:r>
            <a:r>
              <a:rPr sz="1400" spc="-30" dirty="0">
                <a:latin typeface="Times New Roman"/>
                <a:cs typeface="Times New Roman"/>
              </a:rPr>
              <a:t> </a:t>
            </a:r>
            <a:r>
              <a:rPr sz="1400" spc="5" dirty="0">
                <a:latin typeface="Times New Roman"/>
                <a:cs typeface="Times New Roman"/>
              </a:rPr>
              <a:t>is</a:t>
            </a:r>
            <a:r>
              <a:rPr sz="1400" spc="-50" dirty="0">
                <a:latin typeface="Times New Roman"/>
                <a:cs typeface="Times New Roman"/>
              </a:rPr>
              <a:t> </a:t>
            </a:r>
            <a:r>
              <a:rPr sz="1400" spc="90" dirty="0">
                <a:latin typeface="Times New Roman"/>
                <a:cs typeface="Times New Roman"/>
              </a:rPr>
              <a:t>not</a:t>
            </a:r>
            <a:r>
              <a:rPr sz="1400" spc="-60" dirty="0">
                <a:latin typeface="Times New Roman"/>
                <a:cs typeface="Times New Roman"/>
              </a:rPr>
              <a:t> </a:t>
            </a:r>
            <a:r>
              <a:rPr sz="1400" spc="20" dirty="0">
                <a:latin typeface="Times New Roman"/>
                <a:cs typeface="Times New Roman"/>
              </a:rPr>
              <a:t>a</a:t>
            </a:r>
            <a:r>
              <a:rPr sz="1400" spc="-50" dirty="0">
                <a:latin typeface="Times New Roman"/>
                <a:cs typeface="Times New Roman"/>
              </a:rPr>
              <a:t> </a:t>
            </a:r>
            <a:r>
              <a:rPr sz="1400" spc="40" dirty="0">
                <a:latin typeface="Times New Roman"/>
                <a:cs typeface="Times New Roman"/>
              </a:rPr>
              <a:t>desired</a:t>
            </a:r>
            <a:r>
              <a:rPr sz="1400" spc="-55" dirty="0">
                <a:latin typeface="Times New Roman"/>
                <a:cs typeface="Times New Roman"/>
              </a:rPr>
              <a:t> </a:t>
            </a:r>
            <a:r>
              <a:rPr sz="1400" spc="40" dirty="0">
                <a:latin typeface="Times New Roman"/>
                <a:cs typeface="Times New Roman"/>
              </a:rPr>
              <a:t>result.</a:t>
            </a:r>
            <a:endParaRPr sz="1400">
              <a:latin typeface="Times New Roman"/>
              <a:cs typeface="Times New Roman"/>
            </a:endParaRPr>
          </a:p>
          <a:p>
            <a:pPr>
              <a:lnSpc>
                <a:spcPct val="100000"/>
              </a:lnSpc>
            </a:pPr>
            <a:endParaRPr sz="2000">
              <a:latin typeface="Times New Roman"/>
              <a:cs typeface="Times New Roman"/>
            </a:endParaRPr>
          </a:p>
          <a:p>
            <a:pPr marL="572770">
              <a:lnSpc>
                <a:spcPct val="100000"/>
              </a:lnSpc>
              <a:spcBef>
                <a:spcPts val="1445"/>
              </a:spcBef>
            </a:pPr>
            <a:r>
              <a:rPr sz="1400" spc="65" dirty="0">
                <a:latin typeface="Times New Roman"/>
                <a:cs typeface="Times New Roman"/>
              </a:rPr>
              <a:t>This</a:t>
            </a:r>
            <a:r>
              <a:rPr sz="1400" spc="-45" dirty="0">
                <a:latin typeface="Times New Roman"/>
                <a:cs typeface="Times New Roman"/>
              </a:rPr>
              <a:t> </a:t>
            </a:r>
            <a:r>
              <a:rPr sz="1400" spc="20" dirty="0">
                <a:latin typeface="Times New Roman"/>
                <a:cs typeface="Times New Roman"/>
              </a:rPr>
              <a:t>also</a:t>
            </a:r>
            <a:r>
              <a:rPr sz="1400" spc="-50" dirty="0">
                <a:latin typeface="Times New Roman"/>
                <a:cs typeface="Times New Roman"/>
              </a:rPr>
              <a:t> </a:t>
            </a:r>
            <a:r>
              <a:rPr sz="1400" spc="40" dirty="0">
                <a:latin typeface="Times New Roman"/>
                <a:cs typeface="Times New Roman"/>
              </a:rPr>
              <a:t>led</a:t>
            </a:r>
            <a:r>
              <a:rPr sz="1400" spc="-60" dirty="0">
                <a:latin typeface="Times New Roman"/>
                <a:cs typeface="Times New Roman"/>
              </a:rPr>
              <a:t> </a:t>
            </a:r>
            <a:r>
              <a:rPr sz="1400" spc="75" dirty="0">
                <a:latin typeface="Times New Roman"/>
                <a:cs typeface="Times New Roman"/>
              </a:rPr>
              <a:t>to</a:t>
            </a:r>
            <a:r>
              <a:rPr sz="1400" spc="-50" dirty="0">
                <a:latin typeface="Times New Roman"/>
                <a:cs typeface="Times New Roman"/>
              </a:rPr>
              <a:t> </a:t>
            </a:r>
            <a:r>
              <a:rPr sz="1400" spc="40" dirty="0">
                <a:latin typeface="Times New Roman"/>
                <a:cs typeface="Times New Roman"/>
              </a:rPr>
              <a:t>inconsistencies</a:t>
            </a:r>
            <a:r>
              <a:rPr sz="1400" spc="-55" dirty="0">
                <a:latin typeface="Times New Roman"/>
                <a:cs typeface="Times New Roman"/>
              </a:rPr>
              <a:t> </a:t>
            </a:r>
            <a:r>
              <a:rPr sz="1400" spc="65" dirty="0">
                <a:latin typeface="Times New Roman"/>
                <a:cs typeface="Times New Roman"/>
              </a:rPr>
              <a:t>in</a:t>
            </a:r>
            <a:r>
              <a:rPr sz="1400" spc="-50" dirty="0">
                <a:latin typeface="Times New Roman"/>
                <a:cs typeface="Times New Roman"/>
              </a:rPr>
              <a:t> </a:t>
            </a:r>
            <a:r>
              <a:rPr sz="1400" spc="80" dirty="0">
                <a:latin typeface="Times New Roman"/>
                <a:cs typeface="Times New Roman"/>
              </a:rPr>
              <a:t>the</a:t>
            </a:r>
            <a:r>
              <a:rPr sz="1400" spc="-45" dirty="0">
                <a:latin typeface="Times New Roman"/>
                <a:cs typeface="Times New Roman"/>
              </a:rPr>
              <a:t> </a:t>
            </a:r>
            <a:r>
              <a:rPr sz="1400" spc="30" dirty="0">
                <a:latin typeface="Times New Roman"/>
                <a:cs typeface="Times New Roman"/>
              </a:rPr>
              <a:t>tables</a:t>
            </a:r>
            <a:r>
              <a:rPr sz="1400" spc="-55" dirty="0">
                <a:latin typeface="Times New Roman"/>
                <a:cs typeface="Times New Roman"/>
              </a:rPr>
              <a:t> </a:t>
            </a:r>
            <a:r>
              <a:rPr sz="1400" spc="75" dirty="0">
                <a:latin typeface="Times New Roman"/>
                <a:cs typeface="Times New Roman"/>
              </a:rPr>
              <a:t>and</a:t>
            </a:r>
            <a:r>
              <a:rPr sz="1400" spc="-55" dirty="0">
                <a:latin typeface="Times New Roman"/>
                <a:cs typeface="Times New Roman"/>
              </a:rPr>
              <a:t> </a:t>
            </a:r>
            <a:r>
              <a:rPr sz="1400" spc="30" dirty="0">
                <a:latin typeface="Times New Roman"/>
                <a:cs typeface="Times New Roman"/>
              </a:rPr>
              <a:t>databases.</a:t>
            </a:r>
            <a:endParaRPr sz="1400">
              <a:latin typeface="Times New Roman"/>
              <a:cs typeface="Times New Roman"/>
            </a:endParaRPr>
          </a:p>
          <a:p>
            <a:pPr>
              <a:lnSpc>
                <a:spcPct val="100000"/>
              </a:lnSpc>
            </a:pPr>
            <a:endParaRPr sz="2000">
              <a:latin typeface="Times New Roman"/>
              <a:cs typeface="Times New Roman"/>
            </a:endParaRPr>
          </a:p>
          <a:p>
            <a:pPr marL="441325" marR="248920">
              <a:lnSpc>
                <a:spcPts val="1510"/>
              </a:lnSpc>
              <a:spcBef>
                <a:spcPts val="1655"/>
              </a:spcBef>
            </a:pPr>
            <a:r>
              <a:rPr sz="1400" spc="45" dirty="0">
                <a:latin typeface="Times New Roman"/>
                <a:cs typeface="Times New Roman"/>
              </a:rPr>
              <a:t>Users</a:t>
            </a:r>
            <a:r>
              <a:rPr sz="1400" spc="-55" dirty="0">
                <a:latin typeface="Times New Roman"/>
                <a:cs typeface="Times New Roman"/>
              </a:rPr>
              <a:t> </a:t>
            </a:r>
            <a:r>
              <a:rPr sz="1400" spc="45" dirty="0">
                <a:latin typeface="Times New Roman"/>
                <a:cs typeface="Times New Roman"/>
              </a:rPr>
              <a:t>can</a:t>
            </a:r>
            <a:r>
              <a:rPr sz="1400" spc="-40" dirty="0">
                <a:latin typeface="Times New Roman"/>
                <a:cs typeface="Times New Roman"/>
              </a:rPr>
              <a:t> </a:t>
            </a:r>
            <a:r>
              <a:rPr sz="1400" spc="65" dirty="0">
                <a:latin typeface="Times New Roman"/>
                <a:cs typeface="Times New Roman"/>
              </a:rPr>
              <a:t>add</a:t>
            </a:r>
            <a:r>
              <a:rPr sz="1400" spc="-55" dirty="0">
                <a:latin typeface="Times New Roman"/>
                <a:cs typeface="Times New Roman"/>
              </a:rPr>
              <a:t> </a:t>
            </a:r>
            <a:r>
              <a:rPr sz="1400" spc="50" dirty="0">
                <a:latin typeface="Times New Roman"/>
                <a:cs typeface="Times New Roman"/>
              </a:rPr>
              <a:t>error-handling</a:t>
            </a:r>
            <a:r>
              <a:rPr sz="1400" spc="-40" dirty="0">
                <a:latin typeface="Times New Roman"/>
                <a:cs typeface="Times New Roman"/>
              </a:rPr>
              <a:t> </a:t>
            </a:r>
            <a:r>
              <a:rPr sz="1400" spc="45" dirty="0">
                <a:latin typeface="Times New Roman"/>
                <a:cs typeface="Times New Roman"/>
              </a:rPr>
              <a:t>code</a:t>
            </a:r>
            <a:r>
              <a:rPr sz="1400" spc="-50" dirty="0">
                <a:latin typeface="Times New Roman"/>
                <a:cs typeface="Times New Roman"/>
              </a:rPr>
              <a:t> </a:t>
            </a:r>
            <a:r>
              <a:rPr sz="1400" spc="75" dirty="0">
                <a:latin typeface="Times New Roman"/>
                <a:cs typeface="Times New Roman"/>
              </a:rPr>
              <a:t>to</a:t>
            </a:r>
            <a:r>
              <a:rPr sz="1400" spc="-55" dirty="0">
                <a:latin typeface="Times New Roman"/>
                <a:cs typeface="Times New Roman"/>
              </a:rPr>
              <a:t> </a:t>
            </a:r>
            <a:r>
              <a:rPr sz="1400" spc="30" dirty="0">
                <a:latin typeface="Times New Roman"/>
                <a:cs typeface="Times New Roman"/>
              </a:rPr>
              <a:t>roll</a:t>
            </a:r>
            <a:r>
              <a:rPr sz="1400" spc="-50" dirty="0">
                <a:latin typeface="Times New Roman"/>
                <a:cs typeface="Times New Roman"/>
              </a:rPr>
              <a:t> </a:t>
            </a:r>
            <a:r>
              <a:rPr sz="1400" spc="35" dirty="0">
                <a:latin typeface="Times New Roman"/>
                <a:cs typeface="Times New Roman"/>
              </a:rPr>
              <a:t>back</a:t>
            </a:r>
            <a:r>
              <a:rPr sz="1400" spc="-45" dirty="0">
                <a:latin typeface="Times New Roman"/>
                <a:cs typeface="Times New Roman"/>
              </a:rPr>
              <a:t> </a:t>
            </a:r>
            <a:r>
              <a:rPr sz="1400" spc="80" dirty="0">
                <a:latin typeface="Times New Roman"/>
                <a:cs typeface="Times New Roman"/>
              </a:rPr>
              <a:t>the</a:t>
            </a:r>
            <a:r>
              <a:rPr sz="1400" spc="-50" dirty="0">
                <a:latin typeface="Times New Roman"/>
                <a:cs typeface="Times New Roman"/>
              </a:rPr>
              <a:t> </a:t>
            </a:r>
            <a:r>
              <a:rPr sz="1400" spc="55" dirty="0">
                <a:latin typeface="Times New Roman"/>
                <a:cs typeface="Times New Roman"/>
              </a:rPr>
              <a:t>transaction</a:t>
            </a:r>
            <a:r>
              <a:rPr sz="1400" spc="-35" dirty="0">
                <a:latin typeface="Times New Roman"/>
                <a:cs typeface="Times New Roman"/>
              </a:rPr>
              <a:t> </a:t>
            </a:r>
            <a:r>
              <a:rPr sz="1400" spc="65" dirty="0">
                <a:latin typeface="Times New Roman"/>
                <a:cs typeface="Times New Roman"/>
              </a:rPr>
              <a:t>in</a:t>
            </a:r>
            <a:r>
              <a:rPr sz="1400" spc="-55" dirty="0">
                <a:latin typeface="Times New Roman"/>
                <a:cs typeface="Times New Roman"/>
              </a:rPr>
              <a:t> </a:t>
            </a:r>
            <a:r>
              <a:rPr sz="1400" spc="15" dirty="0">
                <a:latin typeface="Times New Roman"/>
                <a:cs typeface="Times New Roman"/>
              </a:rPr>
              <a:t>case</a:t>
            </a:r>
            <a:r>
              <a:rPr sz="1400" spc="-45" dirty="0">
                <a:latin typeface="Times New Roman"/>
                <a:cs typeface="Times New Roman"/>
              </a:rPr>
              <a:t> </a:t>
            </a:r>
            <a:r>
              <a:rPr sz="1400" spc="40" dirty="0">
                <a:latin typeface="Times New Roman"/>
                <a:cs typeface="Times New Roman"/>
              </a:rPr>
              <a:t>of  </a:t>
            </a:r>
            <a:r>
              <a:rPr sz="1400" spc="35" dirty="0">
                <a:latin typeface="Times New Roman"/>
                <a:cs typeface="Times New Roman"/>
              </a:rPr>
              <a:t>errors.</a:t>
            </a:r>
            <a:endParaRPr sz="1400">
              <a:latin typeface="Times New Roman"/>
              <a:cs typeface="Times New Roman"/>
            </a:endParaRPr>
          </a:p>
          <a:p>
            <a:pPr>
              <a:lnSpc>
                <a:spcPct val="100000"/>
              </a:lnSpc>
              <a:spcBef>
                <a:spcPts val="20"/>
              </a:spcBef>
            </a:pPr>
            <a:endParaRPr sz="2700">
              <a:latin typeface="Times New Roman"/>
              <a:cs typeface="Times New Roman"/>
            </a:endParaRPr>
          </a:p>
          <a:p>
            <a:pPr marL="12700" marR="5080">
              <a:lnSpc>
                <a:spcPts val="1580"/>
              </a:lnSpc>
            </a:pPr>
            <a:r>
              <a:rPr sz="1400" spc="90" dirty="0">
                <a:latin typeface="Times New Roman"/>
                <a:cs typeface="Times New Roman"/>
              </a:rPr>
              <a:t>The</a:t>
            </a:r>
            <a:r>
              <a:rPr sz="1400" spc="-50" dirty="0">
                <a:latin typeface="Times New Roman"/>
                <a:cs typeface="Times New Roman"/>
              </a:rPr>
              <a:t> </a:t>
            </a:r>
            <a:r>
              <a:rPr sz="1400" spc="50" dirty="0">
                <a:latin typeface="Times New Roman"/>
                <a:cs typeface="Times New Roman"/>
              </a:rPr>
              <a:t>error-handling</a:t>
            </a:r>
            <a:r>
              <a:rPr sz="1400" spc="-35" dirty="0">
                <a:latin typeface="Times New Roman"/>
                <a:cs typeface="Times New Roman"/>
              </a:rPr>
              <a:t> </a:t>
            </a:r>
            <a:r>
              <a:rPr sz="1400" spc="45" dirty="0">
                <a:latin typeface="Times New Roman"/>
                <a:cs typeface="Times New Roman"/>
              </a:rPr>
              <a:t>code</a:t>
            </a:r>
            <a:r>
              <a:rPr sz="1400" spc="-45" dirty="0">
                <a:latin typeface="Times New Roman"/>
                <a:cs typeface="Times New Roman"/>
              </a:rPr>
              <a:t> </a:t>
            </a:r>
            <a:r>
              <a:rPr sz="1400" spc="10" dirty="0">
                <a:latin typeface="Times New Roman"/>
                <a:cs typeface="Times New Roman"/>
              </a:rPr>
              <a:t>will</a:t>
            </a:r>
            <a:r>
              <a:rPr sz="1400" spc="-45" dirty="0">
                <a:latin typeface="Times New Roman"/>
                <a:cs typeface="Times New Roman"/>
              </a:rPr>
              <a:t> </a:t>
            </a:r>
            <a:r>
              <a:rPr sz="1400" spc="95" dirty="0">
                <a:latin typeface="Times New Roman"/>
                <a:cs typeface="Times New Roman"/>
              </a:rPr>
              <a:t>undo</a:t>
            </a:r>
            <a:r>
              <a:rPr sz="1400" spc="-50" dirty="0">
                <a:latin typeface="Times New Roman"/>
                <a:cs typeface="Times New Roman"/>
              </a:rPr>
              <a:t> </a:t>
            </a:r>
            <a:r>
              <a:rPr sz="1400" spc="80" dirty="0">
                <a:latin typeface="Times New Roman"/>
                <a:cs typeface="Times New Roman"/>
              </a:rPr>
              <a:t>the</a:t>
            </a:r>
            <a:r>
              <a:rPr sz="1400" spc="-55" dirty="0">
                <a:latin typeface="Times New Roman"/>
                <a:cs typeface="Times New Roman"/>
              </a:rPr>
              <a:t> </a:t>
            </a:r>
            <a:r>
              <a:rPr sz="1400" spc="35" dirty="0">
                <a:latin typeface="Times New Roman"/>
                <a:cs typeface="Times New Roman"/>
              </a:rPr>
              <a:t>partial</a:t>
            </a:r>
            <a:r>
              <a:rPr sz="1400" spc="-35" dirty="0">
                <a:latin typeface="Times New Roman"/>
                <a:cs typeface="Times New Roman"/>
              </a:rPr>
              <a:t> </a:t>
            </a:r>
            <a:r>
              <a:rPr sz="1400" spc="40" dirty="0">
                <a:latin typeface="Times New Roman"/>
                <a:cs typeface="Times New Roman"/>
              </a:rPr>
              <a:t>changes</a:t>
            </a:r>
            <a:r>
              <a:rPr sz="1400" spc="-35" dirty="0">
                <a:latin typeface="Times New Roman"/>
                <a:cs typeface="Times New Roman"/>
              </a:rPr>
              <a:t> </a:t>
            </a:r>
            <a:r>
              <a:rPr sz="1400" spc="80" dirty="0">
                <a:latin typeface="Times New Roman"/>
                <a:cs typeface="Times New Roman"/>
              </a:rPr>
              <a:t>that</a:t>
            </a:r>
            <a:r>
              <a:rPr sz="1400" spc="-40" dirty="0">
                <a:latin typeface="Times New Roman"/>
                <a:cs typeface="Times New Roman"/>
              </a:rPr>
              <a:t> </a:t>
            </a:r>
            <a:r>
              <a:rPr sz="1400" spc="35" dirty="0">
                <a:latin typeface="Times New Roman"/>
                <a:cs typeface="Times New Roman"/>
              </a:rPr>
              <a:t>were</a:t>
            </a:r>
            <a:r>
              <a:rPr sz="1400" spc="-50" dirty="0">
                <a:latin typeface="Times New Roman"/>
                <a:cs typeface="Times New Roman"/>
              </a:rPr>
              <a:t> </a:t>
            </a:r>
            <a:r>
              <a:rPr sz="1400" spc="50" dirty="0">
                <a:latin typeface="Times New Roman"/>
                <a:cs typeface="Times New Roman"/>
              </a:rPr>
              <a:t>made</a:t>
            </a:r>
            <a:r>
              <a:rPr sz="1400" spc="-50" dirty="0">
                <a:latin typeface="Times New Roman"/>
                <a:cs typeface="Times New Roman"/>
              </a:rPr>
              <a:t> </a:t>
            </a:r>
            <a:r>
              <a:rPr sz="1400" spc="40" dirty="0">
                <a:latin typeface="Times New Roman"/>
                <a:cs typeface="Times New Roman"/>
              </a:rPr>
              <a:t>before</a:t>
            </a:r>
            <a:r>
              <a:rPr sz="1400" spc="-45" dirty="0">
                <a:latin typeface="Times New Roman"/>
                <a:cs typeface="Times New Roman"/>
              </a:rPr>
              <a:t> </a:t>
            </a:r>
            <a:r>
              <a:rPr sz="1400" spc="80" dirty="0">
                <a:latin typeface="Times New Roman"/>
                <a:cs typeface="Times New Roman"/>
              </a:rPr>
              <a:t>the  </a:t>
            </a:r>
            <a:r>
              <a:rPr sz="1400" spc="50" dirty="0">
                <a:latin typeface="Times New Roman"/>
                <a:cs typeface="Times New Roman"/>
              </a:rPr>
              <a:t>error </a:t>
            </a:r>
            <a:r>
              <a:rPr sz="1400" spc="75" dirty="0">
                <a:latin typeface="Times New Roman"/>
                <a:cs typeface="Times New Roman"/>
              </a:rPr>
              <a:t>had</a:t>
            </a:r>
            <a:r>
              <a:rPr sz="1400" spc="-150" dirty="0">
                <a:latin typeface="Times New Roman"/>
                <a:cs typeface="Times New Roman"/>
              </a:rPr>
              <a:t> </a:t>
            </a:r>
            <a:r>
              <a:rPr sz="1400" spc="45" dirty="0">
                <a:latin typeface="Times New Roman"/>
                <a:cs typeface="Times New Roman"/>
              </a:rPr>
              <a:t>occurred.</a:t>
            </a:r>
            <a:endParaRPr sz="1400">
              <a:latin typeface="Times New Roman"/>
              <a:cs typeface="Times New Roman"/>
            </a:endParaRPr>
          </a:p>
        </p:txBody>
      </p:sp>
      <p:grpSp>
        <p:nvGrpSpPr>
          <p:cNvPr id="25" name="object 25"/>
          <p:cNvGrpSpPr/>
          <p:nvPr/>
        </p:nvGrpSpPr>
        <p:grpSpPr>
          <a:xfrm>
            <a:off x="1309116" y="4773167"/>
            <a:ext cx="773430" cy="681355"/>
            <a:chOff x="1309116" y="4773167"/>
            <a:chExt cx="773430" cy="681355"/>
          </a:xfrm>
        </p:grpSpPr>
        <p:sp>
          <p:nvSpPr>
            <p:cNvPr id="26" name="object 26"/>
            <p:cNvSpPr/>
            <p:nvPr/>
          </p:nvSpPr>
          <p:spPr>
            <a:xfrm>
              <a:off x="1321689" y="4785740"/>
              <a:ext cx="748665" cy="656590"/>
            </a:xfrm>
            <a:custGeom>
              <a:avLst/>
              <a:gdLst/>
              <a:ahLst/>
              <a:cxnLst/>
              <a:rect l="l" t="t" r="r" b="b"/>
              <a:pathLst>
                <a:path w="748664" h="656589">
                  <a:moveTo>
                    <a:pt x="374142" y="0"/>
                  </a:moveTo>
                  <a:lnTo>
                    <a:pt x="323373" y="2993"/>
                  </a:lnTo>
                  <a:lnTo>
                    <a:pt x="274681" y="11713"/>
                  </a:lnTo>
                  <a:lnTo>
                    <a:pt x="228510" y="25771"/>
                  </a:lnTo>
                  <a:lnTo>
                    <a:pt x="185307" y="44774"/>
                  </a:lnTo>
                  <a:lnTo>
                    <a:pt x="145516" y="68334"/>
                  </a:lnTo>
                  <a:lnTo>
                    <a:pt x="109585" y="96059"/>
                  </a:lnTo>
                  <a:lnTo>
                    <a:pt x="77958" y="127560"/>
                  </a:lnTo>
                  <a:lnTo>
                    <a:pt x="51082" y="162447"/>
                  </a:lnTo>
                  <a:lnTo>
                    <a:pt x="29402" y="200328"/>
                  </a:lnTo>
                  <a:lnTo>
                    <a:pt x="13364" y="240814"/>
                  </a:lnTo>
                  <a:lnTo>
                    <a:pt x="3415" y="283515"/>
                  </a:lnTo>
                  <a:lnTo>
                    <a:pt x="0" y="328041"/>
                  </a:lnTo>
                  <a:lnTo>
                    <a:pt x="3415" y="372566"/>
                  </a:lnTo>
                  <a:lnTo>
                    <a:pt x="13364" y="415267"/>
                  </a:lnTo>
                  <a:lnTo>
                    <a:pt x="29402" y="455753"/>
                  </a:lnTo>
                  <a:lnTo>
                    <a:pt x="51082" y="493634"/>
                  </a:lnTo>
                  <a:lnTo>
                    <a:pt x="77958" y="528521"/>
                  </a:lnTo>
                  <a:lnTo>
                    <a:pt x="109585" y="560022"/>
                  </a:lnTo>
                  <a:lnTo>
                    <a:pt x="145516" y="587747"/>
                  </a:lnTo>
                  <a:lnTo>
                    <a:pt x="185307" y="611307"/>
                  </a:lnTo>
                  <a:lnTo>
                    <a:pt x="228510" y="630310"/>
                  </a:lnTo>
                  <a:lnTo>
                    <a:pt x="274681" y="644368"/>
                  </a:lnTo>
                  <a:lnTo>
                    <a:pt x="323373" y="653088"/>
                  </a:lnTo>
                  <a:lnTo>
                    <a:pt x="374142" y="656082"/>
                  </a:lnTo>
                  <a:lnTo>
                    <a:pt x="424910" y="653088"/>
                  </a:lnTo>
                  <a:lnTo>
                    <a:pt x="473602" y="644368"/>
                  </a:lnTo>
                  <a:lnTo>
                    <a:pt x="519773" y="630310"/>
                  </a:lnTo>
                  <a:lnTo>
                    <a:pt x="562976" y="611307"/>
                  </a:lnTo>
                  <a:lnTo>
                    <a:pt x="602767" y="587747"/>
                  </a:lnTo>
                  <a:lnTo>
                    <a:pt x="638698" y="560022"/>
                  </a:lnTo>
                  <a:lnTo>
                    <a:pt x="670325" y="528521"/>
                  </a:lnTo>
                  <a:lnTo>
                    <a:pt x="697201" y="493634"/>
                  </a:lnTo>
                  <a:lnTo>
                    <a:pt x="718881" y="455753"/>
                  </a:lnTo>
                  <a:lnTo>
                    <a:pt x="734919" y="415267"/>
                  </a:lnTo>
                  <a:lnTo>
                    <a:pt x="744868" y="372566"/>
                  </a:lnTo>
                  <a:lnTo>
                    <a:pt x="748284" y="328041"/>
                  </a:lnTo>
                  <a:lnTo>
                    <a:pt x="744868" y="283515"/>
                  </a:lnTo>
                  <a:lnTo>
                    <a:pt x="734919" y="240814"/>
                  </a:lnTo>
                  <a:lnTo>
                    <a:pt x="718881" y="200328"/>
                  </a:lnTo>
                  <a:lnTo>
                    <a:pt x="697201" y="162447"/>
                  </a:lnTo>
                  <a:lnTo>
                    <a:pt x="670325" y="127560"/>
                  </a:lnTo>
                  <a:lnTo>
                    <a:pt x="638698" y="96059"/>
                  </a:lnTo>
                  <a:lnTo>
                    <a:pt x="602767" y="68334"/>
                  </a:lnTo>
                  <a:lnTo>
                    <a:pt x="562976" y="44774"/>
                  </a:lnTo>
                  <a:lnTo>
                    <a:pt x="519773" y="25771"/>
                  </a:lnTo>
                  <a:lnTo>
                    <a:pt x="473602" y="11713"/>
                  </a:lnTo>
                  <a:lnTo>
                    <a:pt x="424910" y="2993"/>
                  </a:lnTo>
                  <a:lnTo>
                    <a:pt x="374142" y="0"/>
                  </a:lnTo>
                  <a:close/>
                </a:path>
              </a:pathLst>
            </a:custGeom>
            <a:solidFill>
              <a:srgbClr val="FFFFFF"/>
            </a:solidFill>
          </p:spPr>
          <p:txBody>
            <a:bodyPr wrap="square" lIns="0" tIns="0" rIns="0" bIns="0" rtlCol="0"/>
            <a:lstStyle/>
            <a:p>
              <a:endParaRPr/>
            </a:p>
          </p:txBody>
        </p:sp>
        <p:sp>
          <p:nvSpPr>
            <p:cNvPr id="27" name="object 27"/>
            <p:cNvSpPr/>
            <p:nvPr/>
          </p:nvSpPr>
          <p:spPr>
            <a:xfrm>
              <a:off x="1321689" y="4785740"/>
              <a:ext cx="748665" cy="656590"/>
            </a:xfrm>
            <a:custGeom>
              <a:avLst/>
              <a:gdLst/>
              <a:ahLst/>
              <a:cxnLst/>
              <a:rect l="l" t="t" r="r" b="b"/>
              <a:pathLst>
                <a:path w="748664" h="656589">
                  <a:moveTo>
                    <a:pt x="0" y="328041"/>
                  </a:moveTo>
                  <a:lnTo>
                    <a:pt x="3415" y="283515"/>
                  </a:lnTo>
                  <a:lnTo>
                    <a:pt x="13364" y="240814"/>
                  </a:lnTo>
                  <a:lnTo>
                    <a:pt x="29402" y="200328"/>
                  </a:lnTo>
                  <a:lnTo>
                    <a:pt x="51082" y="162447"/>
                  </a:lnTo>
                  <a:lnTo>
                    <a:pt x="77958" y="127560"/>
                  </a:lnTo>
                  <a:lnTo>
                    <a:pt x="109585" y="96059"/>
                  </a:lnTo>
                  <a:lnTo>
                    <a:pt x="145516" y="68334"/>
                  </a:lnTo>
                  <a:lnTo>
                    <a:pt x="185307" y="44774"/>
                  </a:lnTo>
                  <a:lnTo>
                    <a:pt x="228510" y="25771"/>
                  </a:lnTo>
                  <a:lnTo>
                    <a:pt x="274681" y="11713"/>
                  </a:lnTo>
                  <a:lnTo>
                    <a:pt x="323373" y="2993"/>
                  </a:lnTo>
                  <a:lnTo>
                    <a:pt x="374142" y="0"/>
                  </a:lnTo>
                  <a:lnTo>
                    <a:pt x="424910" y="2993"/>
                  </a:lnTo>
                  <a:lnTo>
                    <a:pt x="473602" y="11713"/>
                  </a:lnTo>
                  <a:lnTo>
                    <a:pt x="519773" y="25771"/>
                  </a:lnTo>
                  <a:lnTo>
                    <a:pt x="562976" y="44774"/>
                  </a:lnTo>
                  <a:lnTo>
                    <a:pt x="602767" y="68334"/>
                  </a:lnTo>
                  <a:lnTo>
                    <a:pt x="638698" y="96059"/>
                  </a:lnTo>
                  <a:lnTo>
                    <a:pt x="670325" y="127560"/>
                  </a:lnTo>
                  <a:lnTo>
                    <a:pt x="697201" y="162447"/>
                  </a:lnTo>
                  <a:lnTo>
                    <a:pt x="718881" y="200328"/>
                  </a:lnTo>
                  <a:lnTo>
                    <a:pt x="734919" y="240814"/>
                  </a:lnTo>
                  <a:lnTo>
                    <a:pt x="744868" y="283515"/>
                  </a:lnTo>
                  <a:lnTo>
                    <a:pt x="748284" y="328041"/>
                  </a:lnTo>
                  <a:lnTo>
                    <a:pt x="744868" y="372566"/>
                  </a:lnTo>
                  <a:lnTo>
                    <a:pt x="734919" y="415267"/>
                  </a:lnTo>
                  <a:lnTo>
                    <a:pt x="718881" y="455753"/>
                  </a:lnTo>
                  <a:lnTo>
                    <a:pt x="697201" y="493634"/>
                  </a:lnTo>
                  <a:lnTo>
                    <a:pt x="670325" y="528521"/>
                  </a:lnTo>
                  <a:lnTo>
                    <a:pt x="638698" y="560022"/>
                  </a:lnTo>
                  <a:lnTo>
                    <a:pt x="602767" y="587747"/>
                  </a:lnTo>
                  <a:lnTo>
                    <a:pt x="562976" y="611307"/>
                  </a:lnTo>
                  <a:lnTo>
                    <a:pt x="519773" y="630310"/>
                  </a:lnTo>
                  <a:lnTo>
                    <a:pt x="473602" y="644368"/>
                  </a:lnTo>
                  <a:lnTo>
                    <a:pt x="424910" y="653088"/>
                  </a:lnTo>
                  <a:lnTo>
                    <a:pt x="374142" y="656082"/>
                  </a:lnTo>
                  <a:lnTo>
                    <a:pt x="323373" y="653088"/>
                  </a:lnTo>
                  <a:lnTo>
                    <a:pt x="274681" y="644368"/>
                  </a:lnTo>
                  <a:lnTo>
                    <a:pt x="228510" y="630310"/>
                  </a:lnTo>
                  <a:lnTo>
                    <a:pt x="185307" y="611307"/>
                  </a:lnTo>
                  <a:lnTo>
                    <a:pt x="145516" y="587747"/>
                  </a:lnTo>
                  <a:lnTo>
                    <a:pt x="109585" y="560022"/>
                  </a:lnTo>
                  <a:lnTo>
                    <a:pt x="77958" y="528521"/>
                  </a:lnTo>
                  <a:lnTo>
                    <a:pt x="51082" y="493634"/>
                  </a:lnTo>
                  <a:lnTo>
                    <a:pt x="29402" y="455753"/>
                  </a:lnTo>
                  <a:lnTo>
                    <a:pt x="13364" y="415267"/>
                  </a:lnTo>
                  <a:lnTo>
                    <a:pt x="3415" y="372566"/>
                  </a:lnTo>
                  <a:lnTo>
                    <a:pt x="0" y="328041"/>
                  </a:lnTo>
                  <a:close/>
                </a:path>
              </a:pathLst>
            </a:custGeom>
            <a:ln w="25146">
              <a:solidFill>
                <a:srgbClr val="F79546"/>
              </a:solidFill>
            </a:ln>
          </p:spPr>
          <p:txBody>
            <a:bodyPr wrap="square" lIns="0" tIns="0" rIns="0" bIns="0" rtlCol="0"/>
            <a:lstStyle/>
            <a:p>
              <a:endParaRPr/>
            </a:p>
          </p:txBody>
        </p:sp>
      </p:grpSp>
      <p:sp>
        <p:nvSpPr>
          <p:cNvPr id="29" name="object 2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7</a:t>
            </a:fld>
            <a:endParaRPr sz="1200"/>
          </a:p>
        </p:txBody>
      </p:sp>
      <p:sp>
        <p:nvSpPr>
          <p:cNvPr id="30" name="object 3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7366"/>
            <a:ext cx="5577205" cy="635635"/>
          </a:xfrm>
          <a:prstGeom prst="rect">
            <a:avLst/>
          </a:prstGeom>
        </p:spPr>
        <p:txBody>
          <a:bodyPr vert="horz" wrap="square" lIns="0" tIns="12700" rIns="0" bIns="0" rtlCol="0">
            <a:spAutoFit/>
          </a:bodyPr>
          <a:lstStyle/>
          <a:p>
            <a:pPr marL="12700">
              <a:lnSpc>
                <a:spcPct val="100000"/>
              </a:lnSpc>
              <a:spcBef>
                <a:spcPts val="100"/>
              </a:spcBef>
            </a:pPr>
            <a:r>
              <a:rPr sz="4000" spc="185" dirty="0"/>
              <a:t>Controlling</a:t>
            </a:r>
            <a:r>
              <a:rPr sz="4000" spc="-229" dirty="0"/>
              <a:t> </a:t>
            </a:r>
            <a:r>
              <a:rPr sz="4000" spc="160" dirty="0"/>
              <a:t>Transactions</a:t>
            </a:r>
            <a:endParaRPr sz="4000"/>
          </a:p>
        </p:txBody>
      </p:sp>
      <p:sp>
        <p:nvSpPr>
          <p:cNvPr id="3" name="object 3"/>
          <p:cNvSpPr/>
          <p:nvPr/>
        </p:nvSpPr>
        <p:spPr>
          <a:xfrm>
            <a:off x="243078" y="1239011"/>
            <a:ext cx="8003540" cy="666750"/>
          </a:xfrm>
          <a:custGeom>
            <a:avLst/>
            <a:gdLst/>
            <a:ahLst/>
            <a:cxnLst/>
            <a:rect l="l" t="t" r="r" b="b"/>
            <a:pathLst>
              <a:path w="8003540" h="666750">
                <a:moveTo>
                  <a:pt x="8003286" y="111125"/>
                </a:moveTo>
                <a:lnTo>
                  <a:pt x="7994548" y="67894"/>
                </a:lnTo>
                <a:lnTo>
                  <a:pt x="7970723" y="32562"/>
                </a:lnTo>
                <a:lnTo>
                  <a:pt x="7935392" y="8737"/>
                </a:lnTo>
                <a:lnTo>
                  <a:pt x="7892161" y="0"/>
                </a:lnTo>
                <a:lnTo>
                  <a:pt x="111125" y="0"/>
                </a:lnTo>
                <a:lnTo>
                  <a:pt x="67868" y="8737"/>
                </a:lnTo>
                <a:lnTo>
                  <a:pt x="32550" y="32562"/>
                </a:lnTo>
                <a:lnTo>
                  <a:pt x="8724" y="67894"/>
                </a:lnTo>
                <a:lnTo>
                  <a:pt x="0" y="111125"/>
                </a:lnTo>
                <a:lnTo>
                  <a:pt x="0" y="555625"/>
                </a:lnTo>
                <a:lnTo>
                  <a:pt x="8724" y="598868"/>
                </a:lnTo>
                <a:lnTo>
                  <a:pt x="32550" y="634199"/>
                </a:lnTo>
                <a:lnTo>
                  <a:pt x="67868" y="658025"/>
                </a:lnTo>
                <a:lnTo>
                  <a:pt x="111125" y="666750"/>
                </a:lnTo>
                <a:lnTo>
                  <a:pt x="7892161" y="666750"/>
                </a:lnTo>
                <a:lnTo>
                  <a:pt x="7935392" y="658025"/>
                </a:lnTo>
                <a:lnTo>
                  <a:pt x="7970723" y="634199"/>
                </a:lnTo>
                <a:lnTo>
                  <a:pt x="7994548" y="598868"/>
                </a:lnTo>
                <a:lnTo>
                  <a:pt x="8003286" y="555625"/>
                </a:lnTo>
                <a:lnTo>
                  <a:pt x="8003286" y="111125"/>
                </a:lnTo>
                <a:close/>
              </a:path>
            </a:pathLst>
          </a:custGeom>
          <a:solidFill>
            <a:srgbClr val="4AACC5"/>
          </a:solidFill>
        </p:spPr>
        <p:txBody>
          <a:bodyPr wrap="square" lIns="0" tIns="0" rIns="0" bIns="0" rtlCol="0"/>
          <a:lstStyle/>
          <a:p>
            <a:endParaRPr/>
          </a:p>
        </p:txBody>
      </p:sp>
      <p:sp>
        <p:nvSpPr>
          <p:cNvPr id="4" name="object 4"/>
          <p:cNvSpPr txBox="1"/>
          <p:nvPr/>
        </p:nvSpPr>
        <p:spPr>
          <a:xfrm>
            <a:off x="666495" y="1217676"/>
            <a:ext cx="7155815" cy="605155"/>
          </a:xfrm>
          <a:prstGeom prst="rect">
            <a:avLst/>
          </a:prstGeom>
        </p:spPr>
        <p:txBody>
          <a:bodyPr vert="horz" wrap="square" lIns="0" tIns="12700" rIns="0" bIns="0" rtlCol="0">
            <a:spAutoFit/>
          </a:bodyPr>
          <a:lstStyle/>
          <a:p>
            <a:pPr marL="355600" indent="-342900">
              <a:lnSpc>
                <a:spcPts val="2280"/>
              </a:lnSpc>
              <a:spcBef>
                <a:spcPts val="100"/>
              </a:spcBef>
              <a:buFont typeface="Wingdings"/>
              <a:buChar char=""/>
              <a:tabLst>
                <a:tab pos="354965" algn="l"/>
                <a:tab pos="355600" algn="l"/>
                <a:tab pos="1962785" algn="l"/>
                <a:tab pos="2530475" algn="l"/>
                <a:tab pos="2973705" algn="l"/>
                <a:tab pos="4292600" algn="l"/>
                <a:tab pos="5367655" algn="l"/>
                <a:tab pos="6877684" algn="l"/>
              </a:tabLst>
            </a:pPr>
            <a:r>
              <a:rPr sz="2000" spc="85" dirty="0">
                <a:solidFill>
                  <a:srgbClr val="FFFFFF"/>
                </a:solidFill>
                <a:latin typeface="Times New Roman"/>
                <a:cs typeface="Times New Roman"/>
              </a:rPr>
              <a:t>Trans</a:t>
            </a:r>
            <a:r>
              <a:rPr sz="2000" spc="90" dirty="0">
                <a:solidFill>
                  <a:srgbClr val="FFFFFF"/>
                </a:solidFill>
                <a:latin typeface="Times New Roman"/>
                <a:cs typeface="Times New Roman"/>
              </a:rPr>
              <a:t>a</a:t>
            </a:r>
            <a:r>
              <a:rPr sz="2000" spc="70" dirty="0">
                <a:solidFill>
                  <a:srgbClr val="FFFFFF"/>
                </a:solidFill>
                <a:latin typeface="Times New Roman"/>
                <a:cs typeface="Times New Roman"/>
              </a:rPr>
              <a:t>ctions</a:t>
            </a:r>
            <a:r>
              <a:rPr sz="2000" dirty="0">
                <a:solidFill>
                  <a:srgbClr val="FFFFFF"/>
                </a:solidFill>
                <a:latin typeface="Times New Roman"/>
                <a:cs typeface="Times New Roman"/>
              </a:rPr>
              <a:t>	</a:t>
            </a:r>
            <a:r>
              <a:rPr sz="2000" spc="75" dirty="0">
                <a:solidFill>
                  <a:srgbClr val="FFFFFF"/>
                </a:solidFill>
                <a:latin typeface="Times New Roman"/>
                <a:cs typeface="Times New Roman"/>
              </a:rPr>
              <a:t>can</a:t>
            </a:r>
            <a:r>
              <a:rPr sz="2000" dirty="0">
                <a:solidFill>
                  <a:srgbClr val="FFFFFF"/>
                </a:solidFill>
                <a:latin typeface="Times New Roman"/>
                <a:cs typeface="Times New Roman"/>
              </a:rPr>
              <a:t>	</a:t>
            </a:r>
            <a:r>
              <a:rPr sz="2000" spc="65" dirty="0">
                <a:solidFill>
                  <a:srgbClr val="FFFFFF"/>
                </a:solidFill>
                <a:latin typeface="Times New Roman"/>
                <a:cs typeface="Times New Roman"/>
              </a:rPr>
              <a:t>be</a:t>
            </a:r>
            <a:r>
              <a:rPr sz="2000" dirty="0">
                <a:solidFill>
                  <a:srgbClr val="FFFFFF"/>
                </a:solidFill>
                <a:latin typeface="Times New Roman"/>
                <a:cs typeface="Times New Roman"/>
              </a:rPr>
              <a:t>	</a:t>
            </a:r>
            <a:r>
              <a:rPr sz="2000" spc="20" dirty="0">
                <a:solidFill>
                  <a:srgbClr val="FFFFFF"/>
                </a:solidFill>
                <a:latin typeface="Times New Roman"/>
                <a:cs typeface="Times New Roman"/>
              </a:rPr>
              <a:t>c</a:t>
            </a:r>
            <a:r>
              <a:rPr sz="2000" spc="90" dirty="0">
                <a:solidFill>
                  <a:srgbClr val="FFFFFF"/>
                </a:solidFill>
                <a:latin typeface="Times New Roman"/>
                <a:cs typeface="Times New Roman"/>
              </a:rPr>
              <a:t>o</a:t>
            </a:r>
            <a:r>
              <a:rPr sz="2000" spc="185" dirty="0">
                <a:solidFill>
                  <a:srgbClr val="FFFFFF"/>
                </a:solidFill>
                <a:latin typeface="Times New Roman"/>
                <a:cs typeface="Times New Roman"/>
              </a:rPr>
              <a:t>n</a:t>
            </a:r>
            <a:r>
              <a:rPr sz="2000" spc="105" dirty="0">
                <a:solidFill>
                  <a:srgbClr val="FFFFFF"/>
                </a:solidFill>
                <a:latin typeface="Times New Roman"/>
                <a:cs typeface="Times New Roman"/>
              </a:rPr>
              <a:t>tr</a:t>
            </a:r>
            <a:r>
              <a:rPr sz="2000" spc="90" dirty="0">
                <a:solidFill>
                  <a:srgbClr val="FFFFFF"/>
                </a:solidFill>
                <a:latin typeface="Times New Roman"/>
                <a:cs typeface="Times New Roman"/>
              </a:rPr>
              <a:t>o</a:t>
            </a:r>
            <a:r>
              <a:rPr sz="2000" spc="10" dirty="0">
                <a:solidFill>
                  <a:srgbClr val="FFFFFF"/>
                </a:solidFill>
                <a:latin typeface="Times New Roman"/>
                <a:cs typeface="Times New Roman"/>
              </a:rPr>
              <a:t>ll</a:t>
            </a:r>
            <a:r>
              <a:rPr sz="2000" spc="35" dirty="0">
                <a:solidFill>
                  <a:srgbClr val="FFFFFF"/>
                </a:solidFill>
                <a:latin typeface="Times New Roman"/>
                <a:cs typeface="Times New Roman"/>
              </a:rPr>
              <a:t>e</a:t>
            </a:r>
            <a:r>
              <a:rPr sz="2000" spc="130" dirty="0">
                <a:solidFill>
                  <a:srgbClr val="FFFFFF"/>
                </a:solidFill>
                <a:latin typeface="Times New Roman"/>
                <a:cs typeface="Times New Roman"/>
              </a:rPr>
              <a:t>d</a:t>
            </a:r>
            <a:r>
              <a:rPr sz="2000" dirty="0">
                <a:solidFill>
                  <a:srgbClr val="FFFFFF"/>
                </a:solidFill>
                <a:latin typeface="Times New Roman"/>
                <a:cs typeface="Times New Roman"/>
              </a:rPr>
              <a:t>	</a:t>
            </a:r>
            <a:r>
              <a:rPr sz="2000" spc="110" dirty="0">
                <a:solidFill>
                  <a:srgbClr val="FFFFFF"/>
                </a:solidFill>
                <a:latin typeface="Times New Roman"/>
                <a:cs typeface="Times New Roman"/>
              </a:rPr>
              <a:t>through</a:t>
            </a:r>
            <a:r>
              <a:rPr sz="2000" dirty="0">
                <a:solidFill>
                  <a:srgbClr val="FFFFFF"/>
                </a:solidFill>
                <a:latin typeface="Times New Roman"/>
                <a:cs typeface="Times New Roman"/>
              </a:rPr>
              <a:t>	</a:t>
            </a:r>
            <a:r>
              <a:rPr sz="2000" spc="80" dirty="0">
                <a:solidFill>
                  <a:srgbClr val="FFFFFF"/>
                </a:solidFill>
                <a:latin typeface="Times New Roman"/>
                <a:cs typeface="Times New Roman"/>
              </a:rPr>
              <a:t>ap</a:t>
            </a:r>
            <a:r>
              <a:rPr sz="2000" spc="90" dirty="0">
                <a:solidFill>
                  <a:srgbClr val="FFFFFF"/>
                </a:solidFill>
                <a:latin typeface="Times New Roman"/>
                <a:cs typeface="Times New Roman"/>
              </a:rPr>
              <a:t>p</a:t>
            </a:r>
            <a:r>
              <a:rPr sz="2000" spc="40" dirty="0">
                <a:solidFill>
                  <a:srgbClr val="FFFFFF"/>
                </a:solidFill>
                <a:latin typeface="Times New Roman"/>
                <a:cs typeface="Times New Roman"/>
              </a:rPr>
              <a:t>licatio</a:t>
            </a:r>
            <a:r>
              <a:rPr sz="2000" spc="90" dirty="0">
                <a:solidFill>
                  <a:srgbClr val="FFFFFF"/>
                </a:solidFill>
                <a:latin typeface="Times New Roman"/>
                <a:cs typeface="Times New Roman"/>
              </a:rPr>
              <a:t>ns</a:t>
            </a:r>
            <a:r>
              <a:rPr sz="2000" dirty="0">
                <a:solidFill>
                  <a:srgbClr val="FFFFFF"/>
                </a:solidFill>
                <a:latin typeface="Times New Roman"/>
                <a:cs typeface="Times New Roman"/>
              </a:rPr>
              <a:t>	</a:t>
            </a:r>
            <a:r>
              <a:rPr sz="2000" spc="40" dirty="0">
                <a:solidFill>
                  <a:srgbClr val="FFFFFF"/>
                </a:solidFill>
                <a:latin typeface="Times New Roman"/>
                <a:cs typeface="Times New Roman"/>
              </a:rPr>
              <a:t>by</a:t>
            </a:r>
            <a:endParaRPr sz="2000">
              <a:latin typeface="Times New Roman"/>
              <a:cs typeface="Times New Roman"/>
            </a:endParaRPr>
          </a:p>
          <a:p>
            <a:pPr marL="355600">
              <a:lnSpc>
                <a:spcPts val="2280"/>
              </a:lnSpc>
            </a:pPr>
            <a:r>
              <a:rPr sz="2000" spc="35" dirty="0">
                <a:solidFill>
                  <a:srgbClr val="FFFFFF"/>
                </a:solidFill>
                <a:latin typeface="Times New Roman"/>
                <a:cs typeface="Times New Roman"/>
              </a:rPr>
              <a:t>specifying</a:t>
            </a:r>
            <a:r>
              <a:rPr sz="2000" spc="-7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70" dirty="0">
                <a:solidFill>
                  <a:srgbClr val="FFFFFF"/>
                </a:solidFill>
                <a:latin typeface="Times New Roman"/>
                <a:cs typeface="Times New Roman"/>
              </a:rPr>
              <a:t>beginning</a:t>
            </a:r>
            <a:r>
              <a:rPr sz="2000" spc="-55" dirty="0">
                <a:solidFill>
                  <a:srgbClr val="FFFFFF"/>
                </a:solidFill>
                <a:latin typeface="Times New Roman"/>
                <a:cs typeface="Times New Roman"/>
              </a:rPr>
              <a:t> </a:t>
            </a:r>
            <a:r>
              <a:rPr sz="2000" spc="110" dirty="0">
                <a:solidFill>
                  <a:srgbClr val="FFFFFF"/>
                </a:solidFill>
                <a:latin typeface="Times New Roman"/>
                <a:cs typeface="Times New Roman"/>
              </a:rPr>
              <a:t>and</a:t>
            </a:r>
            <a:r>
              <a:rPr sz="2000" spc="-65" dirty="0">
                <a:solidFill>
                  <a:srgbClr val="FFFFFF"/>
                </a:solidFill>
                <a:latin typeface="Times New Roman"/>
                <a:cs typeface="Times New Roman"/>
              </a:rPr>
              <a:t> </a:t>
            </a:r>
            <a:r>
              <a:rPr sz="2000" spc="85" dirty="0">
                <a:solidFill>
                  <a:srgbClr val="FFFFFF"/>
                </a:solidFill>
                <a:latin typeface="Times New Roman"/>
                <a:cs typeface="Times New Roman"/>
              </a:rPr>
              <a:t>ending</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75" dirty="0">
                <a:solidFill>
                  <a:srgbClr val="FFFFFF"/>
                </a:solidFill>
                <a:latin typeface="Times New Roman"/>
                <a:cs typeface="Times New Roman"/>
              </a:rPr>
              <a:t>transaction.</a:t>
            </a:r>
            <a:endParaRPr sz="2000">
              <a:latin typeface="Times New Roman"/>
              <a:cs typeface="Times New Roman"/>
            </a:endParaRPr>
          </a:p>
        </p:txBody>
      </p:sp>
      <p:sp>
        <p:nvSpPr>
          <p:cNvPr id="5" name="object 5"/>
          <p:cNvSpPr/>
          <p:nvPr/>
        </p:nvSpPr>
        <p:spPr>
          <a:xfrm>
            <a:off x="683514" y="2910839"/>
            <a:ext cx="8003540" cy="767080"/>
          </a:xfrm>
          <a:custGeom>
            <a:avLst/>
            <a:gdLst/>
            <a:ahLst/>
            <a:cxnLst/>
            <a:rect l="l" t="t" r="r" b="b"/>
            <a:pathLst>
              <a:path w="8003540" h="767079">
                <a:moveTo>
                  <a:pt x="8003286" y="127762"/>
                </a:moveTo>
                <a:lnTo>
                  <a:pt x="7993253" y="78016"/>
                </a:lnTo>
                <a:lnTo>
                  <a:pt x="7965884" y="37401"/>
                </a:lnTo>
                <a:lnTo>
                  <a:pt x="7925270" y="10033"/>
                </a:lnTo>
                <a:lnTo>
                  <a:pt x="7875524" y="0"/>
                </a:lnTo>
                <a:lnTo>
                  <a:pt x="127762" y="0"/>
                </a:lnTo>
                <a:lnTo>
                  <a:pt x="78028" y="10033"/>
                </a:lnTo>
                <a:lnTo>
                  <a:pt x="37414" y="37401"/>
                </a:lnTo>
                <a:lnTo>
                  <a:pt x="10033" y="78016"/>
                </a:lnTo>
                <a:lnTo>
                  <a:pt x="0" y="127762"/>
                </a:lnTo>
                <a:lnTo>
                  <a:pt x="0" y="638810"/>
                </a:lnTo>
                <a:lnTo>
                  <a:pt x="10033" y="688568"/>
                </a:lnTo>
                <a:lnTo>
                  <a:pt x="37414" y="729170"/>
                </a:lnTo>
                <a:lnTo>
                  <a:pt x="78028" y="756539"/>
                </a:lnTo>
                <a:lnTo>
                  <a:pt x="127762" y="766572"/>
                </a:lnTo>
                <a:lnTo>
                  <a:pt x="7875524" y="766572"/>
                </a:lnTo>
                <a:lnTo>
                  <a:pt x="7925270" y="756539"/>
                </a:lnTo>
                <a:lnTo>
                  <a:pt x="7965884" y="729170"/>
                </a:lnTo>
                <a:lnTo>
                  <a:pt x="7993253" y="688568"/>
                </a:lnTo>
                <a:lnTo>
                  <a:pt x="8003286" y="638810"/>
                </a:lnTo>
                <a:lnTo>
                  <a:pt x="8003286" y="127762"/>
                </a:lnTo>
                <a:close/>
              </a:path>
            </a:pathLst>
          </a:custGeom>
          <a:solidFill>
            <a:srgbClr val="F79546"/>
          </a:solidFill>
        </p:spPr>
        <p:txBody>
          <a:bodyPr wrap="square" lIns="0" tIns="0" rIns="0" bIns="0" rtlCol="0"/>
          <a:lstStyle/>
          <a:p>
            <a:endParaRPr/>
          </a:p>
        </p:txBody>
      </p:sp>
      <p:sp>
        <p:nvSpPr>
          <p:cNvPr id="6" name="object 6"/>
          <p:cNvSpPr txBox="1"/>
          <p:nvPr/>
        </p:nvSpPr>
        <p:spPr>
          <a:xfrm>
            <a:off x="961136" y="2920999"/>
            <a:ext cx="7447915" cy="662940"/>
          </a:xfrm>
          <a:prstGeom prst="rect">
            <a:avLst/>
          </a:prstGeom>
        </p:spPr>
        <p:txBody>
          <a:bodyPr vert="horz" wrap="square" lIns="0" tIns="50165" rIns="0" bIns="0" rtlCol="0">
            <a:spAutoFit/>
          </a:bodyPr>
          <a:lstStyle/>
          <a:p>
            <a:pPr marL="355600" marR="5080" indent="-342900">
              <a:lnSpc>
                <a:spcPts val="2380"/>
              </a:lnSpc>
              <a:spcBef>
                <a:spcPts val="395"/>
              </a:spcBef>
              <a:buFont typeface="Wingdings"/>
              <a:buChar char=""/>
              <a:tabLst>
                <a:tab pos="355600" algn="l"/>
                <a:tab pos="2086610" algn="l"/>
                <a:tab pos="2618740" algn="l"/>
                <a:tab pos="3864610" algn="l"/>
                <a:tab pos="4257040" algn="l"/>
                <a:tab pos="4815840" algn="l"/>
                <a:tab pos="6343015" algn="l"/>
                <a:tab pos="7141845" algn="l"/>
              </a:tabLst>
            </a:pPr>
            <a:r>
              <a:rPr sz="2200" spc="95" dirty="0">
                <a:solidFill>
                  <a:srgbClr val="FFFFFF"/>
                </a:solidFill>
                <a:latin typeface="Times New Roman"/>
                <a:cs typeface="Times New Roman"/>
              </a:rPr>
              <a:t>Trans</a:t>
            </a:r>
            <a:r>
              <a:rPr sz="2200" spc="85" dirty="0">
                <a:solidFill>
                  <a:srgbClr val="FFFFFF"/>
                </a:solidFill>
                <a:latin typeface="Times New Roman"/>
                <a:cs typeface="Times New Roman"/>
              </a:rPr>
              <a:t>a</a:t>
            </a:r>
            <a:r>
              <a:rPr sz="2200" spc="90" dirty="0">
                <a:solidFill>
                  <a:srgbClr val="FFFFFF"/>
                </a:solidFill>
                <a:latin typeface="Times New Roman"/>
                <a:cs typeface="Times New Roman"/>
              </a:rPr>
              <a:t>ctio</a:t>
            </a:r>
            <a:r>
              <a:rPr sz="2200" spc="110" dirty="0">
                <a:solidFill>
                  <a:srgbClr val="FFFFFF"/>
                </a:solidFill>
                <a:latin typeface="Times New Roman"/>
                <a:cs typeface="Times New Roman"/>
              </a:rPr>
              <a:t>n</a:t>
            </a:r>
            <a:r>
              <a:rPr sz="2200" spc="5" dirty="0">
                <a:solidFill>
                  <a:srgbClr val="FFFFFF"/>
                </a:solidFill>
                <a:latin typeface="Times New Roman"/>
                <a:cs typeface="Times New Roman"/>
              </a:rPr>
              <a:t>s</a:t>
            </a:r>
            <a:r>
              <a:rPr sz="2200" dirty="0">
                <a:solidFill>
                  <a:srgbClr val="FFFFFF"/>
                </a:solidFill>
                <a:latin typeface="Times New Roman"/>
                <a:cs typeface="Times New Roman"/>
              </a:rPr>
              <a:t>	</a:t>
            </a:r>
            <a:r>
              <a:rPr sz="2200" spc="25" dirty="0">
                <a:solidFill>
                  <a:srgbClr val="FFFFFF"/>
                </a:solidFill>
                <a:latin typeface="Times New Roman"/>
                <a:cs typeface="Times New Roman"/>
              </a:rPr>
              <a:t>a</a:t>
            </a:r>
            <a:r>
              <a:rPr sz="2200" spc="70" dirty="0">
                <a:solidFill>
                  <a:srgbClr val="FFFFFF"/>
                </a:solidFill>
                <a:latin typeface="Times New Roman"/>
                <a:cs typeface="Times New Roman"/>
              </a:rPr>
              <a:t>re</a:t>
            </a:r>
            <a:r>
              <a:rPr sz="2200" dirty="0">
                <a:solidFill>
                  <a:srgbClr val="FFFFFF"/>
                </a:solidFill>
                <a:latin typeface="Times New Roman"/>
                <a:cs typeface="Times New Roman"/>
              </a:rPr>
              <a:t>	</a:t>
            </a:r>
            <a:r>
              <a:rPr sz="2200" spc="75" dirty="0">
                <a:solidFill>
                  <a:srgbClr val="FFFFFF"/>
                </a:solidFill>
                <a:latin typeface="Times New Roman"/>
                <a:cs typeface="Times New Roman"/>
              </a:rPr>
              <a:t>managed</a:t>
            </a:r>
            <a:r>
              <a:rPr sz="2200" dirty="0">
                <a:solidFill>
                  <a:srgbClr val="FFFFFF"/>
                </a:solidFill>
                <a:latin typeface="Times New Roman"/>
                <a:cs typeface="Times New Roman"/>
              </a:rPr>
              <a:t>	</a:t>
            </a:r>
            <a:r>
              <a:rPr sz="2200" spc="105" dirty="0">
                <a:solidFill>
                  <a:srgbClr val="FFFFFF"/>
                </a:solidFill>
                <a:latin typeface="Times New Roman"/>
                <a:cs typeface="Times New Roman"/>
              </a:rPr>
              <a:t>a</a:t>
            </a:r>
            <a:r>
              <a:rPr sz="2200" spc="65" dirty="0">
                <a:solidFill>
                  <a:srgbClr val="FFFFFF"/>
                </a:solidFill>
                <a:latin typeface="Times New Roman"/>
                <a:cs typeface="Times New Roman"/>
              </a:rPr>
              <a:t>t</a:t>
            </a:r>
            <a:r>
              <a:rPr sz="2200"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dirty="0">
                <a:solidFill>
                  <a:srgbClr val="FFFFFF"/>
                </a:solidFill>
                <a:latin typeface="Times New Roman"/>
                <a:cs typeface="Times New Roman"/>
              </a:rPr>
              <a:t>	</a:t>
            </a:r>
            <a:r>
              <a:rPr sz="2200" spc="105" dirty="0">
                <a:solidFill>
                  <a:srgbClr val="FFFFFF"/>
                </a:solidFill>
                <a:latin typeface="Times New Roman"/>
                <a:cs typeface="Times New Roman"/>
              </a:rPr>
              <a:t>co</a:t>
            </a:r>
            <a:r>
              <a:rPr sz="2200" spc="100" dirty="0">
                <a:solidFill>
                  <a:srgbClr val="FFFFFF"/>
                </a:solidFill>
                <a:latin typeface="Times New Roman"/>
                <a:cs typeface="Times New Roman"/>
              </a:rPr>
              <a:t>n</a:t>
            </a:r>
            <a:r>
              <a:rPr sz="2200" spc="80" dirty="0">
                <a:solidFill>
                  <a:srgbClr val="FFFFFF"/>
                </a:solidFill>
                <a:latin typeface="Times New Roman"/>
                <a:cs typeface="Times New Roman"/>
              </a:rPr>
              <a:t>necti</a:t>
            </a:r>
            <a:r>
              <a:rPr sz="2200" spc="95" dirty="0">
                <a:solidFill>
                  <a:srgbClr val="FFFFFF"/>
                </a:solidFill>
                <a:latin typeface="Times New Roman"/>
                <a:cs typeface="Times New Roman"/>
              </a:rPr>
              <a:t>o</a:t>
            </a:r>
            <a:r>
              <a:rPr sz="2200" spc="200" dirty="0">
                <a:solidFill>
                  <a:srgbClr val="FFFFFF"/>
                </a:solidFill>
                <a:latin typeface="Times New Roman"/>
                <a:cs typeface="Times New Roman"/>
              </a:rPr>
              <a:t>n</a:t>
            </a:r>
            <a:r>
              <a:rPr sz="2200" dirty="0">
                <a:solidFill>
                  <a:srgbClr val="FFFFFF"/>
                </a:solidFill>
                <a:latin typeface="Times New Roman"/>
                <a:cs typeface="Times New Roman"/>
              </a:rPr>
              <a:t>	</a:t>
            </a:r>
            <a:r>
              <a:rPr sz="2200" spc="20" dirty="0">
                <a:solidFill>
                  <a:srgbClr val="FFFFFF"/>
                </a:solidFill>
                <a:latin typeface="Times New Roman"/>
                <a:cs typeface="Times New Roman"/>
              </a:rPr>
              <a:t>le</a:t>
            </a:r>
            <a:r>
              <a:rPr sz="2200" spc="40" dirty="0">
                <a:solidFill>
                  <a:srgbClr val="FFFFFF"/>
                </a:solidFill>
                <a:latin typeface="Times New Roman"/>
                <a:cs typeface="Times New Roman"/>
              </a:rPr>
              <a:t>ve</a:t>
            </a:r>
            <a:r>
              <a:rPr sz="2200" spc="10" dirty="0">
                <a:solidFill>
                  <a:srgbClr val="FFFFFF"/>
                </a:solidFill>
                <a:latin typeface="Times New Roman"/>
                <a:cs typeface="Times New Roman"/>
              </a:rPr>
              <a:t>l</a:t>
            </a:r>
            <a:r>
              <a:rPr sz="2200" dirty="0">
                <a:solidFill>
                  <a:srgbClr val="FFFFFF"/>
                </a:solidFill>
                <a:latin typeface="Times New Roman"/>
                <a:cs typeface="Times New Roman"/>
              </a:rPr>
              <a:t>,	</a:t>
            </a:r>
            <a:r>
              <a:rPr sz="2200" spc="35" dirty="0">
                <a:solidFill>
                  <a:srgbClr val="FFFFFF"/>
                </a:solidFill>
                <a:latin typeface="Times New Roman"/>
                <a:cs typeface="Times New Roman"/>
              </a:rPr>
              <a:t>by  </a:t>
            </a:r>
            <a:r>
              <a:rPr sz="2200" spc="70" dirty="0">
                <a:solidFill>
                  <a:srgbClr val="FFFFFF"/>
                </a:solidFill>
                <a:latin typeface="Times New Roman"/>
                <a:cs typeface="Times New Roman"/>
              </a:rPr>
              <a:t>default.</a:t>
            </a:r>
            <a:endParaRPr sz="2200">
              <a:latin typeface="Times New Roman"/>
              <a:cs typeface="Times New Roman"/>
            </a:endParaRPr>
          </a:p>
        </p:txBody>
      </p:sp>
      <p:sp>
        <p:nvSpPr>
          <p:cNvPr id="7" name="object 7"/>
          <p:cNvSpPr/>
          <p:nvPr/>
        </p:nvSpPr>
        <p:spPr>
          <a:xfrm>
            <a:off x="174498" y="4662677"/>
            <a:ext cx="8003540" cy="1343660"/>
          </a:xfrm>
          <a:custGeom>
            <a:avLst/>
            <a:gdLst/>
            <a:ahLst/>
            <a:cxnLst/>
            <a:rect l="l" t="t" r="r" b="b"/>
            <a:pathLst>
              <a:path w="8003540" h="1343660">
                <a:moveTo>
                  <a:pt x="8003286" y="223901"/>
                </a:moveTo>
                <a:lnTo>
                  <a:pt x="7998727" y="178777"/>
                </a:lnTo>
                <a:lnTo>
                  <a:pt x="7985684" y="136740"/>
                </a:lnTo>
                <a:lnTo>
                  <a:pt x="7965046" y="98704"/>
                </a:lnTo>
                <a:lnTo>
                  <a:pt x="7937716" y="65570"/>
                </a:lnTo>
                <a:lnTo>
                  <a:pt x="7904581" y="38239"/>
                </a:lnTo>
                <a:lnTo>
                  <a:pt x="7866545" y="17589"/>
                </a:lnTo>
                <a:lnTo>
                  <a:pt x="7824508" y="4559"/>
                </a:lnTo>
                <a:lnTo>
                  <a:pt x="7779385" y="0"/>
                </a:lnTo>
                <a:lnTo>
                  <a:pt x="223901" y="0"/>
                </a:lnTo>
                <a:lnTo>
                  <a:pt x="178765" y="4559"/>
                </a:lnTo>
                <a:lnTo>
                  <a:pt x="136740" y="17589"/>
                </a:lnTo>
                <a:lnTo>
                  <a:pt x="98704" y="38239"/>
                </a:lnTo>
                <a:lnTo>
                  <a:pt x="65570" y="65570"/>
                </a:lnTo>
                <a:lnTo>
                  <a:pt x="38227" y="98704"/>
                </a:lnTo>
                <a:lnTo>
                  <a:pt x="17589" y="136740"/>
                </a:lnTo>
                <a:lnTo>
                  <a:pt x="4546" y="178777"/>
                </a:lnTo>
                <a:lnTo>
                  <a:pt x="0" y="223901"/>
                </a:lnTo>
                <a:lnTo>
                  <a:pt x="0" y="1119505"/>
                </a:lnTo>
                <a:lnTo>
                  <a:pt x="4546" y="1164640"/>
                </a:lnTo>
                <a:lnTo>
                  <a:pt x="17589" y="1206665"/>
                </a:lnTo>
                <a:lnTo>
                  <a:pt x="38227" y="1244701"/>
                </a:lnTo>
                <a:lnTo>
                  <a:pt x="65570" y="1277835"/>
                </a:lnTo>
                <a:lnTo>
                  <a:pt x="98704" y="1305179"/>
                </a:lnTo>
                <a:lnTo>
                  <a:pt x="136740" y="1325816"/>
                </a:lnTo>
                <a:lnTo>
                  <a:pt x="178765" y="1338859"/>
                </a:lnTo>
                <a:lnTo>
                  <a:pt x="223901" y="1343406"/>
                </a:lnTo>
                <a:lnTo>
                  <a:pt x="7779385" y="1343406"/>
                </a:lnTo>
                <a:lnTo>
                  <a:pt x="7824508" y="1338859"/>
                </a:lnTo>
                <a:lnTo>
                  <a:pt x="7866545" y="1325816"/>
                </a:lnTo>
                <a:lnTo>
                  <a:pt x="7904581" y="1305179"/>
                </a:lnTo>
                <a:lnTo>
                  <a:pt x="7937716" y="1277835"/>
                </a:lnTo>
                <a:lnTo>
                  <a:pt x="7965046" y="1244701"/>
                </a:lnTo>
                <a:lnTo>
                  <a:pt x="7985696" y="1206665"/>
                </a:lnTo>
                <a:lnTo>
                  <a:pt x="7998727" y="1164640"/>
                </a:lnTo>
                <a:lnTo>
                  <a:pt x="8003286" y="1119505"/>
                </a:lnTo>
                <a:lnTo>
                  <a:pt x="8003286" y="223901"/>
                </a:lnTo>
                <a:close/>
              </a:path>
            </a:pathLst>
          </a:custGeom>
          <a:solidFill>
            <a:srgbClr val="000000"/>
          </a:solidFill>
        </p:spPr>
        <p:txBody>
          <a:bodyPr wrap="square" lIns="0" tIns="0" rIns="0" bIns="0" rtlCol="0"/>
          <a:lstStyle/>
          <a:p>
            <a:endParaRPr/>
          </a:p>
        </p:txBody>
      </p:sp>
      <p:sp>
        <p:nvSpPr>
          <p:cNvPr id="8" name="object 8"/>
          <p:cNvSpPr txBox="1"/>
          <p:nvPr/>
        </p:nvSpPr>
        <p:spPr>
          <a:xfrm>
            <a:off x="306324" y="4837429"/>
            <a:ext cx="7741284" cy="878840"/>
          </a:xfrm>
          <a:prstGeom prst="rect">
            <a:avLst/>
          </a:prstGeom>
        </p:spPr>
        <p:txBody>
          <a:bodyPr vert="horz" wrap="square" lIns="0" tIns="46990" rIns="0" bIns="0" rtlCol="0">
            <a:spAutoFit/>
          </a:bodyPr>
          <a:lstStyle/>
          <a:p>
            <a:pPr marL="354965" marR="5080" indent="-342900" algn="just">
              <a:lnSpc>
                <a:spcPts val="2160"/>
              </a:lnSpc>
              <a:spcBef>
                <a:spcPts val="370"/>
              </a:spcBef>
              <a:buFont typeface="Wingdings"/>
              <a:buChar char=""/>
              <a:tabLst>
                <a:tab pos="355600" algn="l"/>
              </a:tabLst>
            </a:pPr>
            <a:r>
              <a:rPr sz="2000" spc="180" dirty="0">
                <a:solidFill>
                  <a:srgbClr val="FFFFFF"/>
                </a:solidFill>
                <a:latin typeface="Times New Roman"/>
                <a:cs typeface="Times New Roman"/>
              </a:rPr>
              <a:t>When </a:t>
            </a:r>
            <a:r>
              <a:rPr sz="2000" spc="30" dirty="0">
                <a:solidFill>
                  <a:srgbClr val="FFFFFF"/>
                </a:solidFill>
                <a:latin typeface="Times New Roman"/>
                <a:cs typeface="Times New Roman"/>
              </a:rPr>
              <a:t>a </a:t>
            </a:r>
            <a:r>
              <a:rPr sz="2000" spc="80" dirty="0">
                <a:solidFill>
                  <a:srgbClr val="FFFFFF"/>
                </a:solidFill>
                <a:latin typeface="Times New Roman"/>
                <a:cs typeface="Times New Roman"/>
              </a:rPr>
              <a:t>transaction </a:t>
            </a:r>
            <a:r>
              <a:rPr sz="2000" spc="5" dirty="0">
                <a:solidFill>
                  <a:srgbClr val="FFFFFF"/>
                </a:solidFill>
                <a:latin typeface="Times New Roman"/>
                <a:cs typeface="Times New Roman"/>
              </a:rPr>
              <a:t>is </a:t>
            </a:r>
            <a:r>
              <a:rPr sz="2000" spc="80" dirty="0">
                <a:solidFill>
                  <a:srgbClr val="FFFFFF"/>
                </a:solidFill>
                <a:latin typeface="Times New Roman"/>
                <a:cs typeface="Times New Roman"/>
              </a:rPr>
              <a:t>started </a:t>
            </a:r>
            <a:r>
              <a:rPr sz="2000" spc="135" dirty="0">
                <a:solidFill>
                  <a:srgbClr val="FFFFFF"/>
                </a:solidFill>
                <a:latin typeface="Times New Roman"/>
                <a:cs typeface="Times New Roman"/>
              </a:rPr>
              <a:t>on </a:t>
            </a:r>
            <a:r>
              <a:rPr sz="2000" spc="30" dirty="0">
                <a:solidFill>
                  <a:srgbClr val="FFFFFF"/>
                </a:solidFill>
                <a:latin typeface="Times New Roman"/>
                <a:cs typeface="Times New Roman"/>
              </a:rPr>
              <a:t>a </a:t>
            </a:r>
            <a:r>
              <a:rPr sz="2000" spc="85" dirty="0">
                <a:solidFill>
                  <a:srgbClr val="FFFFFF"/>
                </a:solidFill>
                <a:latin typeface="Times New Roman"/>
                <a:cs typeface="Times New Roman"/>
              </a:rPr>
              <a:t>connection, </a:t>
            </a:r>
            <a:r>
              <a:rPr sz="2000" spc="10" dirty="0">
                <a:solidFill>
                  <a:srgbClr val="FFFFFF"/>
                </a:solidFill>
                <a:latin typeface="Times New Roman"/>
                <a:cs typeface="Times New Roman"/>
              </a:rPr>
              <a:t>all </a:t>
            </a:r>
            <a:r>
              <a:rPr sz="2000" spc="75" dirty="0">
                <a:solidFill>
                  <a:srgbClr val="FFFFFF"/>
                </a:solidFill>
                <a:latin typeface="Times New Roman"/>
                <a:cs typeface="Times New Roman"/>
              </a:rPr>
              <a:t>Transact-SQL  </a:t>
            </a:r>
            <a:r>
              <a:rPr sz="2000" spc="80" dirty="0">
                <a:solidFill>
                  <a:srgbClr val="FFFFFF"/>
                </a:solidFill>
                <a:latin typeface="Times New Roman"/>
                <a:cs typeface="Times New Roman"/>
              </a:rPr>
              <a:t>statements </a:t>
            </a:r>
            <a:r>
              <a:rPr sz="2000" spc="55" dirty="0">
                <a:solidFill>
                  <a:srgbClr val="FFFFFF"/>
                </a:solidFill>
                <a:latin typeface="Times New Roman"/>
                <a:cs typeface="Times New Roman"/>
              </a:rPr>
              <a:t>are </a:t>
            </a:r>
            <a:r>
              <a:rPr sz="2000" spc="80" dirty="0">
                <a:solidFill>
                  <a:srgbClr val="FFFFFF"/>
                </a:solidFill>
                <a:latin typeface="Times New Roman"/>
                <a:cs typeface="Times New Roman"/>
              </a:rPr>
              <a:t>executed </a:t>
            </a:r>
            <a:r>
              <a:rPr sz="2000" spc="135" dirty="0">
                <a:solidFill>
                  <a:srgbClr val="FFFFFF"/>
                </a:solidFill>
                <a:latin typeface="Times New Roman"/>
                <a:cs typeface="Times New Roman"/>
              </a:rPr>
              <a:t>on </a:t>
            </a:r>
            <a:r>
              <a:rPr sz="2000" spc="114" dirty="0">
                <a:solidFill>
                  <a:srgbClr val="FFFFFF"/>
                </a:solidFill>
                <a:latin typeface="Times New Roman"/>
                <a:cs typeface="Times New Roman"/>
              </a:rPr>
              <a:t>the </a:t>
            </a:r>
            <a:r>
              <a:rPr sz="2000" spc="45" dirty="0">
                <a:solidFill>
                  <a:srgbClr val="FFFFFF"/>
                </a:solidFill>
                <a:latin typeface="Times New Roman"/>
                <a:cs typeface="Times New Roman"/>
              </a:rPr>
              <a:t>same </a:t>
            </a:r>
            <a:r>
              <a:rPr sz="2000" spc="95" dirty="0">
                <a:solidFill>
                  <a:srgbClr val="FFFFFF"/>
                </a:solidFill>
                <a:latin typeface="Times New Roman"/>
                <a:cs typeface="Times New Roman"/>
              </a:rPr>
              <a:t>connection </a:t>
            </a:r>
            <a:r>
              <a:rPr sz="2000" spc="114" dirty="0">
                <a:solidFill>
                  <a:srgbClr val="FFFFFF"/>
                </a:solidFill>
                <a:latin typeface="Times New Roman"/>
                <a:cs typeface="Times New Roman"/>
              </a:rPr>
              <a:t>and </a:t>
            </a:r>
            <a:r>
              <a:rPr sz="2000" spc="50" dirty="0">
                <a:solidFill>
                  <a:srgbClr val="FFFFFF"/>
                </a:solidFill>
                <a:latin typeface="Times New Roman"/>
                <a:cs typeface="Times New Roman"/>
              </a:rPr>
              <a:t>are </a:t>
            </a:r>
            <a:r>
              <a:rPr sz="2000" spc="30" dirty="0">
                <a:solidFill>
                  <a:srgbClr val="FFFFFF"/>
                </a:solidFill>
                <a:latin typeface="Times New Roman"/>
                <a:cs typeface="Times New Roman"/>
              </a:rPr>
              <a:t>a </a:t>
            </a:r>
            <a:r>
              <a:rPr sz="2000" spc="85" dirty="0">
                <a:solidFill>
                  <a:srgbClr val="FFFFFF"/>
                </a:solidFill>
                <a:latin typeface="Times New Roman"/>
                <a:cs typeface="Times New Roman"/>
              </a:rPr>
              <a:t>part </a:t>
            </a:r>
            <a:r>
              <a:rPr sz="2000" spc="65" dirty="0">
                <a:solidFill>
                  <a:srgbClr val="FFFFFF"/>
                </a:solidFill>
                <a:latin typeface="Times New Roman"/>
                <a:cs typeface="Times New Roman"/>
              </a:rPr>
              <a:t>of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90" dirty="0">
                <a:solidFill>
                  <a:srgbClr val="FFFFFF"/>
                </a:solidFill>
                <a:latin typeface="Times New Roman"/>
                <a:cs typeface="Times New Roman"/>
              </a:rPr>
              <a:t>connection</a:t>
            </a:r>
            <a:r>
              <a:rPr sz="2000" spc="-60" dirty="0">
                <a:solidFill>
                  <a:srgbClr val="FFFFFF"/>
                </a:solidFill>
                <a:latin typeface="Times New Roman"/>
                <a:cs typeface="Times New Roman"/>
              </a:rPr>
              <a:t> </a:t>
            </a:r>
            <a:r>
              <a:rPr sz="2000" spc="90" dirty="0">
                <a:solidFill>
                  <a:srgbClr val="FFFFFF"/>
                </a:solidFill>
                <a:latin typeface="Times New Roman"/>
                <a:cs typeface="Times New Roman"/>
              </a:rPr>
              <a:t>until</a:t>
            </a:r>
            <a:r>
              <a:rPr sz="2000" spc="-6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80" dirty="0">
                <a:solidFill>
                  <a:srgbClr val="FFFFFF"/>
                </a:solidFill>
                <a:latin typeface="Times New Roman"/>
                <a:cs typeface="Times New Roman"/>
              </a:rPr>
              <a:t>transaction</a:t>
            </a:r>
            <a:r>
              <a:rPr sz="2000" spc="-50" dirty="0">
                <a:solidFill>
                  <a:srgbClr val="FFFFFF"/>
                </a:solidFill>
                <a:latin typeface="Times New Roman"/>
                <a:cs typeface="Times New Roman"/>
              </a:rPr>
              <a:t> </a:t>
            </a:r>
            <a:r>
              <a:rPr sz="2000" spc="70" dirty="0">
                <a:solidFill>
                  <a:srgbClr val="FFFFFF"/>
                </a:solidFill>
                <a:latin typeface="Times New Roman"/>
                <a:cs typeface="Times New Roman"/>
              </a:rPr>
              <a:t>ends.</a:t>
            </a:r>
            <a:endParaRPr sz="20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8</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113537"/>
            <a:ext cx="8881745" cy="452755"/>
          </a:xfrm>
          <a:prstGeom prst="rect">
            <a:avLst/>
          </a:prstGeom>
        </p:spPr>
        <p:txBody>
          <a:bodyPr vert="horz" wrap="square" lIns="0" tIns="12700" rIns="0" bIns="0" rtlCol="0">
            <a:spAutoFit/>
          </a:bodyPr>
          <a:lstStyle/>
          <a:p>
            <a:pPr marL="12700">
              <a:lnSpc>
                <a:spcPct val="100000"/>
              </a:lnSpc>
              <a:spcBef>
                <a:spcPts val="100"/>
              </a:spcBef>
            </a:pPr>
            <a:r>
              <a:rPr spc="110" dirty="0"/>
              <a:t>Starting</a:t>
            </a:r>
            <a:r>
              <a:rPr spc="-105" dirty="0"/>
              <a:t> </a:t>
            </a:r>
            <a:r>
              <a:rPr spc="160" dirty="0"/>
              <a:t>and</a:t>
            </a:r>
            <a:r>
              <a:rPr spc="-100" dirty="0"/>
              <a:t> </a:t>
            </a:r>
            <a:r>
              <a:rPr spc="110" dirty="0"/>
              <a:t>Ending</a:t>
            </a:r>
            <a:r>
              <a:rPr spc="-110" dirty="0"/>
              <a:t> </a:t>
            </a:r>
            <a:r>
              <a:rPr spc="110" dirty="0"/>
              <a:t>Transactions</a:t>
            </a:r>
            <a:r>
              <a:rPr spc="-100" dirty="0"/>
              <a:t> </a:t>
            </a:r>
            <a:r>
              <a:rPr spc="100" dirty="0"/>
              <a:t>Using</a:t>
            </a:r>
            <a:r>
              <a:rPr spc="-100" dirty="0"/>
              <a:t> </a:t>
            </a:r>
            <a:r>
              <a:rPr spc="110" dirty="0"/>
              <a:t>Transact-SQL</a:t>
            </a:r>
            <a:r>
              <a:rPr spc="-120" dirty="0"/>
              <a:t> </a:t>
            </a:r>
            <a:r>
              <a:rPr spc="-235" dirty="0"/>
              <a:t>1-3</a:t>
            </a:r>
          </a:p>
        </p:txBody>
      </p:sp>
      <p:pic>
        <p:nvPicPr>
          <p:cNvPr id="3" name="object 3"/>
          <p:cNvPicPr/>
          <p:nvPr/>
        </p:nvPicPr>
        <p:blipFill>
          <a:blip r:embed="rId3" cstate="print"/>
          <a:stretch>
            <a:fillRect/>
          </a:stretch>
        </p:blipFill>
        <p:spPr>
          <a:xfrm>
            <a:off x="228600" y="1363217"/>
            <a:ext cx="8594598" cy="950214"/>
          </a:xfrm>
          <a:prstGeom prst="rect">
            <a:avLst/>
          </a:prstGeom>
        </p:spPr>
      </p:pic>
      <p:sp>
        <p:nvSpPr>
          <p:cNvPr id="4" name="object 4"/>
          <p:cNvSpPr txBox="1"/>
          <p:nvPr/>
        </p:nvSpPr>
        <p:spPr>
          <a:xfrm>
            <a:off x="307593" y="910081"/>
            <a:ext cx="8451215" cy="1253490"/>
          </a:xfrm>
          <a:prstGeom prst="rect">
            <a:avLst/>
          </a:prstGeom>
        </p:spPr>
        <p:txBody>
          <a:bodyPr vert="horz" wrap="square" lIns="0" tIns="12700" rIns="0" bIns="0" rtlCol="0">
            <a:spAutoFit/>
          </a:bodyPr>
          <a:lstStyle/>
          <a:p>
            <a:pPr marL="12700">
              <a:lnSpc>
                <a:spcPct val="100000"/>
              </a:lnSpc>
              <a:spcBef>
                <a:spcPts val="100"/>
              </a:spcBef>
            </a:pPr>
            <a:r>
              <a:rPr sz="2200" b="1" spc="-15" dirty="0">
                <a:latin typeface="Arial"/>
                <a:cs typeface="Arial"/>
              </a:rPr>
              <a:t>BEGIN</a:t>
            </a:r>
            <a:r>
              <a:rPr sz="2200" b="1" spc="-200" dirty="0">
                <a:latin typeface="Arial"/>
                <a:cs typeface="Arial"/>
              </a:rPr>
              <a:t> </a:t>
            </a:r>
            <a:r>
              <a:rPr sz="2200" b="1" spc="105" dirty="0">
                <a:latin typeface="Arial"/>
                <a:cs typeface="Arial"/>
              </a:rPr>
              <a:t>TRANSACTION</a:t>
            </a:r>
            <a:endParaRPr sz="2200">
              <a:latin typeface="Arial"/>
              <a:cs typeface="Arial"/>
            </a:endParaRPr>
          </a:p>
          <a:p>
            <a:pPr marL="487045" marR="5080" indent="-343535">
              <a:lnSpc>
                <a:spcPts val="2160"/>
              </a:lnSpc>
              <a:spcBef>
                <a:spcPts val="2740"/>
              </a:spcBef>
              <a:buFont typeface="Wingdings"/>
              <a:buChar char=""/>
              <a:tabLst>
                <a:tab pos="487045" algn="l"/>
                <a:tab pos="487680" algn="l"/>
              </a:tabLst>
            </a:pPr>
            <a:r>
              <a:rPr sz="2000" spc="130" dirty="0">
                <a:solidFill>
                  <a:srgbClr val="FFFFFF"/>
                </a:solidFill>
                <a:latin typeface="Times New Roman"/>
                <a:cs typeface="Times New Roman"/>
              </a:rPr>
              <a:t>The </a:t>
            </a:r>
            <a:r>
              <a:rPr sz="2000" spc="45" dirty="0">
                <a:solidFill>
                  <a:srgbClr val="FFFFFF"/>
                </a:solidFill>
                <a:latin typeface="Times New Roman"/>
                <a:cs typeface="Times New Roman"/>
              </a:rPr>
              <a:t>BEGIN </a:t>
            </a:r>
            <a:r>
              <a:rPr sz="2000" spc="155" dirty="0">
                <a:solidFill>
                  <a:srgbClr val="FFFFFF"/>
                </a:solidFill>
                <a:latin typeface="Times New Roman"/>
                <a:cs typeface="Times New Roman"/>
              </a:rPr>
              <a:t>TRANSACTION </a:t>
            </a:r>
            <a:r>
              <a:rPr sz="2000" spc="85" dirty="0">
                <a:solidFill>
                  <a:srgbClr val="FFFFFF"/>
                </a:solidFill>
                <a:latin typeface="Times New Roman"/>
                <a:cs typeface="Times New Roman"/>
              </a:rPr>
              <a:t>statement </a:t>
            </a:r>
            <a:r>
              <a:rPr sz="2000" spc="60" dirty="0">
                <a:solidFill>
                  <a:srgbClr val="FFFFFF"/>
                </a:solidFill>
                <a:latin typeface="Times New Roman"/>
                <a:cs typeface="Times New Roman"/>
              </a:rPr>
              <a:t>marks </a:t>
            </a:r>
            <a:r>
              <a:rPr sz="2000" spc="110" dirty="0">
                <a:solidFill>
                  <a:srgbClr val="FFFFFF"/>
                </a:solidFill>
                <a:latin typeface="Times New Roman"/>
                <a:cs typeface="Times New Roman"/>
              </a:rPr>
              <a:t>the </a:t>
            </a:r>
            <a:r>
              <a:rPr sz="2000" spc="70" dirty="0">
                <a:solidFill>
                  <a:srgbClr val="FFFFFF"/>
                </a:solidFill>
                <a:latin typeface="Times New Roman"/>
                <a:cs typeface="Times New Roman"/>
              </a:rPr>
              <a:t>beginning </a:t>
            </a:r>
            <a:r>
              <a:rPr sz="2000" spc="100" dirty="0">
                <a:solidFill>
                  <a:srgbClr val="FFFFFF"/>
                </a:solidFill>
                <a:latin typeface="Times New Roman"/>
                <a:cs typeface="Times New Roman"/>
              </a:rPr>
              <a:t>point </a:t>
            </a:r>
            <a:r>
              <a:rPr sz="2000" spc="50" dirty="0">
                <a:solidFill>
                  <a:srgbClr val="FFFFFF"/>
                </a:solidFill>
                <a:latin typeface="Times New Roman"/>
                <a:cs typeface="Times New Roman"/>
              </a:rPr>
              <a:t>of  </a:t>
            </a:r>
            <a:r>
              <a:rPr sz="2000" spc="105" dirty="0">
                <a:solidFill>
                  <a:srgbClr val="FFFFFF"/>
                </a:solidFill>
                <a:latin typeface="Times New Roman"/>
                <a:cs typeface="Times New Roman"/>
              </a:rPr>
              <a:t>an</a:t>
            </a:r>
            <a:r>
              <a:rPr sz="2000" spc="-75" dirty="0">
                <a:solidFill>
                  <a:srgbClr val="FFFFFF"/>
                </a:solidFill>
                <a:latin typeface="Times New Roman"/>
                <a:cs typeface="Times New Roman"/>
              </a:rPr>
              <a:t> </a:t>
            </a:r>
            <a:r>
              <a:rPr sz="2000" spc="50" dirty="0">
                <a:solidFill>
                  <a:srgbClr val="FFFFFF"/>
                </a:solidFill>
                <a:latin typeface="Times New Roman"/>
                <a:cs typeface="Times New Roman"/>
              </a:rPr>
              <a:t>explicit</a:t>
            </a:r>
            <a:r>
              <a:rPr sz="2000" spc="-65" dirty="0">
                <a:solidFill>
                  <a:srgbClr val="FFFFFF"/>
                </a:solidFill>
                <a:latin typeface="Times New Roman"/>
                <a:cs typeface="Times New Roman"/>
              </a:rPr>
              <a:t> </a:t>
            </a:r>
            <a:r>
              <a:rPr sz="2000" spc="85" dirty="0">
                <a:solidFill>
                  <a:srgbClr val="FFFFFF"/>
                </a:solidFill>
                <a:latin typeface="Times New Roman"/>
                <a:cs typeface="Times New Roman"/>
              </a:rPr>
              <a:t>or</a:t>
            </a:r>
            <a:r>
              <a:rPr sz="2000" spc="-70" dirty="0">
                <a:solidFill>
                  <a:srgbClr val="FFFFFF"/>
                </a:solidFill>
                <a:latin typeface="Times New Roman"/>
                <a:cs typeface="Times New Roman"/>
              </a:rPr>
              <a:t> </a:t>
            </a:r>
            <a:r>
              <a:rPr sz="2000" spc="25" dirty="0">
                <a:solidFill>
                  <a:srgbClr val="FFFFFF"/>
                </a:solidFill>
                <a:latin typeface="Times New Roman"/>
                <a:cs typeface="Times New Roman"/>
              </a:rPr>
              <a:t>local</a:t>
            </a:r>
            <a:r>
              <a:rPr sz="2000" spc="-60" dirty="0">
                <a:solidFill>
                  <a:srgbClr val="FFFFFF"/>
                </a:solidFill>
                <a:latin typeface="Times New Roman"/>
                <a:cs typeface="Times New Roman"/>
              </a:rPr>
              <a:t> </a:t>
            </a:r>
            <a:r>
              <a:rPr sz="2000" spc="75" dirty="0">
                <a:solidFill>
                  <a:srgbClr val="FFFFFF"/>
                </a:solidFill>
                <a:latin typeface="Times New Roman"/>
                <a:cs typeface="Times New Roman"/>
              </a:rPr>
              <a:t>transaction.</a:t>
            </a:r>
            <a:endParaRPr sz="2000">
              <a:latin typeface="Times New Roman"/>
              <a:cs typeface="Times New Roman"/>
            </a:endParaRPr>
          </a:p>
        </p:txBody>
      </p:sp>
      <p:sp>
        <p:nvSpPr>
          <p:cNvPr id="5" name="object 5"/>
          <p:cNvSpPr/>
          <p:nvPr/>
        </p:nvSpPr>
        <p:spPr>
          <a:xfrm>
            <a:off x="228600" y="3010661"/>
            <a:ext cx="8594725" cy="949960"/>
          </a:xfrm>
          <a:custGeom>
            <a:avLst/>
            <a:gdLst/>
            <a:ahLst/>
            <a:cxnLst/>
            <a:rect l="l" t="t" r="r" b="b"/>
            <a:pathLst>
              <a:path w="8594725" h="949960">
                <a:moveTo>
                  <a:pt x="8594598" y="158242"/>
                </a:moveTo>
                <a:lnTo>
                  <a:pt x="8586521" y="108242"/>
                </a:lnTo>
                <a:lnTo>
                  <a:pt x="8564054" y="64795"/>
                </a:lnTo>
                <a:lnTo>
                  <a:pt x="8529803" y="30543"/>
                </a:lnTo>
                <a:lnTo>
                  <a:pt x="8486356" y="8077"/>
                </a:lnTo>
                <a:lnTo>
                  <a:pt x="8436356" y="0"/>
                </a:lnTo>
                <a:lnTo>
                  <a:pt x="158242" y="0"/>
                </a:lnTo>
                <a:lnTo>
                  <a:pt x="108216" y="8077"/>
                </a:lnTo>
                <a:lnTo>
                  <a:pt x="64782" y="30543"/>
                </a:lnTo>
                <a:lnTo>
                  <a:pt x="30530" y="64795"/>
                </a:lnTo>
                <a:lnTo>
                  <a:pt x="8064" y="108242"/>
                </a:lnTo>
                <a:lnTo>
                  <a:pt x="0" y="158242"/>
                </a:lnTo>
                <a:lnTo>
                  <a:pt x="0" y="791210"/>
                </a:lnTo>
                <a:lnTo>
                  <a:pt x="8064" y="841222"/>
                </a:lnTo>
                <a:lnTo>
                  <a:pt x="30530" y="884669"/>
                </a:lnTo>
                <a:lnTo>
                  <a:pt x="64782" y="918921"/>
                </a:lnTo>
                <a:lnTo>
                  <a:pt x="108216" y="941387"/>
                </a:lnTo>
                <a:lnTo>
                  <a:pt x="158242" y="949452"/>
                </a:lnTo>
                <a:lnTo>
                  <a:pt x="8436356" y="949452"/>
                </a:lnTo>
                <a:lnTo>
                  <a:pt x="8486356" y="941387"/>
                </a:lnTo>
                <a:lnTo>
                  <a:pt x="8529803" y="918921"/>
                </a:lnTo>
                <a:lnTo>
                  <a:pt x="8564054" y="884669"/>
                </a:lnTo>
                <a:lnTo>
                  <a:pt x="8586521" y="841222"/>
                </a:lnTo>
                <a:lnTo>
                  <a:pt x="8594598" y="791210"/>
                </a:lnTo>
                <a:lnTo>
                  <a:pt x="8594598" y="158242"/>
                </a:lnTo>
                <a:close/>
              </a:path>
            </a:pathLst>
          </a:custGeom>
          <a:solidFill>
            <a:srgbClr val="F79546"/>
          </a:solidFill>
        </p:spPr>
        <p:txBody>
          <a:bodyPr wrap="square" lIns="0" tIns="0" rIns="0" bIns="0" rtlCol="0"/>
          <a:lstStyle/>
          <a:p>
            <a:endParaRPr/>
          </a:p>
        </p:txBody>
      </p:sp>
      <p:sp>
        <p:nvSpPr>
          <p:cNvPr id="6" name="object 6"/>
          <p:cNvSpPr txBox="1"/>
          <p:nvPr/>
        </p:nvSpPr>
        <p:spPr>
          <a:xfrm>
            <a:off x="307593" y="2557018"/>
            <a:ext cx="8221345" cy="1200150"/>
          </a:xfrm>
          <a:prstGeom prst="rect">
            <a:avLst/>
          </a:prstGeom>
        </p:spPr>
        <p:txBody>
          <a:bodyPr vert="horz" wrap="square" lIns="0" tIns="13335" rIns="0" bIns="0" rtlCol="0">
            <a:spAutoFit/>
          </a:bodyPr>
          <a:lstStyle/>
          <a:p>
            <a:pPr marL="12700">
              <a:lnSpc>
                <a:spcPct val="100000"/>
              </a:lnSpc>
              <a:spcBef>
                <a:spcPts val="105"/>
              </a:spcBef>
            </a:pPr>
            <a:r>
              <a:rPr sz="2200" b="1" spc="150" dirty="0">
                <a:latin typeface="Arial"/>
                <a:cs typeface="Arial"/>
              </a:rPr>
              <a:t>COMMIT</a:t>
            </a:r>
            <a:r>
              <a:rPr sz="2200" b="1" spc="-200" dirty="0">
                <a:latin typeface="Arial"/>
                <a:cs typeface="Arial"/>
              </a:rPr>
              <a:t> </a:t>
            </a:r>
            <a:r>
              <a:rPr sz="2200" b="1" spc="100" dirty="0">
                <a:latin typeface="Arial"/>
                <a:cs typeface="Arial"/>
              </a:rPr>
              <a:t>TRANSACTION</a:t>
            </a:r>
            <a:endParaRPr sz="2200">
              <a:latin typeface="Arial"/>
              <a:cs typeface="Arial"/>
            </a:endParaRPr>
          </a:p>
          <a:p>
            <a:pPr marL="570230" marR="5080" indent="-342900">
              <a:lnSpc>
                <a:spcPts val="2160"/>
              </a:lnSpc>
              <a:spcBef>
                <a:spcPts val="2310"/>
              </a:spcBef>
              <a:buFont typeface="Wingdings"/>
              <a:buChar char=""/>
              <a:tabLst>
                <a:tab pos="570230" algn="l"/>
                <a:tab pos="570865" algn="l"/>
                <a:tab pos="1175385" algn="l"/>
                <a:tab pos="2480945" algn="l"/>
                <a:tab pos="4651375" algn="l"/>
                <a:tab pos="5887720" algn="l"/>
                <a:tab pos="6706870" algn="l"/>
                <a:tab pos="7134225" algn="l"/>
                <a:tab pos="7705725" algn="l"/>
                <a:tab pos="8090534" algn="l"/>
              </a:tabLst>
            </a:pPr>
            <a:r>
              <a:rPr sz="2000" spc="130" dirty="0">
                <a:solidFill>
                  <a:srgbClr val="FFFFFF"/>
                </a:solidFill>
                <a:latin typeface="Times New Roman"/>
                <a:cs typeface="Times New Roman"/>
              </a:rPr>
              <a:t>The	</a:t>
            </a:r>
            <a:r>
              <a:rPr sz="2000" spc="145" dirty="0">
                <a:solidFill>
                  <a:srgbClr val="FFFFFF"/>
                </a:solidFill>
                <a:latin typeface="Times New Roman"/>
                <a:cs typeface="Times New Roman"/>
              </a:rPr>
              <a:t>COMM</a:t>
            </a:r>
            <a:r>
              <a:rPr sz="2000" spc="50" dirty="0">
                <a:solidFill>
                  <a:srgbClr val="FFFFFF"/>
                </a:solidFill>
                <a:latin typeface="Times New Roman"/>
                <a:cs typeface="Times New Roman"/>
              </a:rPr>
              <a:t>I</a:t>
            </a:r>
            <a:r>
              <a:rPr sz="2000" spc="180" dirty="0">
                <a:solidFill>
                  <a:srgbClr val="FFFFFF"/>
                </a:solidFill>
                <a:latin typeface="Times New Roman"/>
                <a:cs typeface="Times New Roman"/>
              </a:rPr>
              <a:t>T</a:t>
            </a:r>
            <a:r>
              <a:rPr sz="2000" dirty="0">
                <a:solidFill>
                  <a:srgbClr val="FFFFFF"/>
                </a:solidFill>
                <a:latin typeface="Times New Roman"/>
                <a:cs typeface="Times New Roman"/>
              </a:rPr>
              <a:t>	</a:t>
            </a:r>
            <a:r>
              <a:rPr sz="2000" spc="155" dirty="0">
                <a:solidFill>
                  <a:srgbClr val="FFFFFF"/>
                </a:solidFill>
                <a:latin typeface="Times New Roman"/>
                <a:cs typeface="Times New Roman"/>
              </a:rPr>
              <a:t>TRANSACTION</a:t>
            </a:r>
            <a:r>
              <a:rPr sz="2000" dirty="0">
                <a:solidFill>
                  <a:srgbClr val="FFFFFF"/>
                </a:solidFill>
                <a:latin typeface="Times New Roman"/>
                <a:cs typeface="Times New Roman"/>
              </a:rPr>
              <a:t>	</a:t>
            </a:r>
            <a:r>
              <a:rPr sz="2000" spc="75" dirty="0">
                <a:solidFill>
                  <a:srgbClr val="FFFFFF"/>
                </a:solidFill>
                <a:latin typeface="Times New Roman"/>
                <a:cs typeface="Times New Roman"/>
              </a:rPr>
              <a:t>sta</a:t>
            </a:r>
            <a:r>
              <a:rPr sz="2000" spc="65" dirty="0">
                <a:solidFill>
                  <a:srgbClr val="FFFFFF"/>
                </a:solidFill>
                <a:latin typeface="Times New Roman"/>
                <a:cs typeface="Times New Roman"/>
              </a:rPr>
              <a:t>t</a:t>
            </a:r>
            <a:r>
              <a:rPr sz="2000" spc="50" dirty="0">
                <a:solidFill>
                  <a:srgbClr val="FFFFFF"/>
                </a:solidFill>
                <a:latin typeface="Times New Roman"/>
                <a:cs typeface="Times New Roman"/>
              </a:rPr>
              <a:t>e</a:t>
            </a:r>
            <a:r>
              <a:rPr sz="2000" spc="90" dirty="0">
                <a:solidFill>
                  <a:srgbClr val="FFFFFF"/>
                </a:solidFill>
                <a:latin typeface="Times New Roman"/>
                <a:cs typeface="Times New Roman"/>
              </a:rPr>
              <a:t>m</a:t>
            </a:r>
            <a:r>
              <a:rPr sz="2000" spc="105" dirty="0">
                <a:solidFill>
                  <a:srgbClr val="FFFFFF"/>
                </a:solidFill>
                <a:latin typeface="Times New Roman"/>
                <a:cs typeface="Times New Roman"/>
              </a:rPr>
              <a:t>e</a:t>
            </a:r>
            <a:r>
              <a:rPr sz="2000" spc="125" dirty="0">
                <a:solidFill>
                  <a:srgbClr val="FFFFFF"/>
                </a:solidFill>
                <a:latin typeface="Times New Roman"/>
                <a:cs typeface="Times New Roman"/>
              </a:rPr>
              <a:t>nt</a:t>
            </a:r>
            <a:r>
              <a:rPr sz="2000" dirty="0">
                <a:solidFill>
                  <a:srgbClr val="FFFFFF"/>
                </a:solidFill>
                <a:latin typeface="Times New Roman"/>
                <a:cs typeface="Times New Roman"/>
              </a:rPr>
              <a:t>	</a:t>
            </a:r>
            <a:r>
              <a:rPr sz="2000" spc="65" dirty="0">
                <a:solidFill>
                  <a:srgbClr val="FFFFFF"/>
                </a:solidFill>
                <a:latin typeface="Times New Roman"/>
                <a:cs typeface="Times New Roman"/>
              </a:rPr>
              <a:t>ma</a:t>
            </a:r>
            <a:r>
              <a:rPr sz="2000" spc="55" dirty="0">
                <a:solidFill>
                  <a:srgbClr val="FFFFFF"/>
                </a:solidFill>
                <a:latin typeface="Times New Roman"/>
                <a:cs typeface="Times New Roman"/>
              </a:rPr>
              <a:t>rks</a:t>
            </a:r>
            <a:r>
              <a:rPr sz="2000" dirty="0">
                <a:solidFill>
                  <a:srgbClr val="FFFFFF"/>
                </a:solidFill>
                <a:latin typeface="Times New Roman"/>
                <a:cs typeface="Times New Roman"/>
              </a:rPr>
              <a:t>	</a:t>
            </a:r>
            <a:r>
              <a:rPr sz="2000" spc="105" dirty="0">
                <a:solidFill>
                  <a:srgbClr val="FFFFFF"/>
                </a:solidFill>
                <a:latin typeface="Times New Roman"/>
                <a:cs typeface="Times New Roman"/>
              </a:rPr>
              <a:t>a</a:t>
            </a:r>
            <a:r>
              <a:rPr sz="2000" spc="110" dirty="0">
                <a:solidFill>
                  <a:srgbClr val="FFFFFF"/>
                </a:solidFill>
                <a:latin typeface="Times New Roman"/>
                <a:cs typeface="Times New Roman"/>
              </a:rPr>
              <a:t>n</a:t>
            </a:r>
            <a:r>
              <a:rPr sz="2000" dirty="0">
                <a:solidFill>
                  <a:srgbClr val="FFFFFF"/>
                </a:solidFill>
                <a:latin typeface="Times New Roman"/>
                <a:cs typeface="Times New Roman"/>
              </a:rPr>
              <a:t>	</a:t>
            </a:r>
            <a:r>
              <a:rPr sz="2000" spc="110" dirty="0">
                <a:solidFill>
                  <a:srgbClr val="FFFFFF"/>
                </a:solidFill>
                <a:latin typeface="Times New Roman"/>
                <a:cs typeface="Times New Roman"/>
              </a:rPr>
              <a:t>en</a:t>
            </a:r>
            <a:r>
              <a:rPr sz="2000" spc="125" dirty="0">
                <a:solidFill>
                  <a:srgbClr val="FFFFFF"/>
                </a:solidFill>
                <a:latin typeface="Times New Roman"/>
                <a:cs typeface="Times New Roman"/>
              </a:rPr>
              <a:t>d</a:t>
            </a:r>
            <a:r>
              <a:rPr sz="2000" dirty="0">
                <a:solidFill>
                  <a:srgbClr val="FFFFFF"/>
                </a:solidFill>
                <a:latin typeface="Times New Roman"/>
                <a:cs typeface="Times New Roman"/>
              </a:rPr>
              <a:t>	</a:t>
            </a:r>
            <a:r>
              <a:rPr sz="2000" spc="60" dirty="0">
                <a:solidFill>
                  <a:srgbClr val="FFFFFF"/>
                </a:solidFill>
                <a:latin typeface="Times New Roman"/>
                <a:cs typeface="Times New Roman"/>
              </a:rPr>
              <a:t>o</a:t>
            </a:r>
            <a:r>
              <a:rPr sz="2000" spc="45" dirty="0">
                <a:solidFill>
                  <a:srgbClr val="FFFFFF"/>
                </a:solidFill>
                <a:latin typeface="Times New Roman"/>
                <a:cs typeface="Times New Roman"/>
              </a:rPr>
              <a:t>f</a:t>
            </a:r>
            <a:r>
              <a:rPr sz="2000" dirty="0">
                <a:solidFill>
                  <a:srgbClr val="FFFFFF"/>
                </a:solidFill>
                <a:latin typeface="Times New Roman"/>
                <a:cs typeface="Times New Roman"/>
              </a:rPr>
              <a:t>	</a:t>
            </a:r>
            <a:r>
              <a:rPr sz="2000" spc="20" dirty="0">
                <a:solidFill>
                  <a:srgbClr val="FFFFFF"/>
                </a:solidFill>
                <a:latin typeface="Times New Roman"/>
                <a:cs typeface="Times New Roman"/>
              </a:rPr>
              <a:t>a  </a:t>
            </a:r>
            <a:r>
              <a:rPr sz="2000" spc="40" dirty="0">
                <a:solidFill>
                  <a:srgbClr val="FFFFFF"/>
                </a:solidFill>
                <a:latin typeface="Times New Roman"/>
                <a:cs typeface="Times New Roman"/>
              </a:rPr>
              <a:t>successful</a:t>
            </a:r>
            <a:r>
              <a:rPr sz="2000" spc="-75" dirty="0">
                <a:solidFill>
                  <a:srgbClr val="FFFFFF"/>
                </a:solidFill>
                <a:latin typeface="Times New Roman"/>
                <a:cs typeface="Times New Roman"/>
              </a:rPr>
              <a:t> </a:t>
            </a:r>
            <a:r>
              <a:rPr sz="2000" spc="45" dirty="0">
                <a:solidFill>
                  <a:srgbClr val="FFFFFF"/>
                </a:solidFill>
                <a:latin typeface="Times New Roman"/>
                <a:cs typeface="Times New Roman"/>
              </a:rPr>
              <a:t>implicit</a:t>
            </a:r>
            <a:r>
              <a:rPr sz="2000" spc="-95" dirty="0">
                <a:solidFill>
                  <a:srgbClr val="FFFFFF"/>
                </a:solidFill>
                <a:latin typeface="Times New Roman"/>
                <a:cs typeface="Times New Roman"/>
              </a:rPr>
              <a:t> </a:t>
            </a:r>
            <a:r>
              <a:rPr sz="2000" spc="85" dirty="0">
                <a:solidFill>
                  <a:srgbClr val="FFFFFF"/>
                </a:solidFill>
                <a:latin typeface="Times New Roman"/>
                <a:cs typeface="Times New Roman"/>
              </a:rPr>
              <a:t>or</a:t>
            </a:r>
            <a:r>
              <a:rPr sz="2000" spc="-60" dirty="0">
                <a:solidFill>
                  <a:srgbClr val="FFFFFF"/>
                </a:solidFill>
                <a:latin typeface="Times New Roman"/>
                <a:cs typeface="Times New Roman"/>
              </a:rPr>
              <a:t> </a:t>
            </a:r>
            <a:r>
              <a:rPr sz="2000" spc="50" dirty="0">
                <a:solidFill>
                  <a:srgbClr val="FFFFFF"/>
                </a:solidFill>
                <a:latin typeface="Times New Roman"/>
                <a:cs typeface="Times New Roman"/>
              </a:rPr>
              <a:t>explicit</a:t>
            </a:r>
            <a:r>
              <a:rPr sz="2000" spc="-70" dirty="0">
                <a:solidFill>
                  <a:srgbClr val="FFFFFF"/>
                </a:solidFill>
                <a:latin typeface="Times New Roman"/>
                <a:cs typeface="Times New Roman"/>
              </a:rPr>
              <a:t> </a:t>
            </a:r>
            <a:r>
              <a:rPr sz="2000" spc="75" dirty="0">
                <a:solidFill>
                  <a:srgbClr val="FFFFFF"/>
                </a:solidFill>
                <a:latin typeface="Times New Roman"/>
                <a:cs typeface="Times New Roman"/>
              </a:rPr>
              <a:t>transaction.</a:t>
            </a:r>
            <a:endParaRPr sz="2000">
              <a:latin typeface="Times New Roman"/>
              <a:cs typeface="Times New Roman"/>
            </a:endParaRPr>
          </a:p>
        </p:txBody>
      </p:sp>
      <p:sp>
        <p:nvSpPr>
          <p:cNvPr id="7" name="object 7"/>
          <p:cNvSpPr txBox="1"/>
          <p:nvPr/>
        </p:nvSpPr>
        <p:spPr>
          <a:xfrm>
            <a:off x="452119" y="4204461"/>
            <a:ext cx="2267585" cy="361315"/>
          </a:xfrm>
          <a:prstGeom prst="rect">
            <a:avLst/>
          </a:prstGeom>
        </p:spPr>
        <p:txBody>
          <a:bodyPr vert="horz" wrap="square" lIns="0" tIns="12700" rIns="0" bIns="0" rtlCol="0">
            <a:spAutoFit/>
          </a:bodyPr>
          <a:lstStyle/>
          <a:p>
            <a:pPr marL="12700">
              <a:lnSpc>
                <a:spcPct val="100000"/>
              </a:lnSpc>
              <a:spcBef>
                <a:spcPts val="100"/>
              </a:spcBef>
            </a:pPr>
            <a:r>
              <a:rPr sz="2200" b="1" spc="150" dirty="0">
                <a:latin typeface="Arial"/>
                <a:cs typeface="Arial"/>
              </a:rPr>
              <a:t>COMMIT</a:t>
            </a:r>
            <a:r>
              <a:rPr sz="2200" b="1" spc="-265" dirty="0">
                <a:latin typeface="Arial"/>
                <a:cs typeface="Arial"/>
              </a:rPr>
              <a:t> </a:t>
            </a:r>
            <a:r>
              <a:rPr sz="2200" b="1" spc="105" dirty="0">
                <a:latin typeface="Arial"/>
                <a:cs typeface="Arial"/>
              </a:rPr>
              <a:t>WORK</a:t>
            </a:r>
            <a:endParaRPr sz="2200">
              <a:latin typeface="Arial"/>
              <a:cs typeface="Arial"/>
            </a:endParaRPr>
          </a:p>
        </p:txBody>
      </p:sp>
      <p:sp>
        <p:nvSpPr>
          <p:cNvPr id="8" name="object 8"/>
          <p:cNvSpPr/>
          <p:nvPr/>
        </p:nvSpPr>
        <p:spPr>
          <a:xfrm>
            <a:off x="302514" y="4686300"/>
            <a:ext cx="8594090" cy="949960"/>
          </a:xfrm>
          <a:custGeom>
            <a:avLst/>
            <a:gdLst/>
            <a:ahLst/>
            <a:cxnLst/>
            <a:rect l="l" t="t" r="r" b="b"/>
            <a:pathLst>
              <a:path w="8594090" h="949960">
                <a:moveTo>
                  <a:pt x="8593836" y="158242"/>
                </a:moveTo>
                <a:lnTo>
                  <a:pt x="8585759" y="108242"/>
                </a:lnTo>
                <a:lnTo>
                  <a:pt x="8563292" y="64795"/>
                </a:lnTo>
                <a:lnTo>
                  <a:pt x="8529041" y="30543"/>
                </a:lnTo>
                <a:lnTo>
                  <a:pt x="8485594" y="8077"/>
                </a:lnTo>
                <a:lnTo>
                  <a:pt x="8435594" y="0"/>
                </a:lnTo>
                <a:lnTo>
                  <a:pt x="158254" y="0"/>
                </a:lnTo>
                <a:lnTo>
                  <a:pt x="108229" y="8077"/>
                </a:lnTo>
                <a:lnTo>
                  <a:pt x="64782" y="30543"/>
                </a:lnTo>
                <a:lnTo>
                  <a:pt x="30530" y="64795"/>
                </a:lnTo>
                <a:lnTo>
                  <a:pt x="8064" y="108242"/>
                </a:lnTo>
                <a:lnTo>
                  <a:pt x="0" y="158242"/>
                </a:lnTo>
                <a:lnTo>
                  <a:pt x="0" y="791210"/>
                </a:lnTo>
                <a:lnTo>
                  <a:pt x="8064" y="841222"/>
                </a:lnTo>
                <a:lnTo>
                  <a:pt x="30530" y="884669"/>
                </a:lnTo>
                <a:lnTo>
                  <a:pt x="64782" y="918921"/>
                </a:lnTo>
                <a:lnTo>
                  <a:pt x="108229" y="941387"/>
                </a:lnTo>
                <a:lnTo>
                  <a:pt x="158254" y="949452"/>
                </a:lnTo>
                <a:lnTo>
                  <a:pt x="8435594" y="949452"/>
                </a:lnTo>
                <a:lnTo>
                  <a:pt x="8485594" y="941387"/>
                </a:lnTo>
                <a:lnTo>
                  <a:pt x="8529041" y="918921"/>
                </a:lnTo>
                <a:lnTo>
                  <a:pt x="8563292" y="884669"/>
                </a:lnTo>
                <a:lnTo>
                  <a:pt x="8585759" y="841222"/>
                </a:lnTo>
                <a:lnTo>
                  <a:pt x="8593836" y="791210"/>
                </a:lnTo>
                <a:lnTo>
                  <a:pt x="8593836" y="158242"/>
                </a:lnTo>
                <a:close/>
              </a:path>
            </a:pathLst>
          </a:custGeom>
          <a:solidFill>
            <a:srgbClr val="C0504D"/>
          </a:solidFill>
        </p:spPr>
        <p:txBody>
          <a:bodyPr wrap="square" lIns="0" tIns="0" rIns="0" bIns="0" rtlCol="0"/>
          <a:lstStyle/>
          <a:p>
            <a:endParaRPr/>
          </a:p>
        </p:txBody>
      </p:sp>
      <p:sp>
        <p:nvSpPr>
          <p:cNvPr id="9" name="object 9"/>
          <p:cNvSpPr txBox="1"/>
          <p:nvPr/>
        </p:nvSpPr>
        <p:spPr>
          <a:xfrm>
            <a:off x="595883" y="4965191"/>
            <a:ext cx="7458709" cy="330200"/>
          </a:xfrm>
          <a:prstGeom prst="rect">
            <a:avLst/>
          </a:prstGeom>
        </p:spPr>
        <p:txBody>
          <a:bodyPr vert="horz" wrap="square" lIns="0" tIns="12065" rIns="0" bIns="0" rtlCol="0">
            <a:spAutoFit/>
          </a:bodyPr>
          <a:lstStyle/>
          <a:p>
            <a:pPr marL="355600" indent="-342900">
              <a:lnSpc>
                <a:spcPct val="100000"/>
              </a:lnSpc>
              <a:spcBef>
                <a:spcPts val="95"/>
              </a:spcBef>
              <a:buFont typeface="Wingdings"/>
              <a:buChar char=""/>
              <a:tabLst>
                <a:tab pos="354965" algn="l"/>
                <a:tab pos="355600" algn="l"/>
              </a:tabLst>
            </a:pPr>
            <a:r>
              <a:rPr sz="2000" spc="130" dirty="0">
                <a:solidFill>
                  <a:srgbClr val="FFFFFF"/>
                </a:solidFill>
                <a:latin typeface="Times New Roman"/>
                <a:cs typeface="Times New Roman"/>
              </a:rPr>
              <a:t>The</a:t>
            </a:r>
            <a:r>
              <a:rPr sz="2000" spc="-75" dirty="0">
                <a:solidFill>
                  <a:srgbClr val="FFFFFF"/>
                </a:solidFill>
                <a:latin typeface="Times New Roman"/>
                <a:cs typeface="Times New Roman"/>
              </a:rPr>
              <a:t> </a:t>
            </a:r>
            <a:r>
              <a:rPr sz="2000" spc="135" dirty="0">
                <a:solidFill>
                  <a:srgbClr val="FFFFFF"/>
                </a:solidFill>
                <a:latin typeface="Times New Roman"/>
                <a:cs typeface="Times New Roman"/>
              </a:rPr>
              <a:t>COMMIT</a:t>
            </a:r>
            <a:r>
              <a:rPr sz="2000" spc="-90" dirty="0">
                <a:solidFill>
                  <a:srgbClr val="FFFFFF"/>
                </a:solidFill>
                <a:latin typeface="Times New Roman"/>
                <a:cs typeface="Times New Roman"/>
              </a:rPr>
              <a:t> </a:t>
            </a:r>
            <a:r>
              <a:rPr sz="2000" spc="170" dirty="0">
                <a:solidFill>
                  <a:srgbClr val="FFFFFF"/>
                </a:solidFill>
                <a:latin typeface="Times New Roman"/>
                <a:cs typeface="Times New Roman"/>
              </a:rPr>
              <a:t>WORK</a:t>
            </a:r>
            <a:r>
              <a:rPr sz="2000" spc="-70" dirty="0">
                <a:solidFill>
                  <a:srgbClr val="FFFFFF"/>
                </a:solidFill>
                <a:latin typeface="Times New Roman"/>
                <a:cs typeface="Times New Roman"/>
              </a:rPr>
              <a:t> </a:t>
            </a:r>
            <a:r>
              <a:rPr sz="2000" spc="85" dirty="0">
                <a:solidFill>
                  <a:srgbClr val="FFFFFF"/>
                </a:solidFill>
                <a:latin typeface="Times New Roman"/>
                <a:cs typeface="Times New Roman"/>
              </a:rPr>
              <a:t>statement</a:t>
            </a:r>
            <a:r>
              <a:rPr sz="2000" spc="-45" dirty="0">
                <a:solidFill>
                  <a:srgbClr val="FFFFFF"/>
                </a:solidFill>
                <a:latin typeface="Times New Roman"/>
                <a:cs typeface="Times New Roman"/>
              </a:rPr>
              <a:t> </a:t>
            </a:r>
            <a:r>
              <a:rPr sz="2000" spc="60" dirty="0">
                <a:solidFill>
                  <a:srgbClr val="FFFFFF"/>
                </a:solidFill>
                <a:latin typeface="Times New Roman"/>
                <a:cs typeface="Times New Roman"/>
              </a:rPr>
              <a:t>marks</a:t>
            </a:r>
            <a:r>
              <a:rPr sz="2000" spc="-7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5" dirty="0">
                <a:solidFill>
                  <a:srgbClr val="FFFFFF"/>
                </a:solidFill>
                <a:latin typeface="Times New Roman"/>
                <a:cs typeface="Times New Roman"/>
              </a:rPr>
              <a:t> </a:t>
            </a:r>
            <a:r>
              <a:rPr sz="2000" spc="114" dirty="0">
                <a:solidFill>
                  <a:srgbClr val="FFFFFF"/>
                </a:solidFill>
                <a:latin typeface="Times New Roman"/>
                <a:cs typeface="Times New Roman"/>
              </a:rPr>
              <a:t>end</a:t>
            </a:r>
            <a:r>
              <a:rPr sz="2000" spc="-65"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5"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75" dirty="0">
                <a:solidFill>
                  <a:srgbClr val="FFFFFF"/>
                </a:solidFill>
                <a:latin typeface="Times New Roman"/>
                <a:cs typeface="Times New Roman"/>
              </a:rPr>
              <a:t>transaction.</a:t>
            </a:r>
            <a:endParaRPr sz="20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9</a:t>
            </a:fld>
            <a:endParaRPr sz="1200"/>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127254"/>
            <a:ext cx="8927465" cy="452755"/>
          </a:xfrm>
          <a:prstGeom prst="rect">
            <a:avLst/>
          </a:prstGeom>
        </p:spPr>
        <p:txBody>
          <a:bodyPr vert="horz" wrap="square" lIns="0" tIns="12700" rIns="0" bIns="0" rtlCol="0">
            <a:spAutoFit/>
          </a:bodyPr>
          <a:lstStyle/>
          <a:p>
            <a:pPr marL="12700">
              <a:lnSpc>
                <a:spcPct val="100000"/>
              </a:lnSpc>
              <a:spcBef>
                <a:spcPts val="100"/>
              </a:spcBef>
            </a:pPr>
            <a:r>
              <a:rPr spc="110" dirty="0"/>
              <a:t>Starting</a:t>
            </a:r>
            <a:r>
              <a:rPr spc="-105" dirty="0"/>
              <a:t> </a:t>
            </a:r>
            <a:r>
              <a:rPr spc="160" dirty="0"/>
              <a:t>and</a:t>
            </a:r>
            <a:r>
              <a:rPr spc="-100" dirty="0"/>
              <a:t> </a:t>
            </a:r>
            <a:r>
              <a:rPr spc="110" dirty="0"/>
              <a:t>Ending</a:t>
            </a:r>
            <a:r>
              <a:rPr spc="-110" dirty="0"/>
              <a:t> </a:t>
            </a:r>
            <a:r>
              <a:rPr spc="110" dirty="0"/>
              <a:t>Transactions</a:t>
            </a:r>
            <a:r>
              <a:rPr spc="-100" dirty="0"/>
              <a:t> </a:t>
            </a:r>
            <a:r>
              <a:rPr spc="100" dirty="0"/>
              <a:t>Using</a:t>
            </a:r>
            <a:r>
              <a:rPr spc="-105" dirty="0"/>
              <a:t> </a:t>
            </a:r>
            <a:r>
              <a:rPr spc="110" dirty="0"/>
              <a:t>Transact-SQL</a:t>
            </a:r>
            <a:r>
              <a:rPr spc="-114" dirty="0"/>
              <a:t> 2-3</a:t>
            </a:r>
          </a:p>
        </p:txBody>
      </p:sp>
      <p:sp>
        <p:nvSpPr>
          <p:cNvPr id="3" name="object 3"/>
          <p:cNvSpPr txBox="1"/>
          <p:nvPr/>
        </p:nvSpPr>
        <p:spPr>
          <a:xfrm>
            <a:off x="259841" y="880109"/>
            <a:ext cx="3503295" cy="330200"/>
          </a:xfrm>
          <a:prstGeom prst="rect">
            <a:avLst/>
          </a:prstGeom>
        </p:spPr>
        <p:txBody>
          <a:bodyPr vert="horz" wrap="square" lIns="0" tIns="12700" rIns="0" bIns="0" rtlCol="0">
            <a:spAutoFit/>
          </a:bodyPr>
          <a:lstStyle/>
          <a:p>
            <a:pPr marL="12700">
              <a:lnSpc>
                <a:spcPct val="100000"/>
              </a:lnSpc>
              <a:spcBef>
                <a:spcPts val="100"/>
              </a:spcBef>
            </a:pPr>
            <a:r>
              <a:rPr sz="2000" b="1" spc="10" dirty="0">
                <a:latin typeface="Arial"/>
                <a:cs typeface="Arial"/>
              </a:rPr>
              <a:t>ROLLBACK</a:t>
            </a:r>
            <a:r>
              <a:rPr sz="2000" b="1" spc="-200" dirty="0">
                <a:latin typeface="Arial"/>
                <a:cs typeface="Arial"/>
              </a:rPr>
              <a:t> </a:t>
            </a:r>
            <a:r>
              <a:rPr sz="2000" b="1" spc="95" dirty="0">
                <a:latin typeface="Arial"/>
                <a:cs typeface="Arial"/>
              </a:rPr>
              <a:t>TRANSACTION</a:t>
            </a:r>
            <a:endParaRPr sz="2000">
              <a:latin typeface="Arial"/>
              <a:cs typeface="Arial"/>
            </a:endParaRPr>
          </a:p>
        </p:txBody>
      </p:sp>
      <p:sp>
        <p:nvSpPr>
          <p:cNvPr id="4" name="object 4"/>
          <p:cNvSpPr txBox="1"/>
          <p:nvPr/>
        </p:nvSpPr>
        <p:spPr>
          <a:xfrm>
            <a:off x="259841" y="4080764"/>
            <a:ext cx="2600325" cy="361315"/>
          </a:xfrm>
          <a:prstGeom prst="rect">
            <a:avLst/>
          </a:prstGeom>
        </p:spPr>
        <p:txBody>
          <a:bodyPr vert="horz" wrap="square" lIns="0" tIns="12700" rIns="0" bIns="0" rtlCol="0">
            <a:spAutoFit/>
          </a:bodyPr>
          <a:lstStyle/>
          <a:p>
            <a:pPr marL="12700">
              <a:lnSpc>
                <a:spcPct val="100000"/>
              </a:lnSpc>
              <a:spcBef>
                <a:spcPts val="100"/>
              </a:spcBef>
            </a:pPr>
            <a:r>
              <a:rPr sz="2200" b="1" spc="10" dirty="0">
                <a:latin typeface="Arial"/>
                <a:cs typeface="Arial"/>
              </a:rPr>
              <a:t>ROLLBACK</a:t>
            </a:r>
            <a:r>
              <a:rPr sz="2200" b="1" spc="-265" dirty="0">
                <a:latin typeface="Arial"/>
                <a:cs typeface="Arial"/>
              </a:rPr>
              <a:t> </a:t>
            </a:r>
            <a:r>
              <a:rPr sz="2200" b="1" spc="105" dirty="0">
                <a:latin typeface="Arial"/>
                <a:cs typeface="Arial"/>
              </a:rPr>
              <a:t>WORK</a:t>
            </a:r>
            <a:endParaRPr sz="2200">
              <a:latin typeface="Arial"/>
              <a:cs typeface="Arial"/>
            </a:endParaRPr>
          </a:p>
        </p:txBody>
      </p:sp>
      <p:pic>
        <p:nvPicPr>
          <p:cNvPr id="5" name="object 5"/>
          <p:cNvPicPr/>
          <p:nvPr/>
        </p:nvPicPr>
        <p:blipFill>
          <a:blip r:embed="rId3" cstate="print"/>
          <a:stretch>
            <a:fillRect/>
          </a:stretch>
        </p:blipFill>
        <p:spPr>
          <a:xfrm>
            <a:off x="3251453" y="4318253"/>
            <a:ext cx="4008120" cy="2295144"/>
          </a:xfrm>
          <a:prstGeom prst="rect">
            <a:avLst/>
          </a:prstGeom>
        </p:spPr>
      </p:pic>
      <p:grpSp>
        <p:nvGrpSpPr>
          <p:cNvPr id="6" name="object 6"/>
          <p:cNvGrpSpPr/>
          <p:nvPr/>
        </p:nvGrpSpPr>
        <p:grpSpPr>
          <a:xfrm>
            <a:off x="2435351" y="1168908"/>
            <a:ext cx="2498725" cy="2879090"/>
            <a:chOff x="2435351" y="1168908"/>
            <a:chExt cx="2498725" cy="2879090"/>
          </a:xfrm>
        </p:grpSpPr>
        <p:sp>
          <p:nvSpPr>
            <p:cNvPr id="7" name="object 7"/>
            <p:cNvSpPr/>
            <p:nvPr/>
          </p:nvSpPr>
          <p:spPr>
            <a:xfrm>
              <a:off x="2447924" y="1181481"/>
              <a:ext cx="2473960" cy="2853690"/>
            </a:xfrm>
            <a:custGeom>
              <a:avLst/>
              <a:gdLst/>
              <a:ahLst/>
              <a:cxnLst/>
              <a:rect l="l" t="t" r="r" b="b"/>
              <a:pathLst>
                <a:path w="2473960" h="2853690">
                  <a:moveTo>
                    <a:pt x="0" y="0"/>
                  </a:moveTo>
                  <a:lnTo>
                    <a:pt x="0" y="2853690"/>
                  </a:lnTo>
                  <a:lnTo>
                    <a:pt x="2473452" y="2282952"/>
                  </a:lnTo>
                  <a:lnTo>
                    <a:pt x="2473452" y="570738"/>
                  </a:lnTo>
                  <a:lnTo>
                    <a:pt x="0" y="0"/>
                  </a:lnTo>
                  <a:close/>
                </a:path>
              </a:pathLst>
            </a:custGeom>
            <a:solidFill>
              <a:srgbClr val="9BBA58"/>
            </a:solidFill>
          </p:spPr>
          <p:txBody>
            <a:bodyPr wrap="square" lIns="0" tIns="0" rIns="0" bIns="0" rtlCol="0"/>
            <a:lstStyle/>
            <a:p>
              <a:endParaRPr/>
            </a:p>
          </p:txBody>
        </p:sp>
        <p:sp>
          <p:nvSpPr>
            <p:cNvPr id="8" name="object 8"/>
            <p:cNvSpPr/>
            <p:nvPr/>
          </p:nvSpPr>
          <p:spPr>
            <a:xfrm>
              <a:off x="2447924" y="1181481"/>
              <a:ext cx="2473960" cy="2853690"/>
            </a:xfrm>
            <a:custGeom>
              <a:avLst/>
              <a:gdLst/>
              <a:ahLst/>
              <a:cxnLst/>
              <a:rect l="l" t="t" r="r" b="b"/>
              <a:pathLst>
                <a:path w="2473960" h="2853690">
                  <a:moveTo>
                    <a:pt x="0" y="2853690"/>
                  </a:moveTo>
                  <a:lnTo>
                    <a:pt x="0" y="0"/>
                  </a:lnTo>
                  <a:lnTo>
                    <a:pt x="2473452" y="570738"/>
                  </a:lnTo>
                  <a:lnTo>
                    <a:pt x="2473452" y="2282952"/>
                  </a:lnTo>
                  <a:lnTo>
                    <a:pt x="0" y="2853690"/>
                  </a:lnTo>
                  <a:close/>
                </a:path>
              </a:pathLst>
            </a:custGeom>
            <a:ln w="25146">
              <a:solidFill>
                <a:srgbClr val="FFFFFF"/>
              </a:solidFill>
            </a:ln>
          </p:spPr>
          <p:txBody>
            <a:bodyPr wrap="square" lIns="0" tIns="0" rIns="0" bIns="0" rtlCol="0"/>
            <a:lstStyle/>
            <a:p>
              <a:endParaRPr/>
            </a:p>
          </p:txBody>
        </p:sp>
      </p:grpSp>
      <p:sp>
        <p:nvSpPr>
          <p:cNvPr id="9" name="object 9"/>
          <p:cNvSpPr txBox="1"/>
          <p:nvPr/>
        </p:nvSpPr>
        <p:spPr>
          <a:xfrm>
            <a:off x="2745994" y="1655825"/>
            <a:ext cx="1875789" cy="1816100"/>
          </a:xfrm>
          <a:prstGeom prst="rect">
            <a:avLst/>
          </a:prstGeom>
        </p:spPr>
        <p:txBody>
          <a:bodyPr vert="horz" wrap="square" lIns="0" tIns="35560" rIns="0" bIns="0" rtlCol="0">
            <a:spAutoFit/>
          </a:bodyPr>
          <a:lstStyle/>
          <a:p>
            <a:pPr marL="12700" marR="5080" algn="ctr">
              <a:lnSpc>
                <a:spcPct val="90600"/>
              </a:lnSpc>
              <a:spcBef>
                <a:spcPts val="280"/>
              </a:spcBef>
            </a:pPr>
            <a:r>
              <a:rPr sz="1600" spc="75" dirty="0">
                <a:solidFill>
                  <a:schemeClr val="bg1"/>
                </a:solidFill>
                <a:latin typeface="Times New Roman"/>
                <a:cs typeface="Times New Roman"/>
              </a:rPr>
              <a:t>This </a:t>
            </a:r>
            <a:r>
              <a:rPr sz="1600" spc="65" dirty="0">
                <a:solidFill>
                  <a:schemeClr val="bg1"/>
                </a:solidFill>
                <a:latin typeface="Times New Roman"/>
                <a:cs typeface="Times New Roman"/>
              </a:rPr>
              <a:t>transaction</a:t>
            </a:r>
            <a:r>
              <a:rPr sz="1600" spc="-290" dirty="0">
                <a:solidFill>
                  <a:schemeClr val="bg1"/>
                </a:solidFill>
                <a:latin typeface="Times New Roman"/>
                <a:cs typeface="Times New Roman"/>
              </a:rPr>
              <a:t> </a:t>
            </a:r>
            <a:r>
              <a:rPr sz="1600" spc="30" dirty="0">
                <a:solidFill>
                  <a:schemeClr val="bg1"/>
                </a:solidFill>
                <a:latin typeface="Times New Roman"/>
                <a:cs typeface="Times New Roman"/>
              </a:rPr>
              <a:t>rolls  </a:t>
            </a:r>
            <a:r>
              <a:rPr sz="1600" spc="45" dirty="0">
                <a:solidFill>
                  <a:schemeClr val="bg1"/>
                </a:solidFill>
                <a:latin typeface="Times New Roman"/>
                <a:cs typeface="Times New Roman"/>
              </a:rPr>
              <a:t>back </a:t>
            </a:r>
            <a:r>
              <a:rPr sz="1600" spc="70" dirty="0">
                <a:solidFill>
                  <a:schemeClr val="bg1"/>
                </a:solidFill>
                <a:latin typeface="Times New Roman"/>
                <a:cs typeface="Times New Roman"/>
              </a:rPr>
              <a:t>or </a:t>
            </a:r>
            <a:r>
              <a:rPr sz="1600" spc="35" dirty="0">
                <a:solidFill>
                  <a:schemeClr val="bg1"/>
                </a:solidFill>
                <a:latin typeface="Times New Roman"/>
                <a:cs typeface="Times New Roman"/>
              </a:rPr>
              <a:t>cancels </a:t>
            </a:r>
            <a:r>
              <a:rPr sz="1600" spc="85" dirty="0">
                <a:solidFill>
                  <a:schemeClr val="bg1"/>
                </a:solidFill>
                <a:latin typeface="Times New Roman"/>
                <a:cs typeface="Times New Roman"/>
              </a:rPr>
              <a:t>an  </a:t>
            </a:r>
            <a:r>
              <a:rPr sz="1600" spc="40" dirty="0">
                <a:solidFill>
                  <a:schemeClr val="bg1"/>
                </a:solidFill>
                <a:latin typeface="Times New Roman"/>
                <a:cs typeface="Times New Roman"/>
              </a:rPr>
              <a:t>implicit </a:t>
            </a:r>
            <a:r>
              <a:rPr sz="1600" spc="70" dirty="0">
                <a:solidFill>
                  <a:schemeClr val="bg1"/>
                </a:solidFill>
                <a:latin typeface="Times New Roman"/>
                <a:cs typeface="Times New Roman"/>
              </a:rPr>
              <a:t>or </a:t>
            </a:r>
            <a:r>
              <a:rPr sz="1600" spc="40" dirty="0">
                <a:solidFill>
                  <a:schemeClr val="bg1"/>
                </a:solidFill>
                <a:latin typeface="Times New Roman"/>
                <a:cs typeface="Times New Roman"/>
              </a:rPr>
              <a:t>explicit  </a:t>
            </a:r>
            <a:r>
              <a:rPr sz="1600" spc="65" dirty="0">
                <a:solidFill>
                  <a:schemeClr val="bg1"/>
                </a:solidFill>
                <a:latin typeface="Times New Roman"/>
                <a:cs typeface="Times New Roman"/>
              </a:rPr>
              <a:t>transaction </a:t>
            </a:r>
            <a:r>
              <a:rPr sz="1600" spc="85" dirty="0">
                <a:solidFill>
                  <a:schemeClr val="bg1"/>
                </a:solidFill>
                <a:latin typeface="Times New Roman"/>
                <a:cs typeface="Times New Roman"/>
              </a:rPr>
              <a:t>to </a:t>
            </a:r>
            <a:r>
              <a:rPr sz="1600" spc="90" dirty="0">
                <a:solidFill>
                  <a:schemeClr val="bg1"/>
                </a:solidFill>
                <a:latin typeface="Times New Roman"/>
                <a:cs typeface="Times New Roman"/>
              </a:rPr>
              <a:t>the  </a:t>
            </a:r>
            <a:r>
              <a:rPr sz="1600" spc="55" dirty="0">
                <a:solidFill>
                  <a:schemeClr val="bg1"/>
                </a:solidFill>
                <a:latin typeface="Times New Roman"/>
                <a:cs typeface="Times New Roman"/>
              </a:rPr>
              <a:t>starting </a:t>
            </a:r>
            <a:r>
              <a:rPr sz="1600" spc="85" dirty="0">
                <a:solidFill>
                  <a:schemeClr val="bg1"/>
                </a:solidFill>
                <a:latin typeface="Times New Roman"/>
                <a:cs typeface="Times New Roman"/>
              </a:rPr>
              <a:t>point </a:t>
            </a:r>
            <a:r>
              <a:rPr sz="1600" spc="45" dirty="0">
                <a:solidFill>
                  <a:schemeClr val="bg1"/>
                </a:solidFill>
                <a:latin typeface="Times New Roman"/>
                <a:cs typeface="Times New Roman"/>
              </a:rPr>
              <a:t>of </a:t>
            </a:r>
            <a:r>
              <a:rPr sz="1600" spc="90" dirty="0">
                <a:solidFill>
                  <a:schemeClr val="bg1"/>
                </a:solidFill>
                <a:latin typeface="Times New Roman"/>
                <a:cs typeface="Times New Roman"/>
              </a:rPr>
              <a:t>the  </a:t>
            </a:r>
            <a:r>
              <a:rPr sz="1600" spc="65" dirty="0">
                <a:solidFill>
                  <a:schemeClr val="bg1"/>
                </a:solidFill>
                <a:latin typeface="Times New Roman"/>
                <a:cs typeface="Times New Roman"/>
              </a:rPr>
              <a:t>transaction </a:t>
            </a:r>
            <a:r>
              <a:rPr sz="1600" spc="70" dirty="0">
                <a:solidFill>
                  <a:schemeClr val="bg1"/>
                </a:solidFill>
                <a:latin typeface="Times New Roman"/>
                <a:cs typeface="Times New Roman"/>
              </a:rPr>
              <a:t>or </a:t>
            </a:r>
            <a:r>
              <a:rPr sz="1600" spc="85" dirty="0">
                <a:solidFill>
                  <a:schemeClr val="bg1"/>
                </a:solidFill>
                <a:latin typeface="Times New Roman"/>
                <a:cs typeface="Times New Roman"/>
              </a:rPr>
              <a:t>to </a:t>
            </a:r>
            <a:r>
              <a:rPr sz="1600" spc="25" dirty="0">
                <a:solidFill>
                  <a:schemeClr val="bg1"/>
                </a:solidFill>
                <a:latin typeface="Times New Roman"/>
                <a:cs typeface="Times New Roman"/>
              </a:rPr>
              <a:t>a  </a:t>
            </a:r>
            <a:r>
              <a:rPr sz="1600" spc="55" dirty="0">
                <a:solidFill>
                  <a:schemeClr val="bg1"/>
                </a:solidFill>
                <a:latin typeface="Times New Roman"/>
                <a:cs typeface="Times New Roman"/>
              </a:rPr>
              <a:t>savepoint </a:t>
            </a:r>
            <a:r>
              <a:rPr sz="1600" spc="75" dirty="0">
                <a:solidFill>
                  <a:schemeClr val="bg1"/>
                </a:solidFill>
                <a:latin typeface="Times New Roman"/>
                <a:cs typeface="Times New Roman"/>
              </a:rPr>
              <a:t>in </a:t>
            </a:r>
            <a:r>
              <a:rPr sz="1600" spc="25" dirty="0">
                <a:solidFill>
                  <a:schemeClr val="bg1"/>
                </a:solidFill>
                <a:latin typeface="Times New Roman"/>
                <a:cs typeface="Times New Roman"/>
              </a:rPr>
              <a:t>a  </a:t>
            </a:r>
            <a:r>
              <a:rPr sz="1600" spc="60" dirty="0">
                <a:solidFill>
                  <a:schemeClr val="bg1"/>
                </a:solidFill>
                <a:latin typeface="Times New Roman"/>
                <a:cs typeface="Times New Roman"/>
              </a:rPr>
              <a:t>transaction.</a:t>
            </a:r>
            <a:endParaRPr sz="1600">
              <a:solidFill>
                <a:schemeClr val="bg1"/>
              </a:solidFill>
              <a:latin typeface="Times New Roman"/>
              <a:cs typeface="Times New Roman"/>
            </a:endParaRPr>
          </a:p>
        </p:txBody>
      </p:sp>
      <p:grpSp>
        <p:nvGrpSpPr>
          <p:cNvPr id="10" name="object 10"/>
          <p:cNvGrpSpPr/>
          <p:nvPr/>
        </p:nvGrpSpPr>
        <p:grpSpPr>
          <a:xfrm>
            <a:off x="5094732" y="1168908"/>
            <a:ext cx="2498725" cy="2879090"/>
            <a:chOff x="5094732" y="1168908"/>
            <a:chExt cx="2498725" cy="2879090"/>
          </a:xfrm>
        </p:grpSpPr>
        <p:sp>
          <p:nvSpPr>
            <p:cNvPr id="11" name="object 11"/>
            <p:cNvSpPr/>
            <p:nvPr/>
          </p:nvSpPr>
          <p:spPr>
            <a:xfrm>
              <a:off x="5107305" y="1181481"/>
              <a:ext cx="2473960" cy="2853690"/>
            </a:xfrm>
            <a:custGeom>
              <a:avLst/>
              <a:gdLst/>
              <a:ahLst/>
              <a:cxnLst/>
              <a:rect l="l" t="t" r="r" b="b"/>
              <a:pathLst>
                <a:path w="2473959" h="2853690">
                  <a:moveTo>
                    <a:pt x="0" y="0"/>
                  </a:moveTo>
                  <a:lnTo>
                    <a:pt x="0" y="2853690"/>
                  </a:lnTo>
                  <a:lnTo>
                    <a:pt x="2473452" y="2282952"/>
                  </a:lnTo>
                  <a:lnTo>
                    <a:pt x="2473452" y="570738"/>
                  </a:lnTo>
                  <a:lnTo>
                    <a:pt x="0" y="0"/>
                  </a:lnTo>
                  <a:close/>
                </a:path>
              </a:pathLst>
            </a:custGeom>
            <a:solidFill>
              <a:srgbClr val="8063A1"/>
            </a:solidFill>
          </p:spPr>
          <p:txBody>
            <a:bodyPr wrap="square" lIns="0" tIns="0" rIns="0" bIns="0" rtlCol="0"/>
            <a:lstStyle/>
            <a:p>
              <a:endParaRPr/>
            </a:p>
          </p:txBody>
        </p:sp>
        <p:sp>
          <p:nvSpPr>
            <p:cNvPr id="12" name="object 12"/>
            <p:cNvSpPr/>
            <p:nvPr/>
          </p:nvSpPr>
          <p:spPr>
            <a:xfrm>
              <a:off x="5107305" y="1181481"/>
              <a:ext cx="2473960" cy="2853690"/>
            </a:xfrm>
            <a:custGeom>
              <a:avLst/>
              <a:gdLst/>
              <a:ahLst/>
              <a:cxnLst/>
              <a:rect l="l" t="t" r="r" b="b"/>
              <a:pathLst>
                <a:path w="2473959" h="2853690">
                  <a:moveTo>
                    <a:pt x="0" y="2853690"/>
                  </a:moveTo>
                  <a:lnTo>
                    <a:pt x="0" y="0"/>
                  </a:lnTo>
                  <a:lnTo>
                    <a:pt x="2473452" y="570738"/>
                  </a:lnTo>
                  <a:lnTo>
                    <a:pt x="2473452" y="2282952"/>
                  </a:lnTo>
                  <a:lnTo>
                    <a:pt x="0" y="2853690"/>
                  </a:lnTo>
                  <a:close/>
                </a:path>
              </a:pathLst>
            </a:custGeom>
            <a:ln w="25146">
              <a:solidFill>
                <a:srgbClr val="FFFFFF"/>
              </a:solidFill>
            </a:ln>
          </p:spPr>
          <p:txBody>
            <a:bodyPr wrap="square" lIns="0" tIns="0" rIns="0" bIns="0" rtlCol="0"/>
            <a:lstStyle/>
            <a:p>
              <a:endParaRPr/>
            </a:p>
          </p:txBody>
        </p:sp>
      </p:grpSp>
      <p:sp>
        <p:nvSpPr>
          <p:cNvPr id="13" name="object 13"/>
          <p:cNvSpPr txBox="1"/>
          <p:nvPr/>
        </p:nvSpPr>
        <p:spPr>
          <a:xfrm>
            <a:off x="5208778" y="1923033"/>
            <a:ext cx="2249805" cy="1586865"/>
          </a:xfrm>
          <a:prstGeom prst="rect">
            <a:avLst/>
          </a:prstGeom>
        </p:spPr>
        <p:txBody>
          <a:bodyPr vert="horz" wrap="square" lIns="0" tIns="36830" rIns="0" bIns="0" rtlCol="0">
            <a:spAutoFit/>
          </a:bodyPr>
          <a:lstStyle/>
          <a:p>
            <a:pPr marL="12700" marR="5080">
              <a:lnSpc>
                <a:spcPct val="90000"/>
              </a:lnSpc>
              <a:spcBef>
                <a:spcPts val="290"/>
              </a:spcBef>
            </a:pPr>
            <a:r>
              <a:rPr sz="1600" spc="45" dirty="0">
                <a:solidFill>
                  <a:schemeClr val="bg1"/>
                </a:solidFill>
                <a:latin typeface="Times New Roman"/>
                <a:cs typeface="Times New Roman"/>
              </a:rPr>
              <a:t>It</a:t>
            </a:r>
            <a:r>
              <a:rPr sz="1600" spc="-70" dirty="0">
                <a:solidFill>
                  <a:schemeClr val="bg1"/>
                </a:solidFill>
                <a:latin typeface="Times New Roman"/>
                <a:cs typeface="Times New Roman"/>
              </a:rPr>
              <a:t> </a:t>
            </a:r>
            <a:r>
              <a:rPr sz="1600" spc="5" dirty="0">
                <a:solidFill>
                  <a:schemeClr val="bg1"/>
                </a:solidFill>
                <a:latin typeface="Times New Roman"/>
                <a:cs typeface="Times New Roman"/>
              </a:rPr>
              <a:t>is</a:t>
            </a:r>
            <a:r>
              <a:rPr sz="1600" spc="-80" dirty="0">
                <a:solidFill>
                  <a:schemeClr val="bg1"/>
                </a:solidFill>
                <a:latin typeface="Times New Roman"/>
                <a:cs typeface="Times New Roman"/>
              </a:rPr>
              <a:t> </a:t>
            </a:r>
            <a:r>
              <a:rPr sz="1600" spc="65" dirty="0">
                <a:solidFill>
                  <a:schemeClr val="bg1"/>
                </a:solidFill>
                <a:latin typeface="Times New Roman"/>
                <a:cs typeface="Times New Roman"/>
              </a:rPr>
              <a:t>used</a:t>
            </a:r>
            <a:r>
              <a:rPr sz="1600" spc="-75" dirty="0">
                <a:solidFill>
                  <a:schemeClr val="bg1"/>
                </a:solidFill>
                <a:latin typeface="Times New Roman"/>
                <a:cs typeface="Times New Roman"/>
              </a:rPr>
              <a:t> </a:t>
            </a:r>
            <a:r>
              <a:rPr sz="1600" spc="85" dirty="0">
                <a:solidFill>
                  <a:schemeClr val="bg1"/>
                </a:solidFill>
                <a:latin typeface="Times New Roman"/>
                <a:cs typeface="Times New Roman"/>
              </a:rPr>
              <a:t>to</a:t>
            </a:r>
            <a:r>
              <a:rPr sz="1600" spc="-65" dirty="0">
                <a:solidFill>
                  <a:schemeClr val="bg1"/>
                </a:solidFill>
                <a:latin typeface="Times New Roman"/>
                <a:cs typeface="Times New Roman"/>
              </a:rPr>
              <a:t> </a:t>
            </a:r>
            <a:r>
              <a:rPr sz="1600" spc="50" dirty="0">
                <a:solidFill>
                  <a:schemeClr val="bg1"/>
                </a:solidFill>
                <a:latin typeface="Times New Roman"/>
                <a:cs typeface="Times New Roman"/>
              </a:rPr>
              <a:t>delete</a:t>
            </a:r>
            <a:r>
              <a:rPr sz="1600" spc="-65" dirty="0">
                <a:solidFill>
                  <a:schemeClr val="bg1"/>
                </a:solidFill>
                <a:latin typeface="Times New Roman"/>
                <a:cs typeface="Times New Roman"/>
              </a:rPr>
              <a:t> </a:t>
            </a:r>
            <a:r>
              <a:rPr sz="1600" spc="10" dirty="0">
                <a:solidFill>
                  <a:schemeClr val="bg1"/>
                </a:solidFill>
                <a:latin typeface="Times New Roman"/>
                <a:cs typeface="Times New Roman"/>
              </a:rPr>
              <a:t>all</a:t>
            </a:r>
            <a:r>
              <a:rPr sz="1600" spc="-70" dirty="0">
                <a:solidFill>
                  <a:schemeClr val="bg1"/>
                </a:solidFill>
                <a:latin typeface="Times New Roman"/>
                <a:cs typeface="Times New Roman"/>
              </a:rPr>
              <a:t> </a:t>
            </a:r>
            <a:r>
              <a:rPr sz="1600" spc="65" dirty="0">
                <a:solidFill>
                  <a:schemeClr val="bg1"/>
                </a:solidFill>
                <a:latin typeface="Times New Roman"/>
                <a:cs typeface="Times New Roman"/>
              </a:rPr>
              <a:t>data  </a:t>
            </a:r>
            <a:r>
              <a:rPr sz="1600" spc="50" dirty="0">
                <a:solidFill>
                  <a:schemeClr val="bg1"/>
                </a:solidFill>
                <a:latin typeface="Times New Roman"/>
                <a:cs typeface="Times New Roman"/>
              </a:rPr>
              <a:t>modifications </a:t>
            </a:r>
            <a:r>
              <a:rPr sz="1600" spc="60" dirty="0">
                <a:solidFill>
                  <a:schemeClr val="bg1"/>
                </a:solidFill>
                <a:latin typeface="Times New Roman"/>
                <a:cs typeface="Times New Roman"/>
              </a:rPr>
              <a:t>made from  </a:t>
            </a:r>
            <a:r>
              <a:rPr sz="1600" spc="90" dirty="0">
                <a:solidFill>
                  <a:schemeClr val="bg1"/>
                </a:solidFill>
                <a:latin typeface="Times New Roman"/>
                <a:cs typeface="Times New Roman"/>
              </a:rPr>
              <a:t>the </a:t>
            </a:r>
            <a:r>
              <a:rPr sz="1600" spc="55" dirty="0">
                <a:solidFill>
                  <a:schemeClr val="bg1"/>
                </a:solidFill>
                <a:latin typeface="Times New Roman"/>
                <a:cs typeface="Times New Roman"/>
              </a:rPr>
              <a:t>beginning </a:t>
            </a:r>
            <a:r>
              <a:rPr sz="1600" spc="45" dirty="0">
                <a:solidFill>
                  <a:schemeClr val="bg1"/>
                </a:solidFill>
                <a:latin typeface="Times New Roman"/>
                <a:cs typeface="Times New Roman"/>
              </a:rPr>
              <a:t>of </a:t>
            </a:r>
            <a:r>
              <a:rPr sz="1600" spc="90" dirty="0">
                <a:solidFill>
                  <a:schemeClr val="bg1"/>
                </a:solidFill>
                <a:latin typeface="Times New Roman"/>
                <a:cs typeface="Times New Roman"/>
              </a:rPr>
              <a:t>the  </a:t>
            </a:r>
            <a:r>
              <a:rPr sz="1600" spc="65" dirty="0">
                <a:solidFill>
                  <a:schemeClr val="bg1"/>
                </a:solidFill>
                <a:latin typeface="Times New Roman"/>
                <a:cs typeface="Times New Roman"/>
              </a:rPr>
              <a:t>transaction </a:t>
            </a:r>
            <a:r>
              <a:rPr sz="1600" spc="70" dirty="0">
                <a:solidFill>
                  <a:schemeClr val="bg1"/>
                </a:solidFill>
                <a:latin typeface="Times New Roman"/>
                <a:cs typeface="Times New Roman"/>
              </a:rPr>
              <a:t>or </a:t>
            </a:r>
            <a:r>
              <a:rPr sz="1600" spc="90" dirty="0">
                <a:solidFill>
                  <a:schemeClr val="bg1"/>
                </a:solidFill>
                <a:latin typeface="Times New Roman"/>
                <a:cs typeface="Times New Roman"/>
              </a:rPr>
              <a:t>to </a:t>
            </a:r>
            <a:r>
              <a:rPr sz="1600" spc="25" dirty="0">
                <a:solidFill>
                  <a:schemeClr val="bg1"/>
                </a:solidFill>
                <a:latin typeface="Times New Roman"/>
                <a:cs typeface="Times New Roman"/>
              </a:rPr>
              <a:t>a  </a:t>
            </a:r>
            <a:r>
              <a:rPr sz="1600" spc="50" dirty="0">
                <a:solidFill>
                  <a:schemeClr val="bg1"/>
                </a:solidFill>
                <a:latin typeface="Times New Roman"/>
                <a:cs typeface="Times New Roman"/>
              </a:rPr>
              <a:t>savepoint. </a:t>
            </a:r>
            <a:r>
              <a:rPr sz="1600" spc="45" dirty="0">
                <a:solidFill>
                  <a:schemeClr val="bg1"/>
                </a:solidFill>
                <a:latin typeface="Times New Roman"/>
                <a:cs typeface="Times New Roman"/>
              </a:rPr>
              <a:t>It </a:t>
            </a:r>
            <a:r>
              <a:rPr sz="1600" spc="25" dirty="0">
                <a:solidFill>
                  <a:schemeClr val="bg1"/>
                </a:solidFill>
                <a:latin typeface="Times New Roman"/>
                <a:cs typeface="Times New Roman"/>
              </a:rPr>
              <a:t>also releases  </a:t>
            </a:r>
            <a:r>
              <a:rPr sz="1600" spc="90" dirty="0">
                <a:solidFill>
                  <a:schemeClr val="bg1"/>
                </a:solidFill>
                <a:latin typeface="Times New Roman"/>
                <a:cs typeface="Times New Roman"/>
              </a:rPr>
              <a:t>the</a:t>
            </a:r>
            <a:r>
              <a:rPr sz="1600" spc="-70" dirty="0">
                <a:solidFill>
                  <a:schemeClr val="bg1"/>
                </a:solidFill>
                <a:latin typeface="Times New Roman"/>
                <a:cs typeface="Times New Roman"/>
              </a:rPr>
              <a:t> </a:t>
            </a:r>
            <a:r>
              <a:rPr sz="1600" spc="45" dirty="0">
                <a:solidFill>
                  <a:schemeClr val="bg1"/>
                </a:solidFill>
                <a:latin typeface="Times New Roman"/>
                <a:cs typeface="Times New Roman"/>
              </a:rPr>
              <a:t>resources</a:t>
            </a:r>
            <a:r>
              <a:rPr sz="1600" spc="-70" dirty="0">
                <a:solidFill>
                  <a:schemeClr val="bg1"/>
                </a:solidFill>
                <a:latin typeface="Times New Roman"/>
                <a:cs typeface="Times New Roman"/>
              </a:rPr>
              <a:t> </a:t>
            </a:r>
            <a:r>
              <a:rPr sz="1600" spc="70" dirty="0">
                <a:solidFill>
                  <a:schemeClr val="bg1"/>
                </a:solidFill>
                <a:latin typeface="Times New Roman"/>
                <a:cs typeface="Times New Roman"/>
              </a:rPr>
              <a:t>held</a:t>
            </a:r>
            <a:r>
              <a:rPr sz="1600" spc="-75" dirty="0">
                <a:solidFill>
                  <a:schemeClr val="bg1"/>
                </a:solidFill>
                <a:latin typeface="Times New Roman"/>
                <a:cs typeface="Times New Roman"/>
              </a:rPr>
              <a:t> </a:t>
            </a:r>
            <a:r>
              <a:rPr sz="1600" spc="35" dirty="0">
                <a:solidFill>
                  <a:schemeClr val="bg1"/>
                </a:solidFill>
                <a:latin typeface="Times New Roman"/>
                <a:cs typeface="Times New Roman"/>
              </a:rPr>
              <a:t>by</a:t>
            </a:r>
            <a:r>
              <a:rPr sz="1600" spc="-70" dirty="0">
                <a:solidFill>
                  <a:schemeClr val="bg1"/>
                </a:solidFill>
                <a:latin typeface="Times New Roman"/>
                <a:cs typeface="Times New Roman"/>
              </a:rPr>
              <a:t> </a:t>
            </a:r>
            <a:r>
              <a:rPr sz="1600" spc="90" dirty="0">
                <a:solidFill>
                  <a:schemeClr val="bg1"/>
                </a:solidFill>
                <a:latin typeface="Times New Roman"/>
                <a:cs typeface="Times New Roman"/>
              </a:rPr>
              <a:t>the  </a:t>
            </a:r>
            <a:r>
              <a:rPr sz="1600" spc="60" dirty="0">
                <a:solidFill>
                  <a:schemeClr val="bg1"/>
                </a:solidFill>
                <a:latin typeface="Times New Roman"/>
                <a:cs typeface="Times New Roman"/>
              </a:rPr>
              <a:t>transaction.</a:t>
            </a:r>
            <a:endParaRPr sz="1600">
              <a:solidFill>
                <a:schemeClr val="bg1"/>
              </a:solidFill>
              <a:latin typeface="Times New Roman"/>
              <a:cs typeface="Times New Roman"/>
            </a:endParaRPr>
          </a:p>
        </p:txBody>
      </p:sp>
      <p:sp>
        <p:nvSpPr>
          <p:cNvPr id="15" name="object 1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10</a:t>
            </a:fld>
            <a:endParaRPr sz="1200"/>
          </a:p>
        </p:txBody>
      </p:sp>
      <p:sp>
        <p:nvSpPr>
          <p:cNvPr id="16" name="object 1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43180">
              <a:lnSpc>
                <a:spcPct val="100000"/>
              </a:lnSpc>
              <a:spcBef>
                <a:spcPts val="100"/>
              </a:spcBef>
            </a:pPr>
            <a:r>
              <a:rPr spc="110" dirty="0"/>
              <a:t>Starting</a:t>
            </a:r>
            <a:r>
              <a:rPr spc="-105" dirty="0"/>
              <a:t> </a:t>
            </a:r>
            <a:r>
              <a:rPr spc="160" dirty="0"/>
              <a:t>and</a:t>
            </a:r>
            <a:r>
              <a:rPr spc="-100" dirty="0"/>
              <a:t> </a:t>
            </a:r>
            <a:r>
              <a:rPr spc="110" dirty="0"/>
              <a:t>Ending</a:t>
            </a:r>
            <a:r>
              <a:rPr spc="-110" dirty="0"/>
              <a:t> </a:t>
            </a:r>
            <a:r>
              <a:rPr spc="110" dirty="0"/>
              <a:t>Transactions</a:t>
            </a:r>
            <a:r>
              <a:rPr spc="-100" dirty="0"/>
              <a:t> </a:t>
            </a:r>
            <a:r>
              <a:rPr spc="100" dirty="0"/>
              <a:t>Using</a:t>
            </a:r>
            <a:r>
              <a:rPr spc="-105" dirty="0"/>
              <a:t> </a:t>
            </a:r>
            <a:r>
              <a:rPr spc="110" dirty="0"/>
              <a:t>Transact-SQL</a:t>
            </a:r>
            <a:r>
              <a:rPr spc="-114" dirty="0"/>
              <a:t> </a:t>
            </a:r>
            <a:r>
              <a:rPr spc="-175" dirty="0"/>
              <a:t>3-3</a:t>
            </a:r>
          </a:p>
        </p:txBody>
      </p:sp>
      <p:sp>
        <p:nvSpPr>
          <p:cNvPr id="3" name="object 3"/>
          <p:cNvSpPr/>
          <p:nvPr/>
        </p:nvSpPr>
        <p:spPr>
          <a:xfrm>
            <a:off x="484632" y="2151887"/>
            <a:ext cx="8470900" cy="1054735"/>
          </a:xfrm>
          <a:custGeom>
            <a:avLst/>
            <a:gdLst/>
            <a:ahLst/>
            <a:cxnLst/>
            <a:rect l="l" t="t" r="r" b="b"/>
            <a:pathLst>
              <a:path w="8470900" h="1054735">
                <a:moveTo>
                  <a:pt x="8470392" y="175768"/>
                </a:moveTo>
                <a:lnTo>
                  <a:pt x="8464105" y="129070"/>
                </a:lnTo>
                <a:lnTo>
                  <a:pt x="8446376" y="87083"/>
                </a:lnTo>
                <a:lnTo>
                  <a:pt x="8418893" y="51498"/>
                </a:lnTo>
                <a:lnTo>
                  <a:pt x="8383308" y="24015"/>
                </a:lnTo>
                <a:lnTo>
                  <a:pt x="8341322" y="6286"/>
                </a:lnTo>
                <a:lnTo>
                  <a:pt x="8294624" y="0"/>
                </a:lnTo>
                <a:lnTo>
                  <a:pt x="175768" y="0"/>
                </a:lnTo>
                <a:lnTo>
                  <a:pt x="129032" y="6286"/>
                </a:lnTo>
                <a:lnTo>
                  <a:pt x="87045" y="24015"/>
                </a:lnTo>
                <a:lnTo>
                  <a:pt x="51473" y="51498"/>
                </a:lnTo>
                <a:lnTo>
                  <a:pt x="23990" y="87083"/>
                </a:lnTo>
                <a:lnTo>
                  <a:pt x="6273" y="129070"/>
                </a:lnTo>
                <a:lnTo>
                  <a:pt x="0" y="175768"/>
                </a:lnTo>
                <a:lnTo>
                  <a:pt x="0" y="878840"/>
                </a:lnTo>
                <a:lnTo>
                  <a:pt x="6273" y="925550"/>
                </a:lnTo>
                <a:lnTo>
                  <a:pt x="23990" y="967536"/>
                </a:lnTo>
                <a:lnTo>
                  <a:pt x="51473" y="1003109"/>
                </a:lnTo>
                <a:lnTo>
                  <a:pt x="87045" y="1030605"/>
                </a:lnTo>
                <a:lnTo>
                  <a:pt x="129032" y="1048334"/>
                </a:lnTo>
                <a:lnTo>
                  <a:pt x="175768" y="1054608"/>
                </a:lnTo>
                <a:lnTo>
                  <a:pt x="8294624" y="1054608"/>
                </a:lnTo>
                <a:lnTo>
                  <a:pt x="8341322" y="1048334"/>
                </a:lnTo>
                <a:lnTo>
                  <a:pt x="8383308" y="1030605"/>
                </a:lnTo>
                <a:lnTo>
                  <a:pt x="8418893" y="1003109"/>
                </a:lnTo>
                <a:lnTo>
                  <a:pt x="8446376" y="967536"/>
                </a:lnTo>
                <a:lnTo>
                  <a:pt x="8464105" y="925550"/>
                </a:lnTo>
                <a:lnTo>
                  <a:pt x="8470392" y="878840"/>
                </a:lnTo>
                <a:lnTo>
                  <a:pt x="8470392" y="175768"/>
                </a:lnTo>
                <a:close/>
              </a:path>
            </a:pathLst>
          </a:custGeom>
          <a:solidFill>
            <a:srgbClr val="8063A1"/>
          </a:solidFill>
        </p:spPr>
        <p:txBody>
          <a:bodyPr wrap="square" lIns="0" tIns="0" rIns="0" bIns="0" rtlCol="0"/>
          <a:lstStyle/>
          <a:p>
            <a:endParaRPr/>
          </a:p>
        </p:txBody>
      </p:sp>
      <p:sp>
        <p:nvSpPr>
          <p:cNvPr id="4" name="object 4"/>
          <p:cNvSpPr txBox="1"/>
          <p:nvPr/>
        </p:nvSpPr>
        <p:spPr>
          <a:xfrm>
            <a:off x="894333" y="2302763"/>
            <a:ext cx="7650480" cy="604520"/>
          </a:xfrm>
          <a:prstGeom prst="rect">
            <a:avLst/>
          </a:prstGeom>
        </p:spPr>
        <p:txBody>
          <a:bodyPr vert="horz" wrap="square" lIns="0" tIns="46990" rIns="0" bIns="0" rtlCol="0">
            <a:spAutoFit/>
          </a:bodyPr>
          <a:lstStyle/>
          <a:p>
            <a:pPr marL="355600" marR="5080" indent="-342900">
              <a:lnSpc>
                <a:spcPts val="2160"/>
              </a:lnSpc>
              <a:spcBef>
                <a:spcPts val="370"/>
              </a:spcBef>
              <a:buFont typeface="Wingdings"/>
              <a:buChar char=""/>
              <a:tabLst>
                <a:tab pos="354965" algn="l"/>
                <a:tab pos="355600" algn="l"/>
              </a:tabLst>
            </a:pPr>
            <a:r>
              <a:rPr sz="2000" spc="130" dirty="0">
                <a:solidFill>
                  <a:srgbClr val="FFFFFF"/>
                </a:solidFill>
                <a:latin typeface="Times New Roman"/>
                <a:cs typeface="Times New Roman"/>
              </a:rPr>
              <a:t>The </a:t>
            </a:r>
            <a:r>
              <a:rPr sz="2000" spc="100" dirty="0">
                <a:solidFill>
                  <a:srgbClr val="FFFFFF"/>
                </a:solidFill>
                <a:latin typeface="Times New Roman"/>
                <a:cs typeface="Times New Roman"/>
              </a:rPr>
              <a:t>SAVE </a:t>
            </a:r>
            <a:r>
              <a:rPr sz="2000" spc="155" dirty="0">
                <a:solidFill>
                  <a:srgbClr val="FFFFFF"/>
                </a:solidFill>
                <a:latin typeface="Times New Roman"/>
                <a:cs typeface="Times New Roman"/>
              </a:rPr>
              <a:t>TRANSACTION </a:t>
            </a:r>
            <a:r>
              <a:rPr sz="2000" spc="85" dirty="0">
                <a:solidFill>
                  <a:srgbClr val="FFFFFF"/>
                </a:solidFill>
                <a:latin typeface="Times New Roman"/>
                <a:cs typeface="Times New Roman"/>
              </a:rPr>
              <a:t>statement </a:t>
            </a:r>
            <a:r>
              <a:rPr sz="2000" spc="45" dirty="0">
                <a:solidFill>
                  <a:srgbClr val="FFFFFF"/>
                </a:solidFill>
                <a:latin typeface="Times New Roman"/>
                <a:cs typeface="Times New Roman"/>
              </a:rPr>
              <a:t>sets </a:t>
            </a:r>
            <a:r>
              <a:rPr sz="2000" spc="30" dirty="0">
                <a:solidFill>
                  <a:srgbClr val="FFFFFF"/>
                </a:solidFill>
                <a:latin typeface="Times New Roman"/>
                <a:cs typeface="Times New Roman"/>
              </a:rPr>
              <a:t>a </a:t>
            </a:r>
            <a:r>
              <a:rPr sz="2000" spc="70" dirty="0">
                <a:solidFill>
                  <a:srgbClr val="FFFFFF"/>
                </a:solidFill>
                <a:latin typeface="Times New Roman"/>
                <a:cs typeface="Times New Roman"/>
              </a:rPr>
              <a:t>savepoint </a:t>
            </a:r>
            <a:r>
              <a:rPr sz="2000" spc="90" dirty="0">
                <a:solidFill>
                  <a:srgbClr val="FFFFFF"/>
                </a:solidFill>
                <a:latin typeface="Times New Roman"/>
                <a:cs typeface="Times New Roman"/>
              </a:rPr>
              <a:t>within </a:t>
            </a:r>
            <a:r>
              <a:rPr sz="2000" spc="30" dirty="0">
                <a:solidFill>
                  <a:srgbClr val="FFFFFF"/>
                </a:solidFill>
                <a:latin typeface="Times New Roman"/>
                <a:cs typeface="Times New Roman"/>
              </a:rPr>
              <a:t>a  </a:t>
            </a:r>
            <a:r>
              <a:rPr sz="2000" spc="75" dirty="0">
                <a:solidFill>
                  <a:srgbClr val="FFFFFF"/>
                </a:solidFill>
                <a:latin typeface="Times New Roman"/>
                <a:cs typeface="Times New Roman"/>
              </a:rPr>
              <a:t>transaction.</a:t>
            </a:r>
            <a:endParaRPr sz="20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11</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object 5"/>
          <p:cNvSpPr txBox="1"/>
          <p:nvPr/>
        </p:nvSpPr>
        <p:spPr>
          <a:xfrm>
            <a:off x="442976" y="985519"/>
            <a:ext cx="3042920" cy="361315"/>
          </a:xfrm>
          <a:prstGeom prst="rect">
            <a:avLst/>
          </a:prstGeom>
        </p:spPr>
        <p:txBody>
          <a:bodyPr vert="horz" wrap="square" lIns="0" tIns="12700" rIns="0" bIns="0" rtlCol="0">
            <a:spAutoFit/>
          </a:bodyPr>
          <a:lstStyle/>
          <a:p>
            <a:pPr marL="12700">
              <a:lnSpc>
                <a:spcPct val="100000"/>
              </a:lnSpc>
              <a:spcBef>
                <a:spcPts val="100"/>
              </a:spcBef>
            </a:pPr>
            <a:r>
              <a:rPr sz="2200" b="1" spc="30" dirty="0">
                <a:latin typeface="Arial"/>
                <a:cs typeface="Arial"/>
              </a:rPr>
              <a:t>SAVE</a:t>
            </a:r>
            <a:r>
              <a:rPr sz="2200" b="1" spc="-210" dirty="0">
                <a:latin typeface="Arial"/>
                <a:cs typeface="Arial"/>
              </a:rPr>
              <a:t> </a:t>
            </a:r>
            <a:r>
              <a:rPr sz="2200" b="1" spc="100" dirty="0">
                <a:latin typeface="Arial"/>
                <a:cs typeface="Arial"/>
              </a:rPr>
              <a:t>TRANSACTION</a:t>
            </a:r>
            <a:endParaRPr sz="220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0"/>
            <a:ext cx="5422265" cy="635635"/>
          </a:xfrm>
          <a:prstGeom prst="rect">
            <a:avLst/>
          </a:prstGeom>
        </p:spPr>
        <p:txBody>
          <a:bodyPr vert="horz" wrap="square" lIns="0" tIns="12700" rIns="0" bIns="0" rtlCol="0">
            <a:spAutoFit/>
          </a:bodyPr>
          <a:lstStyle/>
          <a:p>
            <a:pPr marL="12700">
              <a:lnSpc>
                <a:spcPct val="100000"/>
              </a:lnSpc>
              <a:spcBef>
                <a:spcPts val="100"/>
              </a:spcBef>
            </a:pPr>
            <a:r>
              <a:rPr sz="4000" spc="265" dirty="0"/>
              <a:t>The</a:t>
            </a:r>
            <a:r>
              <a:rPr sz="4000" spc="-185" dirty="0"/>
              <a:t> </a:t>
            </a:r>
            <a:r>
              <a:rPr sz="4000" spc="229" dirty="0"/>
              <a:t>@@TRANCOUNT</a:t>
            </a:r>
            <a:endParaRPr sz="4000"/>
          </a:p>
        </p:txBody>
      </p:sp>
      <p:pic>
        <p:nvPicPr>
          <p:cNvPr id="3" name="object 3"/>
          <p:cNvPicPr/>
          <p:nvPr/>
        </p:nvPicPr>
        <p:blipFill>
          <a:blip r:embed="rId3" cstate="print"/>
          <a:stretch>
            <a:fillRect/>
          </a:stretch>
        </p:blipFill>
        <p:spPr>
          <a:xfrm>
            <a:off x="192023" y="1057655"/>
            <a:ext cx="8570976" cy="1277873"/>
          </a:xfrm>
          <a:prstGeom prst="rect">
            <a:avLst/>
          </a:prstGeom>
        </p:spPr>
      </p:pic>
      <p:sp>
        <p:nvSpPr>
          <p:cNvPr id="4" name="object 4"/>
          <p:cNvSpPr txBox="1"/>
          <p:nvPr/>
        </p:nvSpPr>
        <p:spPr>
          <a:xfrm>
            <a:off x="546354" y="1119377"/>
            <a:ext cx="7862570" cy="1153795"/>
          </a:xfrm>
          <a:prstGeom prst="rect">
            <a:avLst/>
          </a:prstGeom>
        </p:spPr>
        <p:txBody>
          <a:bodyPr vert="horz" wrap="square" lIns="0" tIns="126364" rIns="0" bIns="0" rtlCol="0">
            <a:spAutoFit/>
          </a:bodyPr>
          <a:lstStyle/>
          <a:p>
            <a:pPr marL="418465" marR="67945" indent="-342900" algn="just">
              <a:lnSpc>
                <a:spcPts val="2160"/>
              </a:lnSpc>
              <a:spcBef>
                <a:spcPts val="994"/>
              </a:spcBef>
              <a:buClr>
                <a:srgbClr val="FFFFFF"/>
              </a:buClr>
              <a:buFont typeface="Wingdings"/>
              <a:buChar char=""/>
              <a:tabLst>
                <a:tab pos="473075" algn="l"/>
              </a:tabLst>
            </a:pPr>
            <a:r>
              <a:rPr dirty="0"/>
              <a:t>	</a:t>
            </a:r>
            <a:r>
              <a:rPr sz="2000" spc="130" dirty="0">
                <a:solidFill>
                  <a:srgbClr val="FFFFFF"/>
                </a:solidFill>
                <a:latin typeface="Times New Roman"/>
                <a:cs typeface="Times New Roman"/>
              </a:rPr>
              <a:t>The </a:t>
            </a:r>
            <a:r>
              <a:rPr sz="2000" spc="110" dirty="0">
                <a:solidFill>
                  <a:srgbClr val="FFFFFF"/>
                </a:solidFill>
                <a:latin typeface="Times New Roman"/>
                <a:cs typeface="Times New Roman"/>
              </a:rPr>
              <a:t>@@TRANCOUNT </a:t>
            </a:r>
            <a:r>
              <a:rPr sz="2000" spc="45" dirty="0">
                <a:solidFill>
                  <a:srgbClr val="FFFFFF"/>
                </a:solidFill>
                <a:latin typeface="Times New Roman"/>
                <a:cs typeface="Times New Roman"/>
              </a:rPr>
              <a:t>system </a:t>
            </a:r>
            <a:r>
              <a:rPr sz="2000" spc="95" dirty="0">
                <a:solidFill>
                  <a:srgbClr val="FFFFFF"/>
                </a:solidFill>
                <a:latin typeface="Times New Roman"/>
                <a:cs typeface="Times New Roman"/>
              </a:rPr>
              <a:t>function returns </a:t>
            </a:r>
            <a:r>
              <a:rPr sz="2000" spc="30" dirty="0">
                <a:solidFill>
                  <a:srgbClr val="FFFFFF"/>
                </a:solidFill>
                <a:latin typeface="Times New Roman"/>
                <a:cs typeface="Times New Roman"/>
              </a:rPr>
              <a:t>a </a:t>
            </a:r>
            <a:r>
              <a:rPr sz="2000" spc="105" dirty="0">
                <a:solidFill>
                  <a:srgbClr val="FFFFFF"/>
                </a:solidFill>
                <a:latin typeface="Times New Roman"/>
                <a:cs typeface="Times New Roman"/>
              </a:rPr>
              <a:t>number </a:t>
            </a:r>
            <a:r>
              <a:rPr sz="2000" spc="50" dirty="0">
                <a:solidFill>
                  <a:srgbClr val="FFFFFF"/>
                </a:solidFill>
                <a:latin typeface="Times New Roman"/>
                <a:cs typeface="Times New Roman"/>
              </a:rPr>
              <a:t>of  </a:t>
            </a:r>
            <a:r>
              <a:rPr sz="2000" spc="45" dirty="0">
                <a:solidFill>
                  <a:srgbClr val="FFFFFF"/>
                </a:solidFill>
                <a:latin typeface="Times New Roman"/>
                <a:cs typeface="Times New Roman"/>
              </a:rPr>
              <a:t>BEGIN </a:t>
            </a:r>
            <a:r>
              <a:rPr sz="2000" spc="155" dirty="0">
                <a:solidFill>
                  <a:srgbClr val="FFFFFF"/>
                </a:solidFill>
                <a:latin typeface="Times New Roman"/>
                <a:cs typeface="Times New Roman"/>
              </a:rPr>
              <a:t>TRANSACTION </a:t>
            </a:r>
            <a:r>
              <a:rPr sz="2000" spc="80" dirty="0">
                <a:solidFill>
                  <a:srgbClr val="FFFFFF"/>
                </a:solidFill>
                <a:latin typeface="Times New Roman"/>
                <a:cs typeface="Times New Roman"/>
              </a:rPr>
              <a:t>statements </a:t>
            </a:r>
            <a:r>
              <a:rPr sz="2000" spc="114" dirty="0">
                <a:solidFill>
                  <a:srgbClr val="FFFFFF"/>
                </a:solidFill>
                <a:latin typeface="Times New Roman"/>
                <a:cs typeface="Times New Roman"/>
              </a:rPr>
              <a:t>that </a:t>
            </a:r>
            <a:r>
              <a:rPr sz="2000" spc="70" dirty="0">
                <a:solidFill>
                  <a:srgbClr val="FFFFFF"/>
                </a:solidFill>
                <a:latin typeface="Times New Roman"/>
                <a:cs typeface="Times New Roman"/>
              </a:rPr>
              <a:t>occur </a:t>
            </a:r>
            <a:r>
              <a:rPr sz="2000" spc="95" dirty="0">
                <a:solidFill>
                  <a:srgbClr val="FFFFFF"/>
                </a:solidFill>
                <a:latin typeface="Times New Roman"/>
                <a:cs typeface="Times New Roman"/>
              </a:rPr>
              <a:t>in </a:t>
            </a:r>
            <a:r>
              <a:rPr sz="2000" spc="110" dirty="0">
                <a:solidFill>
                  <a:srgbClr val="FFFFFF"/>
                </a:solidFill>
                <a:latin typeface="Times New Roman"/>
                <a:cs typeface="Times New Roman"/>
              </a:rPr>
              <a:t>the </a:t>
            </a:r>
            <a:r>
              <a:rPr sz="2000" spc="95" dirty="0">
                <a:solidFill>
                  <a:srgbClr val="FFFFFF"/>
                </a:solidFill>
                <a:latin typeface="Times New Roman"/>
                <a:cs typeface="Times New Roman"/>
              </a:rPr>
              <a:t>current  </a:t>
            </a:r>
            <a:r>
              <a:rPr sz="2000" spc="85" dirty="0">
                <a:solidFill>
                  <a:srgbClr val="FFFFFF"/>
                </a:solidFill>
                <a:latin typeface="Times New Roman"/>
                <a:cs typeface="Times New Roman"/>
              </a:rPr>
              <a:t>connection.</a:t>
            </a:r>
            <a:endParaRPr sz="2000">
              <a:latin typeface="Times New Roman"/>
              <a:cs typeface="Times New Roman"/>
            </a:endParaRPr>
          </a:p>
        </p:txBody>
      </p:sp>
      <p:pic>
        <p:nvPicPr>
          <p:cNvPr id="5" name="object 5"/>
          <p:cNvPicPr/>
          <p:nvPr/>
        </p:nvPicPr>
        <p:blipFill>
          <a:blip r:embed="rId4" cstate="print"/>
          <a:stretch>
            <a:fillRect/>
          </a:stretch>
        </p:blipFill>
        <p:spPr>
          <a:xfrm>
            <a:off x="2743200" y="2397250"/>
            <a:ext cx="3868675" cy="1762720"/>
          </a:xfrm>
          <a:prstGeom prst="rect">
            <a:avLst/>
          </a:prstGeom>
        </p:spPr>
      </p:pic>
      <p:sp>
        <p:nvSpPr>
          <p:cNvPr id="6" name="object 6"/>
          <p:cNvSpPr txBox="1"/>
          <p:nvPr/>
        </p:nvSpPr>
        <p:spPr>
          <a:xfrm>
            <a:off x="473244" y="2533015"/>
            <a:ext cx="1540510" cy="238760"/>
          </a:xfrm>
          <a:prstGeom prst="rect">
            <a:avLst/>
          </a:prstGeom>
        </p:spPr>
        <p:txBody>
          <a:bodyPr vert="horz" wrap="square" lIns="0" tIns="12065" rIns="0" bIns="0" rtlCol="0">
            <a:spAutoFit/>
          </a:bodyPr>
          <a:lstStyle/>
          <a:p>
            <a:pPr marL="12700">
              <a:lnSpc>
                <a:spcPct val="100000"/>
              </a:lnSpc>
              <a:spcBef>
                <a:spcPts val="95"/>
              </a:spcBef>
            </a:pPr>
            <a:r>
              <a:rPr sz="1400" b="1" spc="25" dirty="0">
                <a:latin typeface="Arial"/>
                <a:cs typeface="Arial"/>
              </a:rPr>
              <a:t>@@TRANCOUNT</a:t>
            </a:r>
            <a:endParaRPr sz="1400">
              <a:latin typeface="Arial"/>
              <a:cs typeface="Arial"/>
            </a:endParaRPr>
          </a:p>
        </p:txBody>
      </p:sp>
      <p:pic>
        <p:nvPicPr>
          <p:cNvPr id="7" name="object 7"/>
          <p:cNvPicPr/>
          <p:nvPr/>
        </p:nvPicPr>
        <p:blipFill>
          <a:blip r:embed="rId5" cstate="print"/>
          <a:stretch>
            <a:fillRect/>
          </a:stretch>
        </p:blipFill>
        <p:spPr>
          <a:xfrm>
            <a:off x="4715424" y="4285543"/>
            <a:ext cx="4101803" cy="2031325"/>
          </a:xfrm>
          <a:prstGeom prst="rect">
            <a:avLst/>
          </a:prstGeom>
        </p:spPr>
      </p:pic>
      <p:sp>
        <p:nvSpPr>
          <p:cNvPr id="8" name="object 8"/>
          <p:cNvSpPr txBox="1"/>
          <p:nvPr/>
        </p:nvSpPr>
        <p:spPr>
          <a:xfrm>
            <a:off x="6468510" y="6316868"/>
            <a:ext cx="595630" cy="238760"/>
          </a:xfrm>
          <a:prstGeom prst="rect">
            <a:avLst/>
          </a:prstGeom>
        </p:spPr>
        <p:txBody>
          <a:bodyPr vert="horz" wrap="square" lIns="0" tIns="12065" rIns="0" bIns="0" rtlCol="0">
            <a:spAutoFit/>
          </a:bodyPr>
          <a:lstStyle/>
          <a:p>
            <a:pPr marL="12700">
              <a:lnSpc>
                <a:spcPct val="100000"/>
              </a:lnSpc>
              <a:spcBef>
                <a:spcPts val="95"/>
              </a:spcBef>
            </a:pPr>
            <a:r>
              <a:rPr sz="1400" b="1" spc="80" dirty="0">
                <a:latin typeface="Arial"/>
                <a:cs typeface="Arial"/>
              </a:rPr>
              <a:t>O</a:t>
            </a:r>
            <a:r>
              <a:rPr sz="1400" b="1" spc="-60" dirty="0">
                <a:latin typeface="Arial"/>
                <a:cs typeface="Arial"/>
              </a:rPr>
              <a:t>u</a:t>
            </a:r>
            <a:r>
              <a:rPr sz="1400" b="1" spc="-25" dirty="0">
                <a:latin typeface="Arial"/>
                <a:cs typeface="Arial"/>
              </a:rPr>
              <a:t>t</a:t>
            </a:r>
            <a:r>
              <a:rPr sz="1400" b="1" spc="-60" dirty="0">
                <a:latin typeface="Arial"/>
                <a:cs typeface="Arial"/>
              </a:rPr>
              <a:t>p</a:t>
            </a:r>
            <a:r>
              <a:rPr sz="1400" b="1" spc="-65" dirty="0">
                <a:latin typeface="Arial"/>
                <a:cs typeface="Arial"/>
              </a:rPr>
              <a:t>u</a:t>
            </a:r>
            <a:r>
              <a:rPr sz="1400" b="1" spc="10" dirty="0">
                <a:latin typeface="Arial"/>
                <a:cs typeface="Arial"/>
              </a:rPr>
              <a:t>t</a:t>
            </a:r>
            <a:endParaRPr sz="1400">
              <a:latin typeface="Arial"/>
              <a:cs typeface="Arial"/>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12</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2" name="TextBox 11">
            <a:extLst>
              <a:ext uri="{FF2B5EF4-FFF2-40B4-BE49-F238E27FC236}">
                <a16:creationId xmlns:a16="http://schemas.microsoft.com/office/drawing/2014/main" id="{B127E4A8-3AE0-4B5F-85F0-E1E70A36AAC3}"/>
              </a:ext>
            </a:extLst>
          </p:cNvPr>
          <p:cNvSpPr txBox="1"/>
          <p:nvPr/>
        </p:nvSpPr>
        <p:spPr>
          <a:xfrm>
            <a:off x="838200" y="4285544"/>
            <a:ext cx="3397332" cy="2031325"/>
          </a:xfrm>
          <a:prstGeom prst="rect">
            <a:avLst/>
          </a:prstGeom>
          <a:solidFill>
            <a:schemeClr val="accent1">
              <a:lumMod val="60000"/>
              <a:lumOff val="40000"/>
            </a:schemeClr>
          </a:solidFill>
          <a:ln>
            <a:solidFill>
              <a:schemeClr val="tx1"/>
            </a:solidFill>
          </a:ln>
        </p:spPr>
        <p:txBody>
          <a:bodyPr wrap="square" rtlCol="0">
            <a:spAutoFit/>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341313" indent="-341313">
              <a:lnSpc>
                <a:spcPct val="100000"/>
              </a:lnSpc>
              <a:spcBef>
                <a:spcPts val="0"/>
              </a:spcBef>
            </a:pPr>
            <a:r>
              <a:rPr lang="en-US" dirty="0">
                <a:cs typeface="Courier New" pitchFamily="49" charset="0"/>
              </a:rPr>
              <a:t>PRINT @@TRANCOUNT</a:t>
            </a:r>
          </a:p>
          <a:p>
            <a:pPr marL="341313" indent="-341313">
              <a:lnSpc>
                <a:spcPct val="100000"/>
              </a:lnSpc>
              <a:spcBef>
                <a:spcPts val="0"/>
              </a:spcBef>
            </a:pPr>
            <a:r>
              <a:rPr lang="en-US" dirty="0">
                <a:cs typeface="Courier New" pitchFamily="49" charset="0"/>
              </a:rPr>
              <a:t>BEGIN TRAN</a:t>
            </a:r>
          </a:p>
          <a:p>
            <a:pPr marL="341313" indent="-341313">
              <a:lnSpc>
                <a:spcPct val="100000"/>
              </a:lnSpc>
              <a:spcBef>
                <a:spcPts val="0"/>
              </a:spcBef>
            </a:pPr>
            <a:r>
              <a:rPr lang="en-US" dirty="0">
                <a:cs typeface="Courier New" pitchFamily="49" charset="0"/>
              </a:rPr>
              <a:t>  PRINT @@TRANCOUNT</a:t>
            </a:r>
          </a:p>
          <a:p>
            <a:pPr marL="341313" indent="-341313">
              <a:lnSpc>
                <a:spcPct val="100000"/>
              </a:lnSpc>
              <a:spcBef>
                <a:spcPts val="0"/>
              </a:spcBef>
            </a:pPr>
            <a:r>
              <a:rPr lang="en-US" dirty="0">
                <a:cs typeface="Courier New" pitchFamily="49" charset="0"/>
              </a:rPr>
              <a:t>  BEGIN TRAN</a:t>
            </a:r>
          </a:p>
          <a:p>
            <a:pPr marL="341313" indent="-341313">
              <a:lnSpc>
                <a:spcPct val="100000"/>
              </a:lnSpc>
              <a:spcBef>
                <a:spcPts val="0"/>
              </a:spcBef>
            </a:pPr>
            <a:r>
              <a:rPr lang="en-US" dirty="0">
                <a:cs typeface="Courier New" pitchFamily="49" charset="0"/>
              </a:rPr>
              <a:t>    PRINT @@TRANCOUNT</a:t>
            </a:r>
          </a:p>
          <a:p>
            <a:pPr marL="341313" indent="-341313">
              <a:lnSpc>
                <a:spcPct val="100000"/>
              </a:lnSpc>
              <a:spcBef>
                <a:spcPts val="0"/>
              </a:spcBef>
            </a:pPr>
            <a:r>
              <a:rPr lang="en-US" dirty="0">
                <a:cs typeface="Courier New" pitchFamily="49" charset="0"/>
              </a:rPr>
              <a:t>  COMMIT</a:t>
            </a:r>
          </a:p>
          <a:p>
            <a:pPr marL="341313" indent="-341313">
              <a:lnSpc>
                <a:spcPct val="100000"/>
              </a:lnSpc>
              <a:spcBef>
                <a:spcPts val="0"/>
              </a:spcBef>
            </a:pPr>
            <a:r>
              <a:rPr lang="en-US" dirty="0">
                <a:cs typeface="Courier New" pitchFamily="49" charset="0"/>
              </a:rPr>
              <a:t>  PRINT @@TRANCOUNT</a:t>
            </a:r>
          </a:p>
          <a:p>
            <a:pPr marL="341313" indent="-341313">
              <a:lnSpc>
                <a:spcPct val="100000"/>
              </a:lnSpc>
              <a:spcBef>
                <a:spcPts val="0"/>
              </a:spcBef>
            </a:pPr>
            <a:r>
              <a:rPr lang="en-US" dirty="0">
                <a:cs typeface="Courier New" pitchFamily="49" charset="0"/>
              </a:rPr>
              <a:t>COMMIT</a:t>
            </a:r>
          </a:p>
          <a:p>
            <a:pPr marL="341313" indent="-341313">
              <a:lnSpc>
                <a:spcPct val="100000"/>
              </a:lnSpc>
              <a:spcBef>
                <a:spcPts val="0"/>
              </a:spcBef>
            </a:pPr>
            <a:r>
              <a:rPr lang="en-US" dirty="0">
                <a:cs typeface="Courier New" pitchFamily="49" charset="0"/>
              </a:rPr>
              <a:t>PRINT @@TRANCOUNT</a:t>
            </a:r>
          </a:p>
        </p:txBody>
      </p:sp>
      <p:sp>
        <p:nvSpPr>
          <p:cNvPr id="13" name="TextBox 12">
            <a:extLst>
              <a:ext uri="{FF2B5EF4-FFF2-40B4-BE49-F238E27FC236}">
                <a16:creationId xmlns:a16="http://schemas.microsoft.com/office/drawing/2014/main" id="{0148FC12-1E03-4FD8-A250-E457DBAEDDE1}"/>
              </a:ext>
            </a:extLst>
          </p:cNvPr>
          <p:cNvSpPr txBox="1"/>
          <p:nvPr/>
        </p:nvSpPr>
        <p:spPr>
          <a:xfrm>
            <a:off x="381000" y="3810000"/>
            <a:ext cx="29718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Example :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979670" cy="635635"/>
          </a:xfrm>
          <a:prstGeom prst="rect">
            <a:avLst/>
          </a:prstGeom>
        </p:spPr>
        <p:txBody>
          <a:bodyPr vert="horz" wrap="square" lIns="0" tIns="12700" rIns="0" bIns="0" rtlCol="0">
            <a:spAutoFit/>
          </a:bodyPr>
          <a:lstStyle/>
          <a:p>
            <a:pPr marL="12700">
              <a:lnSpc>
                <a:spcPct val="100000"/>
              </a:lnSpc>
              <a:spcBef>
                <a:spcPts val="100"/>
              </a:spcBef>
            </a:pPr>
            <a:r>
              <a:rPr sz="4000" spc="125" dirty="0"/>
              <a:t>Marking </a:t>
            </a:r>
            <a:r>
              <a:rPr sz="4000" spc="65" dirty="0"/>
              <a:t>a</a:t>
            </a:r>
            <a:r>
              <a:rPr sz="4000" spc="-515" dirty="0"/>
              <a:t> </a:t>
            </a:r>
            <a:r>
              <a:rPr sz="4000" spc="175" dirty="0"/>
              <a:t>Transaction</a:t>
            </a:r>
            <a:endParaRPr sz="4000"/>
          </a:p>
        </p:txBody>
      </p:sp>
      <p:sp>
        <p:nvSpPr>
          <p:cNvPr id="3" name="object 3"/>
          <p:cNvSpPr/>
          <p:nvPr/>
        </p:nvSpPr>
        <p:spPr>
          <a:xfrm>
            <a:off x="306324" y="4020311"/>
            <a:ext cx="8724900" cy="2289810"/>
          </a:xfrm>
          <a:custGeom>
            <a:avLst/>
            <a:gdLst/>
            <a:ahLst/>
            <a:cxnLst/>
            <a:rect l="l" t="t" r="r" b="b"/>
            <a:pathLst>
              <a:path w="8724900" h="2289810">
                <a:moveTo>
                  <a:pt x="8343265" y="0"/>
                </a:moveTo>
                <a:lnTo>
                  <a:pt x="381635" y="0"/>
                </a:lnTo>
                <a:lnTo>
                  <a:pt x="333763" y="2972"/>
                </a:lnTo>
                <a:lnTo>
                  <a:pt x="287667" y="11652"/>
                </a:lnTo>
                <a:lnTo>
                  <a:pt x="243702" y="25682"/>
                </a:lnTo>
                <a:lnTo>
                  <a:pt x="202227" y="44704"/>
                </a:lnTo>
                <a:lnTo>
                  <a:pt x="163599" y="68362"/>
                </a:lnTo>
                <a:lnTo>
                  <a:pt x="128176" y="96299"/>
                </a:lnTo>
                <a:lnTo>
                  <a:pt x="96316" y="128156"/>
                </a:lnTo>
                <a:lnTo>
                  <a:pt x="68376" y="163577"/>
                </a:lnTo>
                <a:lnTo>
                  <a:pt x="44714" y="202204"/>
                </a:lnTo>
                <a:lnTo>
                  <a:pt x="25688" y="243681"/>
                </a:lnTo>
                <a:lnTo>
                  <a:pt x="11655" y="287650"/>
                </a:lnTo>
                <a:lnTo>
                  <a:pt x="2973" y="333753"/>
                </a:lnTo>
                <a:lnTo>
                  <a:pt x="0" y="381635"/>
                </a:lnTo>
                <a:lnTo>
                  <a:pt x="0" y="1908175"/>
                </a:lnTo>
                <a:lnTo>
                  <a:pt x="2973" y="1956046"/>
                </a:lnTo>
                <a:lnTo>
                  <a:pt x="11655" y="2002142"/>
                </a:lnTo>
                <a:lnTo>
                  <a:pt x="25688" y="2046107"/>
                </a:lnTo>
                <a:lnTo>
                  <a:pt x="44714" y="2087582"/>
                </a:lnTo>
                <a:lnTo>
                  <a:pt x="68376" y="2126210"/>
                </a:lnTo>
                <a:lnTo>
                  <a:pt x="96316" y="2161633"/>
                </a:lnTo>
                <a:lnTo>
                  <a:pt x="128176" y="2193493"/>
                </a:lnTo>
                <a:lnTo>
                  <a:pt x="163599" y="2221433"/>
                </a:lnTo>
                <a:lnTo>
                  <a:pt x="202227" y="2245095"/>
                </a:lnTo>
                <a:lnTo>
                  <a:pt x="243702" y="2264121"/>
                </a:lnTo>
                <a:lnTo>
                  <a:pt x="287667" y="2278154"/>
                </a:lnTo>
                <a:lnTo>
                  <a:pt x="333763" y="2286836"/>
                </a:lnTo>
                <a:lnTo>
                  <a:pt x="381635" y="2289810"/>
                </a:lnTo>
                <a:lnTo>
                  <a:pt x="8343265" y="2289810"/>
                </a:lnTo>
                <a:lnTo>
                  <a:pt x="8391146" y="2286836"/>
                </a:lnTo>
                <a:lnTo>
                  <a:pt x="8437249" y="2278154"/>
                </a:lnTo>
                <a:lnTo>
                  <a:pt x="8481218" y="2264121"/>
                </a:lnTo>
                <a:lnTo>
                  <a:pt x="8522695" y="2245095"/>
                </a:lnTo>
                <a:lnTo>
                  <a:pt x="8561322" y="2221433"/>
                </a:lnTo>
                <a:lnTo>
                  <a:pt x="8596743" y="2193493"/>
                </a:lnTo>
                <a:lnTo>
                  <a:pt x="8628600" y="2161633"/>
                </a:lnTo>
                <a:lnTo>
                  <a:pt x="8656537" y="2126210"/>
                </a:lnTo>
                <a:lnTo>
                  <a:pt x="8680195" y="2087582"/>
                </a:lnTo>
                <a:lnTo>
                  <a:pt x="8699217" y="2046107"/>
                </a:lnTo>
                <a:lnTo>
                  <a:pt x="8713247" y="2002142"/>
                </a:lnTo>
                <a:lnTo>
                  <a:pt x="8721927" y="1956046"/>
                </a:lnTo>
                <a:lnTo>
                  <a:pt x="8724900" y="1908175"/>
                </a:lnTo>
                <a:lnTo>
                  <a:pt x="8724900" y="381635"/>
                </a:lnTo>
                <a:lnTo>
                  <a:pt x="8721927" y="333753"/>
                </a:lnTo>
                <a:lnTo>
                  <a:pt x="8713247" y="287650"/>
                </a:lnTo>
                <a:lnTo>
                  <a:pt x="8699217" y="243681"/>
                </a:lnTo>
                <a:lnTo>
                  <a:pt x="8680195" y="202204"/>
                </a:lnTo>
                <a:lnTo>
                  <a:pt x="8656537" y="163577"/>
                </a:lnTo>
                <a:lnTo>
                  <a:pt x="8628600" y="128156"/>
                </a:lnTo>
                <a:lnTo>
                  <a:pt x="8596743" y="96299"/>
                </a:lnTo>
                <a:lnTo>
                  <a:pt x="8561322" y="68362"/>
                </a:lnTo>
                <a:lnTo>
                  <a:pt x="8522695" y="44704"/>
                </a:lnTo>
                <a:lnTo>
                  <a:pt x="8481218" y="25682"/>
                </a:lnTo>
                <a:lnTo>
                  <a:pt x="8437249" y="11652"/>
                </a:lnTo>
                <a:lnTo>
                  <a:pt x="8391146" y="2972"/>
                </a:lnTo>
                <a:lnTo>
                  <a:pt x="8343265" y="0"/>
                </a:lnTo>
                <a:close/>
              </a:path>
            </a:pathLst>
          </a:custGeom>
          <a:solidFill>
            <a:srgbClr val="9BBA58"/>
          </a:solidFill>
        </p:spPr>
        <p:txBody>
          <a:bodyPr wrap="square" lIns="0" tIns="0" rIns="0" bIns="0" rtlCol="0"/>
          <a:lstStyle/>
          <a:p>
            <a:endParaRPr/>
          </a:p>
        </p:txBody>
      </p:sp>
      <p:sp>
        <p:nvSpPr>
          <p:cNvPr id="4" name="object 4"/>
          <p:cNvSpPr txBox="1"/>
          <p:nvPr/>
        </p:nvSpPr>
        <p:spPr>
          <a:xfrm>
            <a:off x="625601" y="3524250"/>
            <a:ext cx="8085455" cy="2621280"/>
          </a:xfrm>
          <a:prstGeom prst="rect">
            <a:avLst/>
          </a:prstGeom>
        </p:spPr>
        <p:txBody>
          <a:bodyPr vert="horz" wrap="square" lIns="0" tIns="12065" rIns="0" bIns="0" rtlCol="0">
            <a:spAutoFit/>
          </a:bodyPr>
          <a:lstStyle/>
          <a:p>
            <a:pPr marL="13970">
              <a:lnSpc>
                <a:spcPct val="100000"/>
              </a:lnSpc>
              <a:spcBef>
                <a:spcPts val="95"/>
              </a:spcBef>
            </a:pPr>
            <a:r>
              <a:rPr sz="2000" b="1" spc="-114" dirty="0">
                <a:latin typeface="Arial"/>
                <a:cs typeface="Arial"/>
              </a:rPr>
              <a:t>Concerns </a:t>
            </a:r>
            <a:r>
              <a:rPr sz="2000" b="1" spc="-55" dirty="0">
                <a:latin typeface="Arial"/>
                <a:cs typeface="Arial"/>
              </a:rPr>
              <a:t>for </a:t>
            </a:r>
            <a:r>
              <a:rPr sz="2000" b="1" spc="-95" dirty="0">
                <a:latin typeface="Arial"/>
                <a:cs typeface="Arial"/>
              </a:rPr>
              <a:t>Using </a:t>
            </a:r>
            <a:r>
              <a:rPr sz="2000" b="1" spc="-75" dirty="0">
                <a:latin typeface="Arial"/>
                <a:cs typeface="Arial"/>
              </a:rPr>
              <a:t>Marked</a:t>
            </a:r>
            <a:r>
              <a:rPr sz="2000" b="1" spc="-390" dirty="0">
                <a:latin typeface="Arial"/>
                <a:cs typeface="Arial"/>
              </a:rPr>
              <a:t> </a:t>
            </a:r>
            <a:r>
              <a:rPr sz="2000" b="1" spc="-125" dirty="0">
                <a:latin typeface="Arial"/>
                <a:cs typeface="Arial"/>
              </a:rPr>
              <a:t>Transactions</a:t>
            </a:r>
            <a:endParaRPr sz="2000">
              <a:latin typeface="Arial"/>
              <a:cs typeface="Arial"/>
            </a:endParaRPr>
          </a:p>
          <a:p>
            <a:pPr>
              <a:lnSpc>
                <a:spcPct val="100000"/>
              </a:lnSpc>
              <a:spcBef>
                <a:spcPts val="45"/>
              </a:spcBef>
            </a:pPr>
            <a:endParaRPr sz="2500">
              <a:latin typeface="Arial"/>
              <a:cs typeface="Arial"/>
            </a:endParaRPr>
          </a:p>
          <a:p>
            <a:pPr marL="355600" marR="5080" indent="-342900" algn="just">
              <a:lnSpc>
                <a:spcPct val="100000"/>
              </a:lnSpc>
              <a:buFont typeface="Wingdings"/>
              <a:buChar char=""/>
              <a:tabLst>
                <a:tab pos="355600" algn="l"/>
              </a:tabLst>
            </a:pPr>
            <a:r>
              <a:rPr sz="1800" spc="80" dirty="0">
                <a:latin typeface="Times New Roman"/>
                <a:cs typeface="Times New Roman"/>
              </a:rPr>
              <a:t>As </a:t>
            </a:r>
            <a:r>
              <a:rPr sz="1800" spc="100" dirty="0">
                <a:latin typeface="Times New Roman"/>
                <a:cs typeface="Times New Roman"/>
              </a:rPr>
              <a:t>the </a:t>
            </a:r>
            <a:r>
              <a:rPr sz="1800" spc="70" dirty="0">
                <a:latin typeface="Times New Roman"/>
                <a:cs typeface="Times New Roman"/>
              </a:rPr>
              <a:t>transaction </a:t>
            </a:r>
            <a:r>
              <a:rPr sz="1800" spc="65" dirty="0">
                <a:latin typeface="Times New Roman"/>
                <a:cs typeface="Times New Roman"/>
              </a:rPr>
              <a:t>mark </a:t>
            </a:r>
            <a:r>
              <a:rPr sz="1800" spc="75" dirty="0">
                <a:latin typeface="Times New Roman"/>
                <a:cs typeface="Times New Roman"/>
              </a:rPr>
              <a:t>consume </a:t>
            </a:r>
            <a:r>
              <a:rPr sz="1800" spc="20" dirty="0">
                <a:latin typeface="Times New Roman"/>
                <a:cs typeface="Times New Roman"/>
              </a:rPr>
              <a:t>log </a:t>
            </a:r>
            <a:r>
              <a:rPr sz="1800" spc="30" dirty="0">
                <a:latin typeface="Times New Roman"/>
                <a:cs typeface="Times New Roman"/>
              </a:rPr>
              <a:t>space, </a:t>
            </a:r>
            <a:r>
              <a:rPr sz="1800" spc="60" dirty="0">
                <a:latin typeface="Times New Roman"/>
                <a:cs typeface="Times New Roman"/>
              </a:rPr>
              <a:t>use </a:t>
            </a:r>
            <a:r>
              <a:rPr sz="1800" spc="100" dirty="0">
                <a:latin typeface="Times New Roman"/>
                <a:cs typeface="Times New Roman"/>
              </a:rPr>
              <a:t>them </a:t>
            </a:r>
            <a:r>
              <a:rPr sz="1800" spc="60" dirty="0">
                <a:latin typeface="Times New Roman"/>
                <a:cs typeface="Times New Roman"/>
              </a:rPr>
              <a:t>only for </a:t>
            </a:r>
            <a:r>
              <a:rPr sz="1800" spc="65" dirty="0">
                <a:latin typeface="Times New Roman"/>
                <a:cs typeface="Times New Roman"/>
              </a:rPr>
              <a:t>transactions  </a:t>
            </a:r>
            <a:r>
              <a:rPr sz="1800" spc="100" dirty="0">
                <a:latin typeface="Times New Roman"/>
                <a:cs typeface="Times New Roman"/>
              </a:rPr>
              <a:t>that</a:t>
            </a:r>
            <a:r>
              <a:rPr sz="1800" spc="-70" dirty="0">
                <a:latin typeface="Times New Roman"/>
                <a:cs typeface="Times New Roman"/>
              </a:rPr>
              <a:t> </a:t>
            </a:r>
            <a:r>
              <a:rPr sz="1800" spc="30" dirty="0">
                <a:latin typeface="Times New Roman"/>
                <a:cs typeface="Times New Roman"/>
              </a:rPr>
              <a:t>play</a:t>
            </a:r>
            <a:r>
              <a:rPr sz="1800" spc="-70" dirty="0">
                <a:latin typeface="Times New Roman"/>
                <a:cs typeface="Times New Roman"/>
              </a:rPr>
              <a:t> </a:t>
            </a:r>
            <a:r>
              <a:rPr sz="1800" spc="90" dirty="0">
                <a:latin typeface="Times New Roman"/>
                <a:cs typeface="Times New Roman"/>
              </a:rPr>
              <a:t>an</a:t>
            </a:r>
            <a:r>
              <a:rPr sz="1800" spc="-60" dirty="0">
                <a:latin typeface="Times New Roman"/>
                <a:cs typeface="Times New Roman"/>
              </a:rPr>
              <a:t> </a:t>
            </a:r>
            <a:r>
              <a:rPr sz="1800" spc="85" dirty="0">
                <a:latin typeface="Times New Roman"/>
                <a:cs typeface="Times New Roman"/>
              </a:rPr>
              <a:t>important</a:t>
            </a:r>
            <a:r>
              <a:rPr sz="1800" spc="-80" dirty="0">
                <a:latin typeface="Times New Roman"/>
                <a:cs typeface="Times New Roman"/>
              </a:rPr>
              <a:t> </a:t>
            </a:r>
            <a:r>
              <a:rPr sz="1800" spc="50" dirty="0">
                <a:latin typeface="Times New Roman"/>
                <a:cs typeface="Times New Roman"/>
              </a:rPr>
              <a:t>role</a:t>
            </a:r>
            <a:r>
              <a:rPr sz="1800" spc="-65" dirty="0">
                <a:latin typeface="Times New Roman"/>
                <a:cs typeface="Times New Roman"/>
              </a:rPr>
              <a:t> </a:t>
            </a:r>
            <a:r>
              <a:rPr sz="1800" spc="85" dirty="0">
                <a:latin typeface="Times New Roman"/>
                <a:cs typeface="Times New Roman"/>
              </a:rPr>
              <a:t>in</a:t>
            </a:r>
            <a:r>
              <a:rPr sz="1800" spc="-60" dirty="0">
                <a:latin typeface="Times New Roman"/>
                <a:cs typeface="Times New Roman"/>
              </a:rPr>
              <a:t> </a:t>
            </a:r>
            <a:r>
              <a:rPr sz="1800" spc="100" dirty="0">
                <a:latin typeface="Times New Roman"/>
                <a:cs typeface="Times New Roman"/>
              </a:rPr>
              <a:t>the</a:t>
            </a:r>
            <a:r>
              <a:rPr sz="1800" spc="-65" dirty="0">
                <a:latin typeface="Times New Roman"/>
                <a:cs typeface="Times New Roman"/>
              </a:rPr>
              <a:t> </a:t>
            </a:r>
            <a:r>
              <a:rPr sz="1800" spc="55" dirty="0">
                <a:latin typeface="Times New Roman"/>
                <a:cs typeface="Times New Roman"/>
              </a:rPr>
              <a:t>database</a:t>
            </a:r>
            <a:r>
              <a:rPr sz="1800" spc="-80" dirty="0">
                <a:latin typeface="Times New Roman"/>
                <a:cs typeface="Times New Roman"/>
              </a:rPr>
              <a:t> </a:t>
            </a:r>
            <a:r>
              <a:rPr sz="1800" spc="45" dirty="0">
                <a:latin typeface="Times New Roman"/>
                <a:cs typeface="Times New Roman"/>
              </a:rPr>
              <a:t>recovery</a:t>
            </a:r>
            <a:r>
              <a:rPr sz="1800" spc="-70" dirty="0">
                <a:latin typeface="Times New Roman"/>
                <a:cs typeface="Times New Roman"/>
              </a:rPr>
              <a:t> </a:t>
            </a:r>
            <a:r>
              <a:rPr sz="1800" spc="35" dirty="0">
                <a:latin typeface="Times New Roman"/>
                <a:cs typeface="Times New Roman"/>
              </a:rPr>
              <a:t>strategy.</a:t>
            </a:r>
            <a:endParaRPr sz="1800">
              <a:latin typeface="Times New Roman"/>
              <a:cs typeface="Times New Roman"/>
            </a:endParaRPr>
          </a:p>
          <a:p>
            <a:pPr marL="355600" indent="-342900" algn="just">
              <a:lnSpc>
                <a:spcPct val="100000"/>
              </a:lnSpc>
              <a:buFont typeface="Wingdings"/>
              <a:buChar char=""/>
              <a:tabLst>
                <a:tab pos="355600" algn="l"/>
              </a:tabLst>
            </a:pPr>
            <a:r>
              <a:rPr sz="1800" spc="160" dirty="0">
                <a:latin typeface="Times New Roman"/>
                <a:cs typeface="Times New Roman"/>
              </a:rPr>
              <a:t>When </a:t>
            </a:r>
            <a:r>
              <a:rPr sz="1800" spc="100" dirty="0">
                <a:latin typeface="Times New Roman"/>
                <a:cs typeface="Times New Roman"/>
              </a:rPr>
              <a:t>the </a:t>
            </a:r>
            <a:r>
              <a:rPr sz="1800" spc="70" dirty="0">
                <a:latin typeface="Times New Roman"/>
                <a:cs typeface="Times New Roman"/>
              </a:rPr>
              <a:t>marked transaction </a:t>
            </a:r>
            <a:r>
              <a:rPr sz="1800" spc="5" dirty="0">
                <a:latin typeface="Times New Roman"/>
                <a:cs typeface="Times New Roman"/>
              </a:rPr>
              <a:t>is </a:t>
            </a:r>
            <a:r>
              <a:rPr sz="1800" spc="65" dirty="0">
                <a:latin typeface="Times New Roman"/>
                <a:cs typeface="Times New Roman"/>
              </a:rPr>
              <a:t>committed, </a:t>
            </a:r>
            <a:r>
              <a:rPr sz="1800" spc="114" dirty="0">
                <a:latin typeface="Times New Roman"/>
                <a:cs typeface="Times New Roman"/>
              </a:rPr>
              <a:t>then </a:t>
            </a:r>
            <a:r>
              <a:rPr sz="1800" spc="30" dirty="0">
                <a:latin typeface="Times New Roman"/>
                <a:cs typeface="Times New Roman"/>
              </a:rPr>
              <a:t>a </a:t>
            </a:r>
            <a:r>
              <a:rPr sz="1800" spc="65" dirty="0">
                <a:latin typeface="Times New Roman"/>
                <a:cs typeface="Times New Roman"/>
              </a:rPr>
              <a:t>row </a:t>
            </a:r>
            <a:r>
              <a:rPr sz="1800" spc="5" dirty="0">
                <a:latin typeface="Times New Roman"/>
                <a:cs typeface="Times New Roman"/>
              </a:rPr>
              <a:t>is </a:t>
            </a:r>
            <a:r>
              <a:rPr sz="1800" spc="70" dirty="0">
                <a:latin typeface="Times New Roman"/>
                <a:cs typeface="Times New Roman"/>
              </a:rPr>
              <a:t>inserted </a:t>
            </a:r>
            <a:r>
              <a:rPr sz="1800" spc="80" dirty="0">
                <a:latin typeface="Times New Roman"/>
                <a:cs typeface="Times New Roman"/>
              </a:rPr>
              <a:t>in</a:t>
            </a:r>
            <a:r>
              <a:rPr sz="1800" spc="140" dirty="0">
                <a:latin typeface="Times New Roman"/>
                <a:cs typeface="Times New Roman"/>
              </a:rPr>
              <a:t> </a:t>
            </a:r>
            <a:r>
              <a:rPr sz="1800" spc="100" dirty="0">
                <a:latin typeface="Times New Roman"/>
                <a:cs typeface="Times New Roman"/>
              </a:rPr>
              <a:t>the</a:t>
            </a:r>
            <a:endParaRPr sz="1800">
              <a:latin typeface="Times New Roman"/>
              <a:cs typeface="Times New Roman"/>
            </a:endParaRPr>
          </a:p>
          <a:p>
            <a:pPr marL="355600" algn="just">
              <a:lnSpc>
                <a:spcPct val="100000"/>
              </a:lnSpc>
            </a:pPr>
            <a:r>
              <a:rPr sz="1800" b="1" spc="55" dirty="0">
                <a:latin typeface="Times New Roman"/>
                <a:cs typeface="Times New Roman"/>
              </a:rPr>
              <a:t>logmarkhistory</a:t>
            </a:r>
            <a:r>
              <a:rPr sz="1800" spc="55" dirty="0">
                <a:latin typeface="Times New Roman"/>
                <a:cs typeface="Times New Roman"/>
              </a:rPr>
              <a:t> </a:t>
            </a:r>
            <a:r>
              <a:rPr sz="1800" spc="55">
                <a:latin typeface="Times New Roman"/>
                <a:cs typeface="Times New Roman"/>
              </a:rPr>
              <a:t>table </a:t>
            </a:r>
            <a:r>
              <a:rPr sz="1800" spc="85">
                <a:latin typeface="Times New Roman"/>
                <a:cs typeface="Times New Roman"/>
              </a:rPr>
              <a:t>in</a:t>
            </a:r>
            <a:r>
              <a:rPr lang="en-US" sz="1800" spc="85">
                <a:latin typeface="Times New Roman"/>
                <a:cs typeface="Times New Roman"/>
              </a:rPr>
              <a:t> </a:t>
            </a:r>
            <a:r>
              <a:rPr lang="en-US" b="1" spc="60">
                <a:latin typeface="Times New Roman"/>
                <a:cs typeface="Times New Roman"/>
              </a:rPr>
              <a:t>msdb</a:t>
            </a:r>
            <a:r>
              <a:rPr sz="1800" spc="60">
                <a:latin typeface="Times New Roman"/>
                <a:cs typeface="Times New Roman"/>
              </a:rPr>
              <a:t>.</a:t>
            </a:r>
            <a:endParaRPr sz="1800">
              <a:latin typeface="Times New Roman"/>
              <a:cs typeface="Times New Roman"/>
            </a:endParaRPr>
          </a:p>
          <a:p>
            <a:pPr marL="355600" marR="5080" indent="-342900" algn="just">
              <a:lnSpc>
                <a:spcPct val="100000"/>
              </a:lnSpc>
              <a:buFont typeface="Wingdings"/>
              <a:buChar char=""/>
              <a:tabLst>
                <a:tab pos="355600" algn="l"/>
              </a:tabLst>
            </a:pPr>
            <a:r>
              <a:rPr sz="1800" dirty="0">
                <a:latin typeface="Times New Roman"/>
                <a:cs typeface="Times New Roman"/>
              </a:rPr>
              <a:t>If</a:t>
            </a:r>
            <a:r>
              <a:rPr sz="1800" spc="-65" dirty="0">
                <a:latin typeface="Times New Roman"/>
                <a:cs typeface="Times New Roman"/>
              </a:rPr>
              <a:t> </a:t>
            </a:r>
            <a:r>
              <a:rPr sz="1800" spc="30" dirty="0">
                <a:latin typeface="Times New Roman"/>
                <a:cs typeface="Times New Roman"/>
              </a:rPr>
              <a:t>a</a:t>
            </a:r>
            <a:r>
              <a:rPr sz="1800" spc="-65" dirty="0">
                <a:latin typeface="Times New Roman"/>
                <a:cs typeface="Times New Roman"/>
              </a:rPr>
              <a:t> </a:t>
            </a:r>
            <a:r>
              <a:rPr sz="1800" spc="70" dirty="0">
                <a:latin typeface="Times New Roman"/>
                <a:cs typeface="Times New Roman"/>
              </a:rPr>
              <a:t>marked</a:t>
            </a:r>
            <a:r>
              <a:rPr sz="1800" spc="-60" dirty="0">
                <a:latin typeface="Times New Roman"/>
                <a:cs typeface="Times New Roman"/>
              </a:rPr>
              <a:t> </a:t>
            </a:r>
            <a:r>
              <a:rPr sz="1800" spc="70" dirty="0">
                <a:latin typeface="Times New Roman"/>
                <a:cs typeface="Times New Roman"/>
              </a:rPr>
              <a:t>transaction</a:t>
            </a:r>
            <a:r>
              <a:rPr sz="1800" spc="-60" dirty="0">
                <a:latin typeface="Times New Roman"/>
                <a:cs typeface="Times New Roman"/>
              </a:rPr>
              <a:t> </a:t>
            </a:r>
            <a:r>
              <a:rPr sz="1800" spc="60" dirty="0">
                <a:latin typeface="Times New Roman"/>
                <a:cs typeface="Times New Roman"/>
              </a:rPr>
              <a:t>spans</a:t>
            </a:r>
            <a:r>
              <a:rPr sz="1800" spc="-55" dirty="0">
                <a:latin typeface="Times New Roman"/>
                <a:cs typeface="Times New Roman"/>
              </a:rPr>
              <a:t> </a:t>
            </a:r>
            <a:r>
              <a:rPr sz="1800" spc="60" dirty="0">
                <a:latin typeface="Times New Roman"/>
                <a:cs typeface="Times New Roman"/>
              </a:rPr>
              <a:t>over</a:t>
            </a:r>
            <a:r>
              <a:rPr sz="1800" spc="-60" dirty="0">
                <a:latin typeface="Times New Roman"/>
                <a:cs typeface="Times New Roman"/>
              </a:rPr>
              <a:t> </a:t>
            </a:r>
            <a:r>
              <a:rPr sz="1800" spc="60" dirty="0">
                <a:latin typeface="Times New Roman"/>
                <a:cs typeface="Times New Roman"/>
              </a:rPr>
              <a:t>multiple</a:t>
            </a:r>
            <a:r>
              <a:rPr sz="1800" spc="-70" dirty="0">
                <a:latin typeface="Times New Roman"/>
                <a:cs typeface="Times New Roman"/>
              </a:rPr>
              <a:t> </a:t>
            </a:r>
            <a:r>
              <a:rPr sz="1800" spc="45" dirty="0">
                <a:latin typeface="Times New Roman"/>
                <a:cs typeface="Times New Roman"/>
              </a:rPr>
              <a:t>databases</a:t>
            </a:r>
            <a:r>
              <a:rPr sz="1800" spc="-55" dirty="0">
                <a:latin typeface="Times New Roman"/>
                <a:cs typeface="Times New Roman"/>
              </a:rPr>
              <a:t> </a:t>
            </a:r>
            <a:r>
              <a:rPr sz="1800" spc="120" dirty="0">
                <a:latin typeface="Times New Roman"/>
                <a:cs typeface="Times New Roman"/>
              </a:rPr>
              <a:t>on</a:t>
            </a:r>
            <a:r>
              <a:rPr sz="1800" spc="-60" dirty="0">
                <a:latin typeface="Times New Roman"/>
                <a:cs typeface="Times New Roman"/>
              </a:rPr>
              <a:t> </a:t>
            </a:r>
            <a:r>
              <a:rPr sz="1800" spc="65" dirty="0">
                <a:latin typeface="Times New Roman"/>
                <a:cs typeface="Times New Roman"/>
              </a:rPr>
              <a:t>different</a:t>
            </a:r>
            <a:r>
              <a:rPr sz="1800" spc="-55" dirty="0">
                <a:latin typeface="Times New Roman"/>
                <a:cs typeface="Times New Roman"/>
              </a:rPr>
              <a:t> </a:t>
            </a:r>
            <a:r>
              <a:rPr sz="1800" spc="40" dirty="0">
                <a:latin typeface="Times New Roman"/>
                <a:cs typeface="Times New Roman"/>
              </a:rPr>
              <a:t>servers</a:t>
            </a:r>
            <a:r>
              <a:rPr sz="1800" spc="-55" dirty="0">
                <a:latin typeface="Times New Roman"/>
                <a:cs typeface="Times New Roman"/>
              </a:rPr>
              <a:t> </a:t>
            </a:r>
            <a:r>
              <a:rPr sz="1800" spc="75" dirty="0">
                <a:latin typeface="Times New Roman"/>
                <a:cs typeface="Times New Roman"/>
              </a:rPr>
              <a:t>or</a:t>
            </a:r>
            <a:r>
              <a:rPr sz="1800" spc="-55" dirty="0">
                <a:latin typeface="Times New Roman"/>
                <a:cs typeface="Times New Roman"/>
              </a:rPr>
              <a:t> </a:t>
            </a:r>
            <a:r>
              <a:rPr sz="1800" spc="114" dirty="0">
                <a:latin typeface="Times New Roman"/>
                <a:cs typeface="Times New Roman"/>
              </a:rPr>
              <a:t>on  </a:t>
            </a:r>
            <a:r>
              <a:rPr sz="1800" spc="100" dirty="0">
                <a:latin typeface="Times New Roman"/>
                <a:cs typeface="Times New Roman"/>
              </a:rPr>
              <a:t>the </a:t>
            </a:r>
            <a:r>
              <a:rPr sz="1800" spc="40" dirty="0">
                <a:latin typeface="Times New Roman"/>
                <a:cs typeface="Times New Roman"/>
              </a:rPr>
              <a:t>same </a:t>
            </a:r>
            <a:r>
              <a:rPr sz="1800" spc="50" dirty="0">
                <a:latin typeface="Times New Roman"/>
                <a:cs typeface="Times New Roman"/>
              </a:rPr>
              <a:t>database </a:t>
            </a:r>
            <a:r>
              <a:rPr sz="1800" spc="35" dirty="0">
                <a:latin typeface="Times New Roman"/>
                <a:cs typeface="Times New Roman"/>
              </a:rPr>
              <a:t>server, </a:t>
            </a:r>
            <a:r>
              <a:rPr sz="1800" spc="100" dirty="0">
                <a:latin typeface="Times New Roman"/>
                <a:cs typeface="Times New Roman"/>
              </a:rPr>
              <a:t>the </a:t>
            </a:r>
            <a:r>
              <a:rPr sz="1800" spc="55" dirty="0">
                <a:latin typeface="Times New Roman"/>
                <a:cs typeface="Times New Roman"/>
              </a:rPr>
              <a:t>marks </a:t>
            </a:r>
            <a:r>
              <a:rPr sz="1800" spc="85" dirty="0">
                <a:latin typeface="Times New Roman"/>
                <a:cs typeface="Times New Roman"/>
              </a:rPr>
              <a:t>must </a:t>
            </a:r>
            <a:r>
              <a:rPr sz="1800" spc="60" dirty="0">
                <a:latin typeface="Times New Roman"/>
                <a:cs typeface="Times New Roman"/>
              </a:rPr>
              <a:t>be </a:t>
            </a:r>
            <a:r>
              <a:rPr sz="1800" spc="30" dirty="0">
                <a:latin typeface="Times New Roman"/>
                <a:cs typeface="Times New Roman"/>
              </a:rPr>
              <a:t>logged </a:t>
            </a:r>
            <a:r>
              <a:rPr sz="1800" spc="85" dirty="0">
                <a:latin typeface="Times New Roman"/>
                <a:cs typeface="Times New Roman"/>
              </a:rPr>
              <a:t>in </a:t>
            </a:r>
            <a:r>
              <a:rPr sz="1800" spc="100" dirty="0">
                <a:latin typeface="Times New Roman"/>
                <a:cs typeface="Times New Roman"/>
              </a:rPr>
              <a:t>the </a:t>
            </a:r>
            <a:r>
              <a:rPr sz="1800" spc="55" dirty="0">
                <a:latin typeface="Times New Roman"/>
                <a:cs typeface="Times New Roman"/>
              </a:rPr>
              <a:t>records of </a:t>
            </a:r>
            <a:r>
              <a:rPr sz="1800" spc="10" dirty="0">
                <a:latin typeface="Times New Roman"/>
                <a:cs typeface="Times New Roman"/>
              </a:rPr>
              <a:t>all  </a:t>
            </a:r>
            <a:r>
              <a:rPr sz="1800" spc="50" dirty="0">
                <a:latin typeface="Times New Roman"/>
                <a:cs typeface="Times New Roman"/>
              </a:rPr>
              <a:t>affected</a:t>
            </a:r>
            <a:r>
              <a:rPr sz="1800" spc="-70" dirty="0">
                <a:latin typeface="Times New Roman"/>
                <a:cs typeface="Times New Roman"/>
              </a:rPr>
              <a:t> </a:t>
            </a:r>
            <a:r>
              <a:rPr sz="1800" spc="45" dirty="0">
                <a:latin typeface="Times New Roman"/>
                <a:cs typeface="Times New Roman"/>
              </a:rPr>
              <a:t>databases.</a:t>
            </a:r>
            <a:endParaRPr sz="1800">
              <a:latin typeface="Times New Roman"/>
              <a:cs typeface="Times New Roman"/>
            </a:endParaRPr>
          </a:p>
        </p:txBody>
      </p:sp>
      <p:sp>
        <p:nvSpPr>
          <p:cNvPr id="5" name="object 5"/>
          <p:cNvSpPr/>
          <p:nvPr/>
        </p:nvSpPr>
        <p:spPr>
          <a:xfrm>
            <a:off x="989076" y="1119377"/>
            <a:ext cx="3310890" cy="1737360"/>
          </a:xfrm>
          <a:custGeom>
            <a:avLst/>
            <a:gdLst/>
            <a:ahLst/>
            <a:cxnLst/>
            <a:rect l="l" t="t" r="r" b="b"/>
            <a:pathLst>
              <a:path w="3310890" h="1737360">
                <a:moveTo>
                  <a:pt x="3310890" y="0"/>
                </a:moveTo>
                <a:lnTo>
                  <a:pt x="0" y="0"/>
                </a:lnTo>
                <a:lnTo>
                  <a:pt x="0" y="279400"/>
                </a:lnTo>
                <a:lnTo>
                  <a:pt x="0" y="1737360"/>
                </a:lnTo>
                <a:lnTo>
                  <a:pt x="280060" y="1737360"/>
                </a:lnTo>
                <a:lnTo>
                  <a:pt x="280060" y="279400"/>
                </a:lnTo>
                <a:lnTo>
                  <a:pt x="3310890" y="279400"/>
                </a:lnTo>
                <a:lnTo>
                  <a:pt x="3310890" y="0"/>
                </a:lnTo>
                <a:close/>
              </a:path>
            </a:pathLst>
          </a:custGeom>
          <a:solidFill>
            <a:srgbClr val="FF3300"/>
          </a:solidFill>
        </p:spPr>
        <p:txBody>
          <a:bodyPr wrap="square" lIns="0" tIns="0" rIns="0" bIns="0" rtlCol="0"/>
          <a:lstStyle/>
          <a:p>
            <a:endParaRPr/>
          </a:p>
        </p:txBody>
      </p:sp>
      <p:sp>
        <p:nvSpPr>
          <p:cNvPr id="6" name="object 6"/>
          <p:cNvSpPr txBox="1"/>
          <p:nvPr/>
        </p:nvSpPr>
        <p:spPr>
          <a:xfrm>
            <a:off x="1373632" y="1395984"/>
            <a:ext cx="2795905" cy="1046056"/>
          </a:xfrm>
          <a:prstGeom prst="rect">
            <a:avLst/>
          </a:prstGeom>
        </p:spPr>
        <p:txBody>
          <a:bodyPr vert="horz" wrap="square" lIns="0" tIns="37465" rIns="0" bIns="0" rtlCol="0">
            <a:spAutoFit/>
          </a:bodyPr>
          <a:lstStyle/>
          <a:p>
            <a:pPr marL="12700" marR="5080">
              <a:lnSpc>
                <a:spcPct val="91000"/>
              </a:lnSpc>
              <a:spcBef>
                <a:spcPts val="295"/>
              </a:spcBef>
            </a:pPr>
            <a:r>
              <a:rPr lang="en-US" sz="1800" spc="55">
                <a:latin typeface="Times New Roman"/>
                <a:cs typeface="Times New Roman"/>
              </a:rPr>
              <a:t>Users can use transaction marks to recover the related updates made to two or more related databases</a:t>
            </a:r>
            <a:r>
              <a:rPr sz="1800" spc="45">
                <a:latin typeface="Times New Roman"/>
                <a:cs typeface="Times New Roman"/>
              </a:rPr>
              <a:t>.</a:t>
            </a:r>
            <a:endParaRPr sz="1800">
              <a:latin typeface="Times New Roman"/>
              <a:cs typeface="Times New Roman"/>
            </a:endParaRPr>
          </a:p>
        </p:txBody>
      </p:sp>
      <p:sp>
        <p:nvSpPr>
          <p:cNvPr id="7" name="object 7"/>
          <p:cNvSpPr/>
          <p:nvPr/>
        </p:nvSpPr>
        <p:spPr>
          <a:xfrm>
            <a:off x="5134356" y="1127759"/>
            <a:ext cx="3310254" cy="1738630"/>
          </a:xfrm>
          <a:custGeom>
            <a:avLst/>
            <a:gdLst/>
            <a:ahLst/>
            <a:cxnLst/>
            <a:rect l="l" t="t" r="r" b="b"/>
            <a:pathLst>
              <a:path w="3310254" h="1738630">
                <a:moveTo>
                  <a:pt x="3310128" y="0"/>
                </a:moveTo>
                <a:lnTo>
                  <a:pt x="0" y="0"/>
                </a:lnTo>
                <a:lnTo>
                  <a:pt x="0" y="280670"/>
                </a:lnTo>
                <a:lnTo>
                  <a:pt x="0" y="1738630"/>
                </a:lnTo>
                <a:lnTo>
                  <a:pt x="280162" y="1738630"/>
                </a:lnTo>
                <a:lnTo>
                  <a:pt x="280162" y="280670"/>
                </a:lnTo>
                <a:lnTo>
                  <a:pt x="3310128" y="280670"/>
                </a:lnTo>
                <a:lnTo>
                  <a:pt x="3310128" y="0"/>
                </a:lnTo>
                <a:close/>
              </a:path>
            </a:pathLst>
          </a:custGeom>
          <a:solidFill>
            <a:srgbClr val="FFC000"/>
          </a:solidFill>
        </p:spPr>
        <p:txBody>
          <a:bodyPr wrap="square" lIns="0" tIns="0" rIns="0" bIns="0" rtlCol="0"/>
          <a:lstStyle/>
          <a:p>
            <a:endParaRPr/>
          </a:p>
        </p:txBody>
      </p:sp>
      <p:sp>
        <p:nvSpPr>
          <p:cNvPr id="8" name="object 8"/>
          <p:cNvSpPr txBox="1"/>
          <p:nvPr/>
        </p:nvSpPr>
        <p:spPr>
          <a:xfrm>
            <a:off x="5518911" y="1404620"/>
            <a:ext cx="2860040" cy="1534795"/>
          </a:xfrm>
          <a:prstGeom prst="rect">
            <a:avLst/>
          </a:prstGeom>
        </p:spPr>
        <p:txBody>
          <a:bodyPr vert="horz" wrap="square" lIns="0" tIns="43815" rIns="0" bIns="0" rtlCol="0">
            <a:spAutoFit/>
          </a:bodyPr>
          <a:lstStyle/>
          <a:p>
            <a:pPr marL="12700" marR="5080">
              <a:lnSpc>
                <a:spcPts val="1939"/>
              </a:lnSpc>
              <a:spcBef>
                <a:spcPts val="345"/>
              </a:spcBef>
            </a:pPr>
            <a:r>
              <a:rPr sz="1800" spc="55" dirty="0">
                <a:latin typeface="Times New Roman"/>
                <a:cs typeface="Times New Roman"/>
              </a:rPr>
              <a:t>Marking </a:t>
            </a:r>
            <a:r>
              <a:rPr sz="1800" spc="60" dirty="0">
                <a:latin typeface="Times New Roman"/>
                <a:cs typeface="Times New Roman"/>
              </a:rPr>
              <a:t>related</a:t>
            </a:r>
            <a:r>
              <a:rPr sz="1800" spc="-270" dirty="0">
                <a:latin typeface="Times New Roman"/>
                <a:cs typeface="Times New Roman"/>
              </a:rPr>
              <a:t> </a:t>
            </a:r>
            <a:r>
              <a:rPr sz="1800" spc="65" dirty="0">
                <a:latin typeface="Times New Roman"/>
                <a:cs typeface="Times New Roman"/>
              </a:rPr>
              <a:t>transactions  </a:t>
            </a:r>
            <a:r>
              <a:rPr sz="1800" spc="120" dirty="0">
                <a:latin typeface="Times New Roman"/>
                <a:cs typeface="Times New Roman"/>
              </a:rPr>
              <a:t>on </a:t>
            </a:r>
            <a:r>
              <a:rPr sz="1800" spc="30" dirty="0">
                <a:latin typeface="Times New Roman"/>
                <a:cs typeface="Times New Roman"/>
              </a:rPr>
              <a:t>a </a:t>
            </a:r>
            <a:r>
              <a:rPr sz="1800" spc="85" dirty="0">
                <a:latin typeface="Times New Roman"/>
                <a:cs typeface="Times New Roman"/>
              </a:rPr>
              <a:t>routine </a:t>
            </a:r>
            <a:r>
              <a:rPr sz="1800" spc="25" dirty="0">
                <a:latin typeface="Times New Roman"/>
                <a:cs typeface="Times New Roman"/>
              </a:rPr>
              <a:t>basis </a:t>
            </a:r>
            <a:r>
              <a:rPr sz="1800" spc="85" dirty="0">
                <a:latin typeface="Times New Roman"/>
                <a:cs typeface="Times New Roman"/>
              </a:rPr>
              <a:t>in </a:t>
            </a:r>
            <a:r>
              <a:rPr sz="1800" spc="35" dirty="0">
                <a:latin typeface="Times New Roman"/>
                <a:cs typeface="Times New Roman"/>
              </a:rPr>
              <a:t>every  </a:t>
            </a:r>
            <a:r>
              <a:rPr sz="1800" spc="30" dirty="0">
                <a:latin typeface="Times New Roman"/>
                <a:cs typeface="Times New Roman"/>
              </a:rPr>
              <a:t>single </a:t>
            </a:r>
            <a:r>
              <a:rPr sz="1800" spc="60" dirty="0">
                <a:latin typeface="Times New Roman"/>
                <a:cs typeface="Times New Roman"/>
              </a:rPr>
              <a:t>related </a:t>
            </a:r>
            <a:r>
              <a:rPr sz="1800" spc="50" dirty="0">
                <a:latin typeface="Times New Roman"/>
                <a:cs typeface="Times New Roman"/>
              </a:rPr>
              <a:t>database  </a:t>
            </a:r>
            <a:r>
              <a:rPr sz="1800" spc="45" dirty="0">
                <a:latin typeface="Times New Roman"/>
                <a:cs typeface="Times New Roman"/>
              </a:rPr>
              <a:t>creates </a:t>
            </a:r>
            <a:r>
              <a:rPr sz="1800" spc="30" dirty="0">
                <a:latin typeface="Times New Roman"/>
                <a:cs typeface="Times New Roman"/>
              </a:rPr>
              <a:t>a </a:t>
            </a:r>
            <a:r>
              <a:rPr sz="1800" spc="65" dirty="0">
                <a:latin typeface="Times New Roman"/>
                <a:cs typeface="Times New Roman"/>
              </a:rPr>
              <a:t>sequence </a:t>
            </a:r>
            <a:r>
              <a:rPr sz="1800" spc="50" dirty="0">
                <a:latin typeface="Times New Roman"/>
                <a:cs typeface="Times New Roman"/>
              </a:rPr>
              <a:t>of  </a:t>
            </a:r>
            <a:r>
              <a:rPr sz="1800" spc="85" dirty="0">
                <a:latin typeface="Times New Roman"/>
                <a:cs typeface="Times New Roman"/>
              </a:rPr>
              <a:t>common</a:t>
            </a:r>
            <a:r>
              <a:rPr sz="1800" spc="-85" dirty="0">
                <a:latin typeface="Times New Roman"/>
                <a:cs typeface="Times New Roman"/>
              </a:rPr>
              <a:t> </a:t>
            </a:r>
            <a:r>
              <a:rPr sz="1800" spc="45" dirty="0">
                <a:latin typeface="Times New Roman"/>
                <a:cs typeface="Times New Roman"/>
              </a:rPr>
              <a:t>recovery</a:t>
            </a:r>
            <a:r>
              <a:rPr sz="1800" spc="-90" dirty="0">
                <a:latin typeface="Times New Roman"/>
                <a:cs typeface="Times New Roman"/>
              </a:rPr>
              <a:t> </a:t>
            </a:r>
            <a:r>
              <a:rPr sz="1800" spc="80" dirty="0">
                <a:latin typeface="Times New Roman"/>
                <a:cs typeface="Times New Roman"/>
              </a:rPr>
              <a:t>points</a:t>
            </a:r>
            <a:r>
              <a:rPr sz="1800" spc="-75" dirty="0">
                <a:latin typeface="Times New Roman"/>
                <a:cs typeface="Times New Roman"/>
              </a:rPr>
              <a:t> </a:t>
            </a:r>
            <a:r>
              <a:rPr sz="1800" spc="85" dirty="0">
                <a:latin typeface="Times New Roman"/>
                <a:cs typeface="Times New Roman"/>
              </a:rPr>
              <a:t>in</a:t>
            </a:r>
            <a:r>
              <a:rPr sz="1800" spc="-85" dirty="0">
                <a:latin typeface="Times New Roman"/>
                <a:cs typeface="Times New Roman"/>
              </a:rPr>
              <a:t> </a:t>
            </a:r>
            <a:r>
              <a:rPr sz="1800" spc="30" dirty="0">
                <a:latin typeface="Times New Roman"/>
                <a:cs typeface="Times New Roman"/>
              </a:rPr>
              <a:t>a  </a:t>
            </a:r>
            <a:r>
              <a:rPr sz="1800" spc="50" dirty="0">
                <a:latin typeface="Times New Roman"/>
                <a:cs typeface="Times New Roman"/>
              </a:rPr>
              <a:t>database.</a:t>
            </a:r>
            <a:endParaRPr sz="18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13</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6256655" cy="635635"/>
          </a:xfrm>
          <a:prstGeom prst="rect">
            <a:avLst/>
          </a:prstGeom>
        </p:spPr>
        <p:txBody>
          <a:bodyPr vert="horz" wrap="square" lIns="0" tIns="12700" rIns="0" bIns="0" rtlCol="0">
            <a:spAutoFit/>
          </a:bodyPr>
          <a:lstStyle/>
          <a:p>
            <a:pPr marL="12700">
              <a:lnSpc>
                <a:spcPct val="100000"/>
              </a:lnSpc>
              <a:spcBef>
                <a:spcPts val="100"/>
              </a:spcBef>
            </a:pPr>
            <a:r>
              <a:rPr sz="4000" spc="204" dirty="0"/>
              <a:t>Create </a:t>
            </a:r>
            <a:r>
              <a:rPr sz="4000" spc="145" dirty="0"/>
              <a:t>Marked</a:t>
            </a:r>
            <a:r>
              <a:rPr sz="4000" spc="-580" dirty="0"/>
              <a:t> </a:t>
            </a:r>
            <a:r>
              <a:rPr sz="4000" spc="160" dirty="0"/>
              <a:t>Transactions</a:t>
            </a:r>
            <a:endParaRPr sz="4000"/>
          </a:p>
        </p:txBody>
      </p:sp>
      <p:sp>
        <p:nvSpPr>
          <p:cNvPr id="3" name="object 3"/>
          <p:cNvSpPr/>
          <p:nvPr/>
        </p:nvSpPr>
        <p:spPr>
          <a:xfrm>
            <a:off x="304800" y="3657600"/>
            <a:ext cx="4495800" cy="2609595"/>
          </a:xfrm>
          <a:custGeom>
            <a:avLst/>
            <a:gdLst/>
            <a:ahLst/>
            <a:cxnLst/>
            <a:rect l="l" t="t" r="r" b="b"/>
            <a:pathLst>
              <a:path w="8686800" h="1758950">
                <a:moveTo>
                  <a:pt x="8686800" y="293116"/>
                </a:moveTo>
                <a:lnTo>
                  <a:pt x="8682965" y="245567"/>
                </a:lnTo>
                <a:lnTo>
                  <a:pt x="8671852" y="200456"/>
                </a:lnTo>
                <a:lnTo>
                  <a:pt x="8654085" y="158394"/>
                </a:lnTo>
                <a:lnTo>
                  <a:pt x="8630247" y="119989"/>
                </a:lnTo>
                <a:lnTo>
                  <a:pt x="8600961" y="85839"/>
                </a:lnTo>
                <a:lnTo>
                  <a:pt x="8566810" y="56553"/>
                </a:lnTo>
                <a:lnTo>
                  <a:pt x="8528406" y="32715"/>
                </a:lnTo>
                <a:lnTo>
                  <a:pt x="8486343" y="14947"/>
                </a:lnTo>
                <a:lnTo>
                  <a:pt x="8441233" y="3835"/>
                </a:lnTo>
                <a:lnTo>
                  <a:pt x="8393684" y="0"/>
                </a:lnTo>
                <a:lnTo>
                  <a:pt x="293128" y="0"/>
                </a:lnTo>
                <a:lnTo>
                  <a:pt x="245567" y="3835"/>
                </a:lnTo>
                <a:lnTo>
                  <a:pt x="200469" y="14947"/>
                </a:lnTo>
                <a:lnTo>
                  <a:pt x="158407" y="32715"/>
                </a:lnTo>
                <a:lnTo>
                  <a:pt x="120002" y="56553"/>
                </a:lnTo>
                <a:lnTo>
                  <a:pt x="85852" y="85839"/>
                </a:lnTo>
                <a:lnTo>
                  <a:pt x="56553" y="119989"/>
                </a:lnTo>
                <a:lnTo>
                  <a:pt x="32715" y="158394"/>
                </a:lnTo>
                <a:lnTo>
                  <a:pt x="14935" y="200456"/>
                </a:lnTo>
                <a:lnTo>
                  <a:pt x="3835" y="245567"/>
                </a:lnTo>
                <a:lnTo>
                  <a:pt x="0" y="293116"/>
                </a:lnTo>
                <a:lnTo>
                  <a:pt x="0" y="1465580"/>
                </a:lnTo>
                <a:lnTo>
                  <a:pt x="3835" y="1513141"/>
                </a:lnTo>
                <a:lnTo>
                  <a:pt x="14935" y="1558251"/>
                </a:lnTo>
                <a:lnTo>
                  <a:pt x="32715" y="1600314"/>
                </a:lnTo>
                <a:lnTo>
                  <a:pt x="56553" y="1638719"/>
                </a:lnTo>
                <a:lnTo>
                  <a:pt x="85852" y="1672869"/>
                </a:lnTo>
                <a:lnTo>
                  <a:pt x="120002" y="1702155"/>
                </a:lnTo>
                <a:lnTo>
                  <a:pt x="158407" y="1725993"/>
                </a:lnTo>
                <a:lnTo>
                  <a:pt x="200469" y="1743760"/>
                </a:lnTo>
                <a:lnTo>
                  <a:pt x="245567" y="1754873"/>
                </a:lnTo>
                <a:lnTo>
                  <a:pt x="293128" y="1758696"/>
                </a:lnTo>
                <a:lnTo>
                  <a:pt x="8393684" y="1758696"/>
                </a:lnTo>
                <a:lnTo>
                  <a:pt x="8441233" y="1754873"/>
                </a:lnTo>
                <a:lnTo>
                  <a:pt x="8486343" y="1743760"/>
                </a:lnTo>
                <a:lnTo>
                  <a:pt x="8528406" y="1725993"/>
                </a:lnTo>
                <a:lnTo>
                  <a:pt x="8566810" y="1702155"/>
                </a:lnTo>
                <a:lnTo>
                  <a:pt x="8600961" y="1672869"/>
                </a:lnTo>
                <a:lnTo>
                  <a:pt x="8630247" y="1638719"/>
                </a:lnTo>
                <a:lnTo>
                  <a:pt x="8654085" y="1600314"/>
                </a:lnTo>
                <a:lnTo>
                  <a:pt x="8671852" y="1558251"/>
                </a:lnTo>
                <a:lnTo>
                  <a:pt x="8682965" y="1513141"/>
                </a:lnTo>
                <a:lnTo>
                  <a:pt x="8686800" y="1465580"/>
                </a:lnTo>
                <a:lnTo>
                  <a:pt x="8686800" y="293116"/>
                </a:lnTo>
                <a:close/>
              </a:path>
            </a:pathLst>
          </a:custGeom>
          <a:solidFill>
            <a:srgbClr val="000000"/>
          </a:solidFill>
        </p:spPr>
        <p:txBody>
          <a:bodyPr wrap="square" lIns="0" tIns="0" rIns="0" bIns="0" rtlCol="0"/>
          <a:lstStyle/>
          <a:p>
            <a:endParaRPr/>
          </a:p>
        </p:txBody>
      </p:sp>
      <p:sp>
        <p:nvSpPr>
          <p:cNvPr id="4" name="object 4"/>
          <p:cNvSpPr txBox="1"/>
          <p:nvPr/>
        </p:nvSpPr>
        <p:spPr>
          <a:xfrm>
            <a:off x="516001" y="4007070"/>
            <a:ext cx="4056000" cy="2012730"/>
          </a:xfrm>
          <a:prstGeom prst="rect">
            <a:avLst/>
          </a:prstGeom>
        </p:spPr>
        <p:txBody>
          <a:bodyPr vert="horz" wrap="square" lIns="0" tIns="12065" rIns="0" bIns="0" rtlCol="0">
            <a:spAutoFit/>
          </a:bodyPr>
          <a:lstStyle/>
          <a:p>
            <a:pPr marL="12700">
              <a:lnSpc>
                <a:spcPts val="2280"/>
              </a:lnSpc>
              <a:spcBef>
                <a:spcPts val="95"/>
              </a:spcBef>
            </a:pPr>
            <a:r>
              <a:rPr spc="70" dirty="0">
                <a:solidFill>
                  <a:srgbClr val="FFFFFF"/>
                </a:solidFill>
                <a:latin typeface="Times New Roman"/>
                <a:cs typeface="Times New Roman"/>
              </a:rPr>
              <a:t>Steps</a:t>
            </a:r>
            <a:r>
              <a:rPr spc="-65" dirty="0">
                <a:solidFill>
                  <a:srgbClr val="FFFFFF"/>
                </a:solidFill>
                <a:latin typeface="Times New Roman"/>
                <a:cs typeface="Times New Roman"/>
              </a:rPr>
              <a:t> </a:t>
            </a:r>
            <a:r>
              <a:rPr spc="110" dirty="0">
                <a:solidFill>
                  <a:srgbClr val="FFFFFF"/>
                </a:solidFill>
                <a:latin typeface="Times New Roman"/>
                <a:cs typeface="Times New Roman"/>
              </a:rPr>
              <a:t>to</a:t>
            </a:r>
            <a:r>
              <a:rPr spc="-65" dirty="0">
                <a:solidFill>
                  <a:srgbClr val="FFFFFF"/>
                </a:solidFill>
                <a:latin typeface="Times New Roman"/>
                <a:cs typeface="Times New Roman"/>
              </a:rPr>
              <a:t> </a:t>
            </a:r>
            <a:r>
              <a:rPr spc="55" dirty="0">
                <a:solidFill>
                  <a:srgbClr val="FFFFFF"/>
                </a:solidFill>
                <a:latin typeface="Times New Roman"/>
                <a:cs typeface="Times New Roman"/>
              </a:rPr>
              <a:t>create</a:t>
            </a:r>
            <a:r>
              <a:rPr spc="-65" dirty="0">
                <a:solidFill>
                  <a:srgbClr val="FFFFFF"/>
                </a:solidFill>
                <a:latin typeface="Times New Roman"/>
                <a:cs typeface="Times New Roman"/>
              </a:rPr>
              <a:t> </a:t>
            </a:r>
            <a:r>
              <a:rPr spc="30" dirty="0">
                <a:solidFill>
                  <a:srgbClr val="FFFFFF"/>
                </a:solidFill>
                <a:latin typeface="Times New Roman"/>
                <a:cs typeface="Times New Roman"/>
              </a:rPr>
              <a:t>a</a:t>
            </a:r>
            <a:r>
              <a:rPr spc="-75" dirty="0">
                <a:solidFill>
                  <a:srgbClr val="FFFFFF"/>
                </a:solidFill>
                <a:latin typeface="Times New Roman"/>
                <a:cs typeface="Times New Roman"/>
              </a:rPr>
              <a:t> </a:t>
            </a:r>
            <a:r>
              <a:rPr spc="75" dirty="0">
                <a:solidFill>
                  <a:srgbClr val="FFFFFF"/>
                </a:solidFill>
                <a:latin typeface="Times New Roman"/>
                <a:cs typeface="Times New Roman"/>
              </a:rPr>
              <a:t>marked</a:t>
            </a:r>
            <a:r>
              <a:rPr spc="-75" dirty="0">
                <a:solidFill>
                  <a:srgbClr val="FFFFFF"/>
                </a:solidFill>
                <a:latin typeface="Times New Roman"/>
                <a:cs typeface="Times New Roman"/>
              </a:rPr>
              <a:t> </a:t>
            </a:r>
            <a:r>
              <a:rPr spc="80" dirty="0">
                <a:solidFill>
                  <a:srgbClr val="FFFFFF"/>
                </a:solidFill>
                <a:latin typeface="Times New Roman"/>
                <a:cs typeface="Times New Roman"/>
              </a:rPr>
              <a:t>transaction</a:t>
            </a:r>
            <a:r>
              <a:rPr spc="-50" dirty="0">
                <a:solidFill>
                  <a:srgbClr val="FFFFFF"/>
                </a:solidFill>
                <a:latin typeface="Times New Roman"/>
                <a:cs typeface="Times New Roman"/>
              </a:rPr>
              <a:t> </a:t>
            </a:r>
            <a:r>
              <a:rPr spc="95" dirty="0">
                <a:solidFill>
                  <a:srgbClr val="FFFFFF"/>
                </a:solidFill>
                <a:latin typeface="Times New Roman"/>
                <a:cs typeface="Times New Roman"/>
              </a:rPr>
              <a:t>in</a:t>
            </a:r>
            <a:r>
              <a:rPr spc="-80" dirty="0">
                <a:solidFill>
                  <a:srgbClr val="FFFFFF"/>
                </a:solidFill>
                <a:latin typeface="Times New Roman"/>
                <a:cs typeface="Times New Roman"/>
              </a:rPr>
              <a:t> </a:t>
            </a:r>
            <a:r>
              <a:rPr spc="30" dirty="0">
                <a:solidFill>
                  <a:srgbClr val="FFFFFF"/>
                </a:solidFill>
                <a:latin typeface="Times New Roman"/>
                <a:cs typeface="Times New Roman"/>
              </a:rPr>
              <a:t>a</a:t>
            </a:r>
            <a:r>
              <a:rPr spc="-70" dirty="0">
                <a:solidFill>
                  <a:srgbClr val="FFFFFF"/>
                </a:solidFill>
                <a:latin typeface="Times New Roman"/>
                <a:cs typeface="Times New Roman"/>
              </a:rPr>
              <a:t> </a:t>
            </a:r>
            <a:r>
              <a:rPr spc="55" dirty="0">
                <a:solidFill>
                  <a:srgbClr val="FFFFFF"/>
                </a:solidFill>
                <a:latin typeface="Times New Roman"/>
                <a:cs typeface="Times New Roman"/>
              </a:rPr>
              <a:t>set</a:t>
            </a:r>
            <a:r>
              <a:rPr spc="-65" dirty="0">
                <a:solidFill>
                  <a:srgbClr val="FFFFFF"/>
                </a:solidFill>
                <a:latin typeface="Times New Roman"/>
                <a:cs typeface="Times New Roman"/>
              </a:rPr>
              <a:t> </a:t>
            </a:r>
            <a:r>
              <a:rPr spc="55" dirty="0">
                <a:solidFill>
                  <a:srgbClr val="FFFFFF"/>
                </a:solidFill>
                <a:latin typeface="Times New Roman"/>
                <a:cs typeface="Times New Roman"/>
              </a:rPr>
              <a:t>of</a:t>
            </a:r>
            <a:r>
              <a:rPr spc="-70" dirty="0">
                <a:solidFill>
                  <a:srgbClr val="FFFFFF"/>
                </a:solidFill>
                <a:latin typeface="Times New Roman"/>
                <a:cs typeface="Times New Roman"/>
              </a:rPr>
              <a:t> </a:t>
            </a:r>
            <a:r>
              <a:rPr spc="45" dirty="0">
                <a:solidFill>
                  <a:srgbClr val="FFFFFF"/>
                </a:solidFill>
                <a:latin typeface="Times New Roman"/>
                <a:cs typeface="Times New Roman"/>
              </a:rPr>
              <a:t>databases:</a:t>
            </a:r>
            <a:endParaRPr>
              <a:latin typeface="Times New Roman"/>
              <a:cs typeface="Times New Roman"/>
            </a:endParaRPr>
          </a:p>
          <a:p>
            <a:pPr marL="355600" marR="5080" indent="-342900">
              <a:lnSpc>
                <a:spcPts val="2160"/>
              </a:lnSpc>
              <a:spcBef>
                <a:spcPts val="155"/>
              </a:spcBef>
              <a:buFont typeface="Wingdings"/>
              <a:buChar char=""/>
              <a:tabLst>
                <a:tab pos="354965" algn="l"/>
                <a:tab pos="355600" algn="l"/>
              </a:tabLst>
            </a:pPr>
            <a:r>
              <a:rPr spc="80" dirty="0">
                <a:solidFill>
                  <a:srgbClr val="FFFFFF"/>
                </a:solidFill>
                <a:latin typeface="Times New Roman"/>
                <a:cs typeface="Times New Roman"/>
              </a:rPr>
              <a:t>Name </a:t>
            </a:r>
            <a:r>
              <a:rPr spc="110" dirty="0">
                <a:solidFill>
                  <a:srgbClr val="FFFFFF"/>
                </a:solidFill>
                <a:latin typeface="Times New Roman"/>
                <a:cs typeface="Times New Roman"/>
              </a:rPr>
              <a:t>the </a:t>
            </a:r>
            <a:r>
              <a:rPr spc="80" dirty="0">
                <a:solidFill>
                  <a:srgbClr val="FFFFFF"/>
                </a:solidFill>
                <a:latin typeface="Times New Roman"/>
                <a:cs typeface="Times New Roman"/>
              </a:rPr>
              <a:t>transaction </a:t>
            </a:r>
            <a:r>
              <a:rPr spc="95" dirty="0">
                <a:solidFill>
                  <a:srgbClr val="FFFFFF"/>
                </a:solidFill>
                <a:latin typeface="Times New Roman"/>
                <a:cs typeface="Times New Roman"/>
              </a:rPr>
              <a:t>in </a:t>
            </a:r>
            <a:r>
              <a:rPr spc="110" dirty="0">
                <a:solidFill>
                  <a:srgbClr val="FFFFFF"/>
                </a:solidFill>
                <a:latin typeface="Times New Roman"/>
                <a:cs typeface="Times New Roman"/>
              </a:rPr>
              <a:t>the </a:t>
            </a:r>
            <a:r>
              <a:rPr spc="45" dirty="0">
                <a:solidFill>
                  <a:srgbClr val="FFFFFF"/>
                </a:solidFill>
                <a:latin typeface="Times New Roman"/>
                <a:cs typeface="Times New Roman"/>
              </a:rPr>
              <a:t>BEGIN </a:t>
            </a:r>
            <a:r>
              <a:rPr spc="150" dirty="0">
                <a:solidFill>
                  <a:srgbClr val="FFFFFF"/>
                </a:solidFill>
                <a:latin typeface="Times New Roman"/>
                <a:cs typeface="Times New Roman"/>
              </a:rPr>
              <a:t>TRAN </a:t>
            </a:r>
            <a:r>
              <a:rPr spc="85" dirty="0">
                <a:solidFill>
                  <a:srgbClr val="FFFFFF"/>
                </a:solidFill>
                <a:latin typeface="Times New Roman"/>
                <a:cs typeface="Times New Roman"/>
              </a:rPr>
              <a:t>statement </a:t>
            </a:r>
            <a:r>
              <a:rPr spc="114" dirty="0">
                <a:solidFill>
                  <a:srgbClr val="FFFFFF"/>
                </a:solidFill>
                <a:latin typeface="Times New Roman"/>
                <a:cs typeface="Times New Roman"/>
              </a:rPr>
              <a:t>and </a:t>
            </a:r>
            <a:r>
              <a:rPr spc="65" dirty="0">
                <a:solidFill>
                  <a:srgbClr val="FFFFFF"/>
                </a:solidFill>
                <a:latin typeface="Times New Roman"/>
                <a:cs typeface="Times New Roman"/>
              </a:rPr>
              <a:t>use </a:t>
            </a:r>
            <a:r>
              <a:rPr spc="110" dirty="0">
                <a:solidFill>
                  <a:srgbClr val="FFFFFF"/>
                </a:solidFill>
                <a:latin typeface="Times New Roman"/>
                <a:cs typeface="Times New Roman"/>
              </a:rPr>
              <a:t>the  </a:t>
            </a:r>
            <a:r>
              <a:rPr spc="160" dirty="0">
                <a:solidFill>
                  <a:srgbClr val="FFFFFF"/>
                </a:solidFill>
                <a:latin typeface="Times New Roman"/>
                <a:cs typeface="Times New Roman"/>
              </a:rPr>
              <a:t>WITH </a:t>
            </a:r>
            <a:r>
              <a:rPr spc="80" dirty="0">
                <a:solidFill>
                  <a:srgbClr val="FFFFFF"/>
                </a:solidFill>
                <a:latin typeface="Times New Roman"/>
                <a:cs typeface="Times New Roman"/>
              </a:rPr>
              <a:t>MARK</a:t>
            </a:r>
            <a:r>
              <a:rPr spc="-310" dirty="0">
                <a:solidFill>
                  <a:srgbClr val="FFFFFF"/>
                </a:solidFill>
                <a:latin typeface="Times New Roman"/>
                <a:cs typeface="Times New Roman"/>
              </a:rPr>
              <a:t> </a:t>
            </a:r>
            <a:r>
              <a:rPr spc="35" dirty="0">
                <a:solidFill>
                  <a:srgbClr val="FFFFFF"/>
                </a:solidFill>
                <a:latin typeface="Times New Roman"/>
                <a:cs typeface="Times New Roman"/>
              </a:rPr>
              <a:t>clause.</a:t>
            </a:r>
            <a:endParaRPr>
              <a:latin typeface="Times New Roman"/>
              <a:cs typeface="Times New Roman"/>
            </a:endParaRPr>
          </a:p>
          <a:p>
            <a:pPr marL="355600" indent="-342900">
              <a:lnSpc>
                <a:spcPts val="2130"/>
              </a:lnSpc>
              <a:buFont typeface="Wingdings"/>
              <a:buChar char=""/>
              <a:tabLst>
                <a:tab pos="354965" algn="l"/>
                <a:tab pos="355600" algn="l"/>
              </a:tabLst>
            </a:pPr>
            <a:r>
              <a:rPr spc="65" dirty="0">
                <a:solidFill>
                  <a:srgbClr val="FFFFFF"/>
                </a:solidFill>
                <a:latin typeface="Times New Roman"/>
                <a:cs typeface="Times New Roman"/>
              </a:rPr>
              <a:t>Execute</a:t>
            </a:r>
            <a:r>
              <a:rPr spc="-50" dirty="0">
                <a:solidFill>
                  <a:srgbClr val="FFFFFF"/>
                </a:solidFill>
                <a:latin typeface="Times New Roman"/>
                <a:cs typeface="Times New Roman"/>
              </a:rPr>
              <a:t> </a:t>
            </a:r>
            <a:r>
              <a:rPr spc="105" dirty="0">
                <a:solidFill>
                  <a:srgbClr val="FFFFFF"/>
                </a:solidFill>
                <a:latin typeface="Times New Roman"/>
                <a:cs typeface="Times New Roman"/>
              </a:rPr>
              <a:t>an</a:t>
            </a:r>
            <a:r>
              <a:rPr spc="-70" dirty="0">
                <a:solidFill>
                  <a:srgbClr val="FFFFFF"/>
                </a:solidFill>
                <a:latin typeface="Times New Roman"/>
                <a:cs typeface="Times New Roman"/>
              </a:rPr>
              <a:t> </a:t>
            </a:r>
            <a:r>
              <a:rPr spc="95" dirty="0">
                <a:solidFill>
                  <a:srgbClr val="FFFFFF"/>
                </a:solidFill>
                <a:latin typeface="Times New Roman"/>
                <a:cs typeface="Times New Roman"/>
              </a:rPr>
              <a:t>update</a:t>
            </a:r>
            <a:r>
              <a:rPr spc="-65" dirty="0">
                <a:solidFill>
                  <a:srgbClr val="FFFFFF"/>
                </a:solidFill>
                <a:latin typeface="Times New Roman"/>
                <a:cs typeface="Times New Roman"/>
              </a:rPr>
              <a:t> </a:t>
            </a:r>
            <a:r>
              <a:rPr spc="50" dirty="0">
                <a:solidFill>
                  <a:srgbClr val="FFFFFF"/>
                </a:solidFill>
                <a:latin typeface="Times New Roman"/>
                <a:cs typeface="Times New Roman"/>
              </a:rPr>
              <a:t>against</a:t>
            </a:r>
            <a:r>
              <a:rPr spc="-60" dirty="0">
                <a:solidFill>
                  <a:srgbClr val="FFFFFF"/>
                </a:solidFill>
                <a:latin typeface="Times New Roman"/>
                <a:cs typeface="Times New Roman"/>
              </a:rPr>
              <a:t> </a:t>
            </a:r>
            <a:r>
              <a:rPr spc="10" dirty="0">
                <a:solidFill>
                  <a:srgbClr val="FFFFFF"/>
                </a:solidFill>
                <a:latin typeface="Times New Roman"/>
                <a:cs typeface="Times New Roman"/>
              </a:rPr>
              <a:t>all</a:t>
            </a:r>
            <a:r>
              <a:rPr spc="-65" dirty="0">
                <a:solidFill>
                  <a:srgbClr val="FFFFFF"/>
                </a:solidFill>
                <a:latin typeface="Times New Roman"/>
                <a:cs typeface="Times New Roman"/>
              </a:rPr>
              <a:t> </a:t>
            </a:r>
            <a:r>
              <a:rPr spc="55" dirty="0">
                <a:solidFill>
                  <a:srgbClr val="FFFFFF"/>
                </a:solidFill>
                <a:latin typeface="Times New Roman"/>
                <a:cs typeface="Times New Roman"/>
              </a:rPr>
              <a:t>of</a:t>
            </a:r>
            <a:r>
              <a:rPr spc="-70" dirty="0">
                <a:solidFill>
                  <a:srgbClr val="FFFFFF"/>
                </a:solidFill>
                <a:latin typeface="Times New Roman"/>
                <a:cs typeface="Times New Roman"/>
              </a:rPr>
              <a:t> </a:t>
            </a:r>
            <a:r>
              <a:rPr spc="110" dirty="0">
                <a:solidFill>
                  <a:srgbClr val="FFFFFF"/>
                </a:solidFill>
                <a:latin typeface="Times New Roman"/>
                <a:cs typeface="Times New Roman"/>
              </a:rPr>
              <a:t>the</a:t>
            </a:r>
            <a:r>
              <a:rPr spc="-70" dirty="0">
                <a:solidFill>
                  <a:srgbClr val="FFFFFF"/>
                </a:solidFill>
                <a:latin typeface="Times New Roman"/>
                <a:cs typeface="Times New Roman"/>
              </a:rPr>
              <a:t> </a:t>
            </a:r>
            <a:r>
              <a:rPr spc="55" dirty="0">
                <a:solidFill>
                  <a:srgbClr val="FFFFFF"/>
                </a:solidFill>
                <a:latin typeface="Times New Roman"/>
                <a:cs typeface="Times New Roman"/>
              </a:rPr>
              <a:t>databases</a:t>
            </a:r>
            <a:r>
              <a:rPr spc="-55" dirty="0">
                <a:solidFill>
                  <a:srgbClr val="FFFFFF"/>
                </a:solidFill>
                <a:latin typeface="Times New Roman"/>
                <a:cs typeface="Times New Roman"/>
              </a:rPr>
              <a:t> </a:t>
            </a:r>
            <a:r>
              <a:rPr spc="95" dirty="0">
                <a:solidFill>
                  <a:srgbClr val="FFFFFF"/>
                </a:solidFill>
                <a:latin typeface="Times New Roman"/>
                <a:cs typeface="Times New Roman"/>
              </a:rPr>
              <a:t>in</a:t>
            </a:r>
            <a:r>
              <a:rPr spc="-80" dirty="0">
                <a:solidFill>
                  <a:srgbClr val="FFFFFF"/>
                </a:solidFill>
                <a:latin typeface="Times New Roman"/>
                <a:cs typeface="Times New Roman"/>
              </a:rPr>
              <a:t> </a:t>
            </a:r>
            <a:r>
              <a:rPr spc="110" dirty="0">
                <a:solidFill>
                  <a:srgbClr val="FFFFFF"/>
                </a:solidFill>
                <a:latin typeface="Times New Roman"/>
                <a:cs typeface="Times New Roman"/>
              </a:rPr>
              <a:t>the</a:t>
            </a:r>
            <a:r>
              <a:rPr spc="-60" dirty="0">
                <a:solidFill>
                  <a:srgbClr val="FFFFFF"/>
                </a:solidFill>
                <a:latin typeface="Times New Roman"/>
                <a:cs typeface="Times New Roman"/>
              </a:rPr>
              <a:t> </a:t>
            </a:r>
            <a:r>
              <a:rPr spc="45" dirty="0">
                <a:solidFill>
                  <a:srgbClr val="FFFFFF"/>
                </a:solidFill>
                <a:latin typeface="Times New Roman"/>
                <a:cs typeface="Times New Roman"/>
              </a:rPr>
              <a:t>set.</a:t>
            </a:r>
            <a:endParaRPr>
              <a:latin typeface="Times New Roman"/>
              <a:cs typeface="Times New Roman"/>
            </a:endParaRPr>
          </a:p>
        </p:txBody>
      </p:sp>
      <p:pic>
        <p:nvPicPr>
          <p:cNvPr id="5" name="object 5"/>
          <p:cNvPicPr/>
          <p:nvPr/>
        </p:nvPicPr>
        <p:blipFill>
          <a:blip r:embed="rId3" cstate="print"/>
          <a:stretch>
            <a:fillRect/>
          </a:stretch>
        </p:blipFill>
        <p:spPr>
          <a:xfrm>
            <a:off x="228600" y="905255"/>
            <a:ext cx="7536942" cy="1148334"/>
          </a:xfrm>
          <a:prstGeom prst="rect">
            <a:avLst/>
          </a:prstGeom>
        </p:spPr>
      </p:pic>
      <p:sp>
        <p:nvSpPr>
          <p:cNvPr id="6" name="object 6"/>
          <p:cNvSpPr txBox="1"/>
          <p:nvPr/>
        </p:nvSpPr>
        <p:spPr>
          <a:xfrm>
            <a:off x="540258" y="961644"/>
            <a:ext cx="6913880" cy="1036319"/>
          </a:xfrm>
          <a:prstGeom prst="rect">
            <a:avLst/>
          </a:prstGeom>
        </p:spPr>
        <p:txBody>
          <a:bodyPr vert="horz" wrap="square" lIns="0" tIns="22225" rIns="0" bIns="0" rtlCol="0">
            <a:spAutoFit/>
          </a:bodyPr>
          <a:lstStyle/>
          <a:p>
            <a:pPr marL="75565" marR="67310" algn="just">
              <a:lnSpc>
                <a:spcPts val="2380"/>
              </a:lnSpc>
              <a:spcBef>
                <a:spcPts val="175"/>
              </a:spcBef>
            </a:pPr>
            <a:r>
              <a:rPr sz="2200" spc="65" dirty="0">
                <a:solidFill>
                  <a:srgbClr val="FFFFFF"/>
                </a:solidFill>
                <a:latin typeface="Times New Roman"/>
                <a:cs typeface="Times New Roman"/>
              </a:rPr>
              <a:t>For creating </a:t>
            </a:r>
            <a:r>
              <a:rPr sz="2200" spc="35" dirty="0">
                <a:solidFill>
                  <a:srgbClr val="FFFFFF"/>
                </a:solidFill>
                <a:latin typeface="Times New Roman"/>
                <a:cs typeface="Times New Roman"/>
              </a:rPr>
              <a:t>a </a:t>
            </a:r>
            <a:r>
              <a:rPr sz="2200" spc="85" dirty="0">
                <a:solidFill>
                  <a:srgbClr val="FFFFFF"/>
                </a:solidFill>
                <a:latin typeface="Times New Roman"/>
                <a:cs typeface="Times New Roman"/>
              </a:rPr>
              <a:t>marked </a:t>
            </a:r>
            <a:r>
              <a:rPr sz="2200" spc="80" dirty="0">
                <a:solidFill>
                  <a:srgbClr val="FFFFFF"/>
                </a:solidFill>
                <a:latin typeface="Times New Roman"/>
                <a:cs typeface="Times New Roman"/>
              </a:rPr>
              <a:t>transaction, </a:t>
            </a:r>
            <a:r>
              <a:rPr sz="2200" spc="60" dirty="0">
                <a:solidFill>
                  <a:srgbClr val="FFFFFF"/>
                </a:solidFill>
                <a:latin typeface="Times New Roman"/>
                <a:cs typeface="Times New Roman"/>
              </a:rPr>
              <a:t>users </a:t>
            </a:r>
            <a:r>
              <a:rPr sz="2200" spc="85" dirty="0">
                <a:solidFill>
                  <a:srgbClr val="FFFFFF"/>
                </a:solidFill>
                <a:latin typeface="Times New Roman"/>
                <a:cs typeface="Times New Roman"/>
              </a:rPr>
              <a:t>can </a:t>
            </a:r>
            <a:r>
              <a:rPr sz="2200" spc="75" dirty="0">
                <a:solidFill>
                  <a:srgbClr val="FFFFFF"/>
                </a:solidFill>
                <a:latin typeface="Times New Roman"/>
                <a:cs typeface="Times New Roman"/>
              </a:rPr>
              <a:t>use </a:t>
            </a:r>
            <a:r>
              <a:rPr sz="2200" spc="120" dirty="0">
                <a:solidFill>
                  <a:srgbClr val="FFFFFF"/>
                </a:solidFill>
                <a:latin typeface="Times New Roman"/>
                <a:cs typeface="Times New Roman"/>
              </a:rPr>
              <a:t>the  </a:t>
            </a:r>
            <a:r>
              <a:rPr sz="2200" spc="55" dirty="0">
                <a:solidFill>
                  <a:srgbClr val="FFFFFF"/>
                </a:solidFill>
                <a:latin typeface="Times New Roman"/>
                <a:cs typeface="Times New Roman"/>
              </a:rPr>
              <a:t>BEGIN </a:t>
            </a:r>
            <a:r>
              <a:rPr sz="2200" spc="175" dirty="0">
                <a:solidFill>
                  <a:srgbClr val="FFFFFF"/>
                </a:solidFill>
                <a:latin typeface="Times New Roman"/>
                <a:cs typeface="Times New Roman"/>
              </a:rPr>
              <a:t>TRANSACTION </a:t>
            </a:r>
            <a:r>
              <a:rPr sz="2200" spc="95" dirty="0">
                <a:solidFill>
                  <a:srgbClr val="FFFFFF"/>
                </a:solidFill>
                <a:latin typeface="Times New Roman"/>
                <a:cs typeface="Times New Roman"/>
              </a:rPr>
              <a:t>statement </a:t>
            </a:r>
            <a:r>
              <a:rPr sz="2200" spc="120" dirty="0">
                <a:solidFill>
                  <a:srgbClr val="FFFFFF"/>
                </a:solidFill>
                <a:latin typeface="Times New Roman"/>
                <a:cs typeface="Times New Roman"/>
              </a:rPr>
              <a:t>and </a:t>
            </a:r>
            <a:r>
              <a:rPr sz="2200" spc="125" dirty="0">
                <a:solidFill>
                  <a:srgbClr val="FFFFFF"/>
                </a:solidFill>
                <a:latin typeface="Times New Roman"/>
                <a:cs typeface="Times New Roman"/>
              </a:rPr>
              <a:t>the </a:t>
            </a:r>
            <a:r>
              <a:rPr sz="2200" spc="175" dirty="0">
                <a:solidFill>
                  <a:srgbClr val="FFFFFF"/>
                </a:solidFill>
                <a:latin typeface="Times New Roman"/>
                <a:cs typeface="Times New Roman"/>
              </a:rPr>
              <a:t>WITH  </a:t>
            </a:r>
            <a:r>
              <a:rPr sz="2200" spc="95" dirty="0">
                <a:solidFill>
                  <a:srgbClr val="FFFFFF"/>
                </a:solidFill>
                <a:latin typeface="Times New Roman"/>
                <a:cs typeface="Times New Roman"/>
              </a:rPr>
              <a:t>MARK </a:t>
            </a:r>
            <a:r>
              <a:rPr sz="2200" spc="55" dirty="0">
                <a:solidFill>
                  <a:srgbClr val="FFFFFF"/>
                </a:solidFill>
                <a:latin typeface="Times New Roman"/>
                <a:cs typeface="Times New Roman"/>
              </a:rPr>
              <a:t>[description]</a:t>
            </a:r>
            <a:r>
              <a:rPr sz="2200" spc="-300" dirty="0">
                <a:solidFill>
                  <a:srgbClr val="FFFFFF"/>
                </a:solidFill>
                <a:latin typeface="Times New Roman"/>
                <a:cs typeface="Times New Roman"/>
              </a:rPr>
              <a:t> </a:t>
            </a:r>
            <a:r>
              <a:rPr sz="2200" spc="40" dirty="0">
                <a:solidFill>
                  <a:srgbClr val="FFFFFF"/>
                </a:solidFill>
                <a:latin typeface="Times New Roman"/>
                <a:cs typeface="Times New Roman"/>
              </a:rPr>
              <a:t>clause.</a:t>
            </a:r>
            <a:endParaRPr sz="2200">
              <a:latin typeface="Times New Roman"/>
              <a:cs typeface="Times New Roman"/>
            </a:endParaRPr>
          </a:p>
        </p:txBody>
      </p:sp>
      <p:pic>
        <p:nvPicPr>
          <p:cNvPr id="7" name="object 7"/>
          <p:cNvPicPr/>
          <p:nvPr/>
        </p:nvPicPr>
        <p:blipFill>
          <a:blip r:embed="rId4" cstate="print"/>
          <a:stretch>
            <a:fillRect/>
          </a:stretch>
        </p:blipFill>
        <p:spPr>
          <a:xfrm>
            <a:off x="1342644" y="2280666"/>
            <a:ext cx="7344156" cy="1148334"/>
          </a:xfrm>
          <a:prstGeom prst="rect">
            <a:avLst/>
          </a:prstGeom>
        </p:spPr>
      </p:pic>
      <p:sp>
        <p:nvSpPr>
          <p:cNvPr id="8" name="object 8"/>
          <p:cNvSpPr txBox="1"/>
          <p:nvPr/>
        </p:nvSpPr>
        <p:spPr>
          <a:xfrm>
            <a:off x="1645920" y="2336292"/>
            <a:ext cx="6737984" cy="1036319"/>
          </a:xfrm>
          <a:prstGeom prst="rect">
            <a:avLst/>
          </a:prstGeom>
        </p:spPr>
        <p:txBody>
          <a:bodyPr vert="horz" wrap="square" lIns="0" tIns="22860" rIns="0" bIns="0" rtlCol="0">
            <a:spAutoFit/>
          </a:bodyPr>
          <a:lstStyle/>
          <a:p>
            <a:pPr marL="76200" marR="66675" algn="just">
              <a:lnSpc>
                <a:spcPts val="2380"/>
              </a:lnSpc>
              <a:spcBef>
                <a:spcPts val="180"/>
              </a:spcBef>
            </a:pPr>
            <a:r>
              <a:rPr sz="2200" spc="145" dirty="0">
                <a:solidFill>
                  <a:srgbClr val="FFFFFF"/>
                </a:solidFill>
                <a:latin typeface="Times New Roman"/>
                <a:cs typeface="Times New Roman"/>
              </a:rPr>
              <a:t>The </a:t>
            </a:r>
            <a:r>
              <a:rPr sz="2200" spc="90" dirty="0">
                <a:solidFill>
                  <a:srgbClr val="FFFFFF"/>
                </a:solidFill>
                <a:latin typeface="Times New Roman"/>
                <a:cs typeface="Times New Roman"/>
              </a:rPr>
              <a:t>transaction </a:t>
            </a:r>
            <a:r>
              <a:rPr sz="2200" spc="20" dirty="0">
                <a:solidFill>
                  <a:srgbClr val="FFFFFF"/>
                </a:solidFill>
                <a:latin typeface="Times New Roman"/>
                <a:cs typeface="Times New Roman"/>
              </a:rPr>
              <a:t>log </a:t>
            </a:r>
            <a:r>
              <a:rPr sz="2200" spc="70" dirty="0">
                <a:solidFill>
                  <a:srgbClr val="FFFFFF"/>
                </a:solidFill>
                <a:latin typeface="Times New Roman"/>
                <a:cs typeface="Times New Roman"/>
              </a:rPr>
              <a:t>records </a:t>
            </a:r>
            <a:r>
              <a:rPr sz="2200" spc="120" dirty="0">
                <a:solidFill>
                  <a:srgbClr val="FFFFFF"/>
                </a:solidFill>
                <a:latin typeface="Times New Roman"/>
                <a:cs typeface="Times New Roman"/>
              </a:rPr>
              <a:t>the </a:t>
            </a:r>
            <a:r>
              <a:rPr sz="2200" spc="85" dirty="0">
                <a:solidFill>
                  <a:srgbClr val="FFFFFF"/>
                </a:solidFill>
                <a:latin typeface="Times New Roman"/>
                <a:cs typeface="Times New Roman"/>
              </a:rPr>
              <a:t>mark </a:t>
            </a:r>
            <a:r>
              <a:rPr sz="2200" spc="70" dirty="0">
                <a:solidFill>
                  <a:srgbClr val="FFFFFF"/>
                </a:solidFill>
                <a:latin typeface="Times New Roman"/>
                <a:cs typeface="Times New Roman"/>
              </a:rPr>
              <a:t>description,  </a:t>
            </a:r>
            <a:r>
              <a:rPr sz="2200" spc="80" dirty="0">
                <a:solidFill>
                  <a:srgbClr val="FFFFFF"/>
                </a:solidFill>
                <a:latin typeface="Times New Roman"/>
                <a:cs typeface="Times New Roman"/>
              </a:rPr>
              <a:t>name, </a:t>
            </a:r>
            <a:r>
              <a:rPr sz="2200" spc="60" dirty="0">
                <a:solidFill>
                  <a:srgbClr val="FFFFFF"/>
                </a:solidFill>
                <a:latin typeface="Times New Roman"/>
                <a:cs typeface="Times New Roman"/>
              </a:rPr>
              <a:t>user, database, </a:t>
            </a:r>
            <a:r>
              <a:rPr sz="2200" spc="80" dirty="0">
                <a:solidFill>
                  <a:srgbClr val="FFFFFF"/>
                </a:solidFill>
                <a:latin typeface="Times New Roman"/>
                <a:cs typeface="Times New Roman"/>
              </a:rPr>
              <a:t>datetime </a:t>
            </a:r>
            <a:r>
              <a:rPr sz="2200" spc="85" dirty="0">
                <a:solidFill>
                  <a:srgbClr val="FFFFFF"/>
                </a:solidFill>
                <a:latin typeface="Times New Roman"/>
                <a:cs typeface="Times New Roman"/>
              </a:rPr>
              <a:t>information, </a:t>
            </a:r>
            <a:r>
              <a:rPr sz="2200" spc="125" dirty="0">
                <a:solidFill>
                  <a:srgbClr val="FFFFFF"/>
                </a:solidFill>
                <a:latin typeface="Times New Roman"/>
                <a:cs typeface="Times New Roman"/>
              </a:rPr>
              <a:t>and </a:t>
            </a:r>
            <a:r>
              <a:rPr sz="2200" spc="120" dirty="0">
                <a:solidFill>
                  <a:srgbClr val="FFFFFF"/>
                </a:solidFill>
                <a:latin typeface="Times New Roman"/>
                <a:cs typeface="Times New Roman"/>
              </a:rPr>
              <a:t>the  </a:t>
            </a:r>
            <a:r>
              <a:rPr sz="2200" spc="20" dirty="0">
                <a:solidFill>
                  <a:srgbClr val="FFFFFF"/>
                </a:solidFill>
                <a:latin typeface="Times New Roman"/>
                <a:cs typeface="Times New Roman"/>
              </a:rPr>
              <a:t>Log </a:t>
            </a:r>
            <a:r>
              <a:rPr sz="2200" spc="90" dirty="0">
                <a:solidFill>
                  <a:srgbClr val="FFFFFF"/>
                </a:solidFill>
                <a:latin typeface="Times New Roman"/>
                <a:cs typeface="Times New Roman"/>
              </a:rPr>
              <a:t>Sequence </a:t>
            </a:r>
            <a:r>
              <a:rPr sz="2200" spc="114" dirty="0">
                <a:solidFill>
                  <a:srgbClr val="FFFFFF"/>
                </a:solidFill>
                <a:latin typeface="Times New Roman"/>
                <a:cs typeface="Times New Roman"/>
              </a:rPr>
              <a:t>Number</a:t>
            </a:r>
            <a:r>
              <a:rPr sz="2200" spc="-415" dirty="0">
                <a:solidFill>
                  <a:srgbClr val="FFFFFF"/>
                </a:solidFill>
                <a:latin typeface="Times New Roman"/>
                <a:cs typeface="Times New Roman"/>
              </a:rPr>
              <a:t> </a:t>
            </a:r>
            <a:r>
              <a:rPr sz="2200" spc="35" dirty="0">
                <a:solidFill>
                  <a:srgbClr val="FFFFFF"/>
                </a:solidFill>
                <a:latin typeface="Times New Roman"/>
                <a:cs typeface="Times New Roman"/>
              </a:rPr>
              <a:t>(LSN).</a:t>
            </a:r>
            <a:endParaRPr sz="22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14</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2" name="TextBox 6">
            <a:extLst>
              <a:ext uri="{FF2B5EF4-FFF2-40B4-BE49-F238E27FC236}">
                <a16:creationId xmlns:a16="http://schemas.microsoft.com/office/drawing/2014/main" id="{06F99FD0-65CA-486A-812D-2603FA47F06F}"/>
              </a:ext>
            </a:extLst>
          </p:cNvPr>
          <p:cNvSpPr txBox="1"/>
          <p:nvPr/>
        </p:nvSpPr>
        <p:spPr>
          <a:xfrm>
            <a:off x="4953000" y="3886200"/>
            <a:ext cx="4114800" cy="2154436"/>
          </a:xfrm>
          <a:prstGeom prst="rect">
            <a:avLst/>
          </a:prstGeom>
          <a:solidFill>
            <a:schemeClr val="accent1">
              <a:lumMod val="60000"/>
              <a:lumOff val="40000"/>
            </a:schemeClr>
          </a:solidFill>
          <a:ln>
            <a:solidFill>
              <a:schemeClr val="tx1"/>
            </a:solidFill>
          </a:ln>
        </p:spPr>
        <p:txBody>
          <a:bodyPr wrap="square" rtlCol="0">
            <a:spAutoFit/>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341313" indent="-341313">
              <a:lnSpc>
                <a:spcPct val="100000"/>
              </a:lnSpc>
              <a:spcBef>
                <a:spcPts val="0"/>
              </a:spcBef>
            </a:pPr>
            <a:r>
              <a:rPr lang="en-US" sz="1200">
                <a:cs typeface="Courier New" pitchFamily="49" charset="0"/>
              </a:rPr>
              <a:t>USE AdventureWorks2019</a:t>
            </a:r>
            <a:endParaRPr lang="en-US" sz="1200" dirty="0">
              <a:cs typeface="Courier New" pitchFamily="49" charset="0"/>
            </a:endParaRPr>
          </a:p>
          <a:p>
            <a:pPr marL="341313" indent="-341313">
              <a:lnSpc>
                <a:spcPct val="100000"/>
              </a:lnSpc>
              <a:spcBef>
                <a:spcPts val="0"/>
              </a:spcBef>
            </a:pPr>
            <a:r>
              <a:rPr lang="en-US" sz="1200" dirty="0">
                <a:cs typeface="Courier New" pitchFamily="49" charset="0"/>
              </a:rPr>
              <a:t>GO</a:t>
            </a:r>
          </a:p>
          <a:p>
            <a:pPr marL="341313" indent="-341313">
              <a:lnSpc>
                <a:spcPct val="100000"/>
              </a:lnSpc>
              <a:spcBef>
                <a:spcPts val="0"/>
              </a:spcBef>
            </a:pPr>
            <a:r>
              <a:rPr lang="en-US" sz="1200" dirty="0">
                <a:solidFill>
                  <a:srgbClr val="FFFF99"/>
                </a:solidFill>
                <a:cs typeface="Courier New" pitchFamily="49" charset="0"/>
              </a:rPr>
              <a:t>BEGIN TRANSACTION </a:t>
            </a:r>
            <a:r>
              <a:rPr lang="en-US" sz="1200" dirty="0" err="1">
                <a:cs typeface="Courier New" pitchFamily="49" charset="0"/>
              </a:rPr>
              <a:t>ListPriceUpdate</a:t>
            </a:r>
            <a:endParaRPr lang="en-US" sz="1200" dirty="0">
              <a:cs typeface="Courier New" pitchFamily="49" charset="0"/>
            </a:endParaRPr>
          </a:p>
          <a:p>
            <a:pPr marL="341313" indent="-341313">
              <a:lnSpc>
                <a:spcPct val="100000"/>
              </a:lnSpc>
              <a:spcBef>
                <a:spcPts val="0"/>
              </a:spcBef>
            </a:pPr>
            <a:r>
              <a:rPr lang="en-US" sz="1200" dirty="0">
                <a:cs typeface="Courier New" pitchFamily="49" charset="0"/>
              </a:rPr>
              <a:t>  </a:t>
            </a:r>
            <a:r>
              <a:rPr lang="en-US" sz="1200" dirty="0">
                <a:solidFill>
                  <a:srgbClr val="FFFF99"/>
                </a:solidFill>
                <a:cs typeface="Courier New" pitchFamily="49" charset="0"/>
              </a:rPr>
              <a:t>WITH MARK </a:t>
            </a:r>
            <a:r>
              <a:rPr lang="en-US" sz="1200" dirty="0">
                <a:cs typeface="Courier New" pitchFamily="49" charset="0"/>
              </a:rPr>
              <a:t>'UPDATE Product list prices';</a:t>
            </a:r>
          </a:p>
          <a:p>
            <a:pPr marL="341313" indent="-341313">
              <a:lnSpc>
                <a:spcPct val="100000"/>
              </a:lnSpc>
              <a:spcBef>
                <a:spcPts val="0"/>
              </a:spcBef>
            </a:pPr>
            <a:r>
              <a:rPr lang="en-US" sz="1200" dirty="0">
                <a:cs typeface="Courier New" pitchFamily="49" charset="0"/>
              </a:rPr>
              <a:t>GO</a:t>
            </a:r>
          </a:p>
          <a:p>
            <a:pPr marL="341313" indent="-341313">
              <a:lnSpc>
                <a:spcPct val="100000"/>
              </a:lnSpc>
              <a:spcBef>
                <a:spcPts val="0"/>
              </a:spcBef>
            </a:pPr>
            <a:r>
              <a:rPr lang="en-US" sz="1200" dirty="0">
                <a:cs typeface="Courier New" pitchFamily="49" charset="0"/>
              </a:rPr>
              <a:t>UPDATE </a:t>
            </a:r>
            <a:r>
              <a:rPr lang="en-US" sz="1200" dirty="0" err="1">
                <a:cs typeface="Courier New" pitchFamily="49" charset="0"/>
              </a:rPr>
              <a:t>Production.Product</a:t>
            </a:r>
            <a:endParaRPr lang="en-US" sz="1200" dirty="0">
              <a:cs typeface="Courier New" pitchFamily="49" charset="0"/>
            </a:endParaRPr>
          </a:p>
          <a:p>
            <a:pPr marL="341313" indent="-341313">
              <a:lnSpc>
                <a:spcPct val="100000"/>
              </a:lnSpc>
              <a:spcBef>
                <a:spcPts val="0"/>
              </a:spcBef>
            </a:pPr>
            <a:r>
              <a:rPr lang="en-US" sz="1200" dirty="0">
                <a:cs typeface="Courier New" pitchFamily="49" charset="0"/>
              </a:rPr>
              <a:t>  SET </a:t>
            </a:r>
            <a:r>
              <a:rPr lang="en-US" sz="1200" dirty="0" err="1">
                <a:cs typeface="Courier New" pitchFamily="49" charset="0"/>
              </a:rPr>
              <a:t>ListPrice</a:t>
            </a:r>
            <a:r>
              <a:rPr lang="en-US" sz="1200" dirty="0">
                <a:cs typeface="Courier New" pitchFamily="49" charset="0"/>
              </a:rPr>
              <a:t> = </a:t>
            </a:r>
            <a:r>
              <a:rPr lang="en-US" sz="1200" dirty="0" err="1">
                <a:cs typeface="Courier New" pitchFamily="49" charset="0"/>
              </a:rPr>
              <a:t>ListPrice</a:t>
            </a:r>
            <a:r>
              <a:rPr lang="en-US" sz="1200" dirty="0">
                <a:cs typeface="Courier New" pitchFamily="49" charset="0"/>
              </a:rPr>
              <a:t> * 1.20</a:t>
            </a:r>
          </a:p>
          <a:p>
            <a:pPr marL="341313" indent="-341313">
              <a:lnSpc>
                <a:spcPct val="100000"/>
              </a:lnSpc>
              <a:spcBef>
                <a:spcPts val="0"/>
              </a:spcBef>
            </a:pPr>
            <a:r>
              <a:rPr lang="en-US" sz="1200" dirty="0">
                <a:cs typeface="Courier New" pitchFamily="49" charset="0"/>
              </a:rPr>
              <a:t>  WHERE </a:t>
            </a:r>
            <a:r>
              <a:rPr lang="en-US" sz="1200" dirty="0" err="1">
                <a:cs typeface="Courier New" pitchFamily="49" charset="0"/>
              </a:rPr>
              <a:t>ProductNumber</a:t>
            </a:r>
            <a:r>
              <a:rPr lang="en-US" sz="1200" dirty="0">
                <a:cs typeface="Courier New" pitchFamily="49" charset="0"/>
              </a:rPr>
              <a:t> LIKE 'BK-%';</a:t>
            </a:r>
          </a:p>
          <a:p>
            <a:pPr marL="341313" indent="-341313">
              <a:lnSpc>
                <a:spcPct val="100000"/>
              </a:lnSpc>
              <a:spcBef>
                <a:spcPts val="0"/>
              </a:spcBef>
            </a:pPr>
            <a:r>
              <a:rPr lang="en-US" sz="1200" dirty="0">
                <a:cs typeface="Courier New" pitchFamily="49" charset="0"/>
              </a:rPr>
              <a:t>GO</a:t>
            </a:r>
          </a:p>
          <a:p>
            <a:pPr marL="341313" indent="-341313">
              <a:lnSpc>
                <a:spcPct val="100000"/>
              </a:lnSpc>
              <a:spcBef>
                <a:spcPts val="0"/>
              </a:spcBef>
            </a:pPr>
            <a:r>
              <a:rPr lang="en-US" sz="1200" dirty="0">
                <a:cs typeface="Courier New" pitchFamily="49" charset="0"/>
              </a:rPr>
              <a:t>COMMIT TRANSACTION </a:t>
            </a:r>
            <a:r>
              <a:rPr lang="en-US" sz="1200" dirty="0" err="1">
                <a:cs typeface="Courier New" pitchFamily="49" charset="0"/>
              </a:rPr>
              <a:t>ListPriceUpdate</a:t>
            </a:r>
            <a:r>
              <a:rPr lang="en-US" sz="1200" dirty="0">
                <a:cs typeface="Courier New" pitchFamily="49" charset="0"/>
              </a:rPr>
              <a:t>;</a:t>
            </a:r>
          </a:p>
          <a:p>
            <a:pPr marL="341313" indent="-341313">
              <a:lnSpc>
                <a:spcPct val="100000"/>
              </a:lnSpc>
              <a:spcBef>
                <a:spcPts val="0"/>
              </a:spcBef>
            </a:pPr>
            <a:r>
              <a:rPr lang="en-US" sz="1200" dirty="0">
                <a:cs typeface="Courier New" pitchFamily="49" charset="0"/>
              </a:rPr>
              <a:t>GO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938" y="77724"/>
            <a:ext cx="8434705" cy="452755"/>
          </a:xfrm>
          <a:prstGeom prst="rect">
            <a:avLst/>
          </a:prstGeom>
        </p:spPr>
        <p:txBody>
          <a:bodyPr vert="horz" wrap="square" lIns="0" tIns="12700" rIns="0" bIns="0" rtlCol="0">
            <a:spAutoFit/>
          </a:bodyPr>
          <a:lstStyle/>
          <a:p>
            <a:pPr marL="12700">
              <a:lnSpc>
                <a:spcPct val="100000"/>
              </a:lnSpc>
              <a:spcBef>
                <a:spcPts val="100"/>
              </a:spcBef>
            </a:pPr>
            <a:r>
              <a:rPr spc="75" dirty="0"/>
              <a:t>Differences</a:t>
            </a:r>
            <a:r>
              <a:rPr spc="-114" dirty="0"/>
              <a:t> </a:t>
            </a:r>
            <a:r>
              <a:rPr spc="85" dirty="0"/>
              <a:t>Between</a:t>
            </a:r>
            <a:r>
              <a:rPr spc="-100" dirty="0"/>
              <a:t> </a:t>
            </a:r>
            <a:r>
              <a:rPr spc="60" dirty="0"/>
              <a:t>Implicit</a:t>
            </a:r>
            <a:r>
              <a:rPr spc="-110" dirty="0"/>
              <a:t> </a:t>
            </a:r>
            <a:r>
              <a:rPr spc="160" dirty="0"/>
              <a:t>and</a:t>
            </a:r>
            <a:r>
              <a:rPr spc="-100" dirty="0"/>
              <a:t> </a:t>
            </a:r>
            <a:r>
              <a:rPr spc="60" dirty="0"/>
              <a:t>Explicit</a:t>
            </a:r>
            <a:r>
              <a:rPr spc="-100" dirty="0"/>
              <a:t> </a:t>
            </a:r>
            <a:r>
              <a:rPr spc="110" dirty="0"/>
              <a:t>Transactions</a:t>
            </a:r>
          </a:p>
        </p:txBody>
      </p:sp>
      <p:pic>
        <p:nvPicPr>
          <p:cNvPr id="3" name="object 3"/>
          <p:cNvPicPr/>
          <p:nvPr/>
        </p:nvPicPr>
        <p:blipFill>
          <a:blip r:embed="rId3" cstate="print"/>
          <a:stretch>
            <a:fillRect/>
          </a:stretch>
        </p:blipFill>
        <p:spPr>
          <a:xfrm>
            <a:off x="812291" y="1246632"/>
            <a:ext cx="7962900" cy="2249424"/>
          </a:xfrm>
          <a:prstGeom prst="rect">
            <a:avLst/>
          </a:prstGeom>
        </p:spPr>
      </p:pic>
      <p:sp>
        <p:nvSpPr>
          <p:cNvPr id="4" name="object 4"/>
          <p:cNvSpPr txBox="1"/>
          <p:nvPr/>
        </p:nvSpPr>
        <p:spPr>
          <a:xfrm>
            <a:off x="3410965" y="3695953"/>
            <a:ext cx="2545080" cy="238760"/>
          </a:xfrm>
          <a:prstGeom prst="rect">
            <a:avLst/>
          </a:prstGeom>
        </p:spPr>
        <p:txBody>
          <a:bodyPr vert="horz" wrap="square" lIns="0" tIns="12065" rIns="0" bIns="0" rtlCol="0">
            <a:spAutoFit/>
          </a:bodyPr>
          <a:lstStyle/>
          <a:p>
            <a:pPr marL="12700">
              <a:lnSpc>
                <a:spcPct val="100000"/>
              </a:lnSpc>
              <a:spcBef>
                <a:spcPts val="95"/>
              </a:spcBef>
            </a:pPr>
            <a:r>
              <a:rPr sz="1400" b="1" spc="-35" dirty="0">
                <a:latin typeface="Arial"/>
                <a:cs typeface="Arial"/>
              </a:rPr>
              <a:t>Implicit </a:t>
            </a:r>
            <a:r>
              <a:rPr sz="1400" b="1" spc="-30" dirty="0">
                <a:latin typeface="Arial"/>
                <a:cs typeface="Arial"/>
              </a:rPr>
              <a:t>Vs. </a:t>
            </a:r>
            <a:r>
              <a:rPr sz="1400" b="1" spc="-45" dirty="0">
                <a:latin typeface="Arial"/>
                <a:cs typeface="Arial"/>
              </a:rPr>
              <a:t>Explicit</a:t>
            </a:r>
            <a:r>
              <a:rPr sz="1400" b="1" spc="-305" dirty="0">
                <a:latin typeface="Arial"/>
                <a:cs typeface="Arial"/>
              </a:rPr>
              <a:t> </a:t>
            </a:r>
            <a:r>
              <a:rPr sz="1400" b="1" spc="-90" dirty="0">
                <a:latin typeface="Arial"/>
                <a:cs typeface="Arial"/>
              </a:rPr>
              <a:t>Transactions</a:t>
            </a:r>
            <a:endParaRPr sz="14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15</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457200" y="0"/>
            <a:ext cx="7620000" cy="615553"/>
          </a:xfrm>
        </p:spPr>
        <p:txBody>
          <a:bodyPr/>
          <a:lstStyle/>
          <a:p>
            <a:r>
              <a:rPr lang="en-US" sz="4000" dirty="0"/>
              <a:t>Isolation Levels 1-2</a:t>
            </a:r>
          </a:p>
        </p:txBody>
      </p:sp>
      <p:grpSp>
        <p:nvGrpSpPr>
          <p:cNvPr id="5" name="Group 4"/>
          <p:cNvGrpSpPr/>
          <p:nvPr/>
        </p:nvGrpSpPr>
        <p:grpSpPr>
          <a:xfrm>
            <a:off x="381000" y="1143000"/>
            <a:ext cx="8153400" cy="838200"/>
            <a:chOff x="0" y="21039"/>
            <a:chExt cx="6096000" cy="1067040"/>
          </a:xfrm>
          <a:scene3d>
            <a:camera prst="orthographicFront"/>
            <a:lightRig rig="flat" dir="t"/>
          </a:scene3d>
        </p:grpSpPr>
        <p:sp>
          <p:nvSpPr>
            <p:cNvPr id="6" name="Rounded Rectangle 5"/>
            <p:cNvSpPr/>
            <p:nvPr/>
          </p:nvSpPr>
          <p:spPr>
            <a:xfrm>
              <a:off x="0" y="21039"/>
              <a:ext cx="6096000" cy="106704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4">
                <a:alpha val="90000"/>
                <a:hueOff val="0"/>
                <a:satOff val="0"/>
                <a:lumOff val="0"/>
                <a:alphaOff val="0"/>
              </a:schemeClr>
            </a:fillRef>
            <a:effectRef idx="2">
              <a:schemeClr val="accent4">
                <a:alpha val="90000"/>
                <a:hueOff val="0"/>
                <a:satOff val="0"/>
                <a:lumOff val="0"/>
                <a:alphaOff val="0"/>
              </a:schemeClr>
            </a:effectRef>
            <a:fontRef idx="minor">
              <a:schemeClr val="lt1"/>
            </a:fontRef>
          </p:style>
        </p:sp>
        <p:sp>
          <p:nvSpPr>
            <p:cNvPr id="7" name="Rounded Rectangle 4"/>
            <p:cNvSpPr/>
            <p:nvPr/>
          </p:nvSpPr>
          <p:spPr>
            <a:xfrm>
              <a:off x="52089" y="73128"/>
              <a:ext cx="5991822" cy="96286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dirty="0">
                  <a:latin typeface="Calibri" pitchFamily="34" charset="0"/>
                  <a:cs typeface="Calibri" pitchFamily="34" charset="0"/>
                </a:rPr>
                <a:t>Transactions identify the isolation levels that define the degree to which one transaction must be isolated from the data modifications or resource that are made by the other transactions.</a:t>
              </a:r>
              <a:endParaRPr lang="en-US" sz="1800" kern="1200" dirty="0">
                <a:latin typeface="Calibri" pitchFamily="34" charset="0"/>
                <a:cs typeface="Calibri" pitchFamily="34" charset="0"/>
              </a:endParaRPr>
            </a:p>
          </p:txBody>
        </p:sp>
      </p:grpSp>
      <p:grpSp>
        <p:nvGrpSpPr>
          <p:cNvPr id="8" name="Group 7"/>
          <p:cNvGrpSpPr/>
          <p:nvPr/>
        </p:nvGrpSpPr>
        <p:grpSpPr>
          <a:xfrm>
            <a:off x="381000" y="2209800"/>
            <a:ext cx="8153400" cy="762000"/>
            <a:chOff x="0" y="267999"/>
            <a:chExt cx="6096000" cy="936000"/>
          </a:xfrm>
          <a:scene3d>
            <a:camera prst="orthographicFront"/>
            <a:lightRig rig="flat" dir="t"/>
          </a:scene3d>
        </p:grpSpPr>
        <p:sp>
          <p:nvSpPr>
            <p:cNvPr id="9" name="Rounded Rectangle 8"/>
            <p:cNvSpPr/>
            <p:nvPr/>
          </p:nvSpPr>
          <p:spPr>
            <a:xfrm>
              <a:off x="0" y="267999"/>
              <a:ext cx="6096000" cy="93600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3">
                <a:shade val="50000"/>
                <a:hueOff val="0"/>
                <a:satOff val="0"/>
                <a:lumOff val="0"/>
                <a:alphaOff val="0"/>
              </a:schemeClr>
            </a:fillRef>
            <a:effectRef idx="2">
              <a:schemeClr val="accent3">
                <a:shade val="50000"/>
                <a:hueOff val="0"/>
                <a:satOff val="0"/>
                <a:lumOff val="0"/>
                <a:alphaOff val="0"/>
              </a:schemeClr>
            </a:effectRef>
            <a:fontRef idx="minor">
              <a:schemeClr val="lt1"/>
            </a:fontRef>
          </p:style>
        </p:sp>
        <p:sp>
          <p:nvSpPr>
            <p:cNvPr id="10" name="Rounded Rectangle 4"/>
            <p:cNvSpPr/>
            <p:nvPr/>
          </p:nvSpPr>
          <p:spPr>
            <a:xfrm>
              <a:off x="45692" y="313691"/>
              <a:ext cx="6004616" cy="844616"/>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lvl="0" algn="l" defTabSz="1778000">
                <a:lnSpc>
                  <a:spcPct val="90000"/>
                </a:lnSpc>
                <a:spcBef>
                  <a:spcPct val="0"/>
                </a:spcBef>
                <a:spcAft>
                  <a:spcPct val="35000"/>
                </a:spcAft>
              </a:pPr>
              <a:endParaRPr lang="en-US" sz="4000" kern="1200"/>
            </a:p>
          </p:txBody>
        </p:sp>
      </p:grpSp>
      <p:grpSp>
        <p:nvGrpSpPr>
          <p:cNvPr id="11" name="Group 10"/>
          <p:cNvGrpSpPr/>
          <p:nvPr/>
        </p:nvGrpSpPr>
        <p:grpSpPr>
          <a:xfrm>
            <a:off x="381000" y="3200400"/>
            <a:ext cx="8153400" cy="838200"/>
            <a:chOff x="0" y="1614759"/>
            <a:chExt cx="6096000" cy="1141920"/>
          </a:xfrm>
          <a:scene3d>
            <a:camera prst="orthographicFront"/>
            <a:lightRig rig="flat" dir="t"/>
          </a:scene3d>
        </p:grpSpPr>
        <p:sp>
          <p:nvSpPr>
            <p:cNvPr id="12" name="Rounded Rectangle 11"/>
            <p:cNvSpPr/>
            <p:nvPr/>
          </p:nvSpPr>
          <p:spPr>
            <a:xfrm>
              <a:off x="0" y="1614759"/>
              <a:ext cx="6096000" cy="114192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4">
                <a:alpha val="90000"/>
                <a:hueOff val="0"/>
                <a:satOff val="0"/>
                <a:lumOff val="0"/>
                <a:alphaOff val="-40000"/>
              </a:schemeClr>
            </a:fillRef>
            <a:effectRef idx="2">
              <a:schemeClr val="accent4">
                <a:alpha val="90000"/>
                <a:hueOff val="0"/>
                <a:satOff val="0"/>
                <a:lumOff val="0"/>
                <a:alphaOff val="-40000"/>
              </a:schemeClr>
            </a:effectRef>
            <a:fontRef idx="minor">
              <a:schemeClr val="lt1"/>
            </a:fontRef>
          </p:style>
        </p:sp>
        <p:sp>
          <p:nvSpPr>
            <p:cNvPr id="13" name="Rounded Rectangle 4"/>
            <p:cNvSpPr/>
            <p:nvPr/>
          </p:nvSpPr>
          <p:spPr>
            <a:xfrm>
              <a:off x="55744" y="1670503"/>
              <a:ext cx="5984512" cy="103043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dirty="0">
                  <a:latin typeface="Calibri" pitchFamily="34" charset="0"/>
                  <a:cs typeface="Calibri" pitchFamily="34" charset="0"/>
                </a:rPr>
                <a:t>When one transaction changes a value and a second transaction reads the same value before the original change has been committed or rolled back, it is called as a dirty read.</a:t>
              </a:r>
              <a:endParaRPr lang="en-US" sz="1800" kern="1200" dirty="0">
                <a:latin typeface="Calibri" pitchFamily="34" charset="0"/>
                <a:cs typeface="Calibri" pitchFamily="34" charset="0"/>
              </a:endParaRPr>
            </a:p>
          </p:txBody>
        </p:sp>
      </p:grpSp>
      <p:sp>
        <p:nvSpPr>
          <p:cNvPr id="14" name="Rounded Rectangle 4"/>
          <p:cNvSpPr/>
          <p:nvPr/>
        </p:nvSpPr>
        <p:spPr>
          <a:xfrm>
            <a:off x="457200" y="2215436"/>
            <a:ext cx="8014062" cy="756364"/>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dirty="0">
                <a:latin typeface="Calibri" pitchFamily="34" charset="0"/>
                <a:cs typeface="Calibri" pitchFamily="34" charset="0"/>
              </a:rPr>
              <a:t>Isolation levels are defined in terms of which the concurrency side effects such as dirty reads are allowed.</a:t>
            </a:r>
            <a:endParaRPr lang="en-US" sz="1800" kern="1200" dirty="0">
              <a:latin typeface="Calibri" pitchFamily="34" charset="0"/>
              <a:cs typeface="Calibri" pitchFamily="34" charset="0"/>
            </a:endParaRPr>
          </a:p>
        </p:txBody>
      </p:sp>
      <p:grpSp>
        <p:nvGrpSpPr>
          <p:cNvPr id="15" name="Group 17"/>
          <p:cNvGrpSpPr/>
          <p:nvPr/>
        </p:nvGrpSpPr>
        <p:grpSpPr>
          <a:xfrm>
            <a:off x="381000" y="4267200"/>
            <a:ext cx="8153400" cy="762000"/>
            <a:chOff x="0" y="267999"/>
            <a:chExt cx="6096000" cy="936000"/>
          </a:xfrm>
          <a:scene3d>
            <a:camera prst="orthographicFront"/>
            <a:lightRig rig="flat" dir="t"/>
          </a:scene3d>
        </p:grpSpPr>
        <p:sp>
          <p:nvSpPr>
            <p:cNvPr id="19" name="Rounded Rectangle 18"/>
            <p:cNvSpPr/>
            <p:nvPr/>
          </p:nvSpPr>
          <p:spPr>
            <a:xfrm>
              <a:off x="0" y="267999"/>
              <a:ext cx="6096000" cy="93600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3">
                <a:shade val="50000"/>
                <a:hueOff val="0"/>
                <a:satOff val="0"/>
                <a:lumOff val="0"/>
                <a:alphaOff val="0"/>
              </a:schemeClr>
            </a:fillRef>
            <a:effectRef idx="2">
              <a:schemeClr val="accent3">
                <a:shade val="50000"/>
                <a:hueOff val="0"/>
                <a:satOff val="0"/>
                <a:lumOff val="0"/>
                <a:alphaOff val="0"/>
              </a:schemeClr>
            </a:effectRef>
            <a:fontRef idx="minor">
              <a:schemeClr val="lt1"/>
            </a:fontRef>
          </p:style>
        </p:sp>
        <p:sp>
          <p:nvSpPr>
            <p:cNvPr id="20" name="Rounded Rectangle 4"/>
            <p:cNvSpPr/>
            <p:nvPr/>
          </p:nvSpPr>
          <p:spPr>
            <a:xfrm>
              <a:off x="45692" y="313691"/>
              <a:ext cx="6004616" cy="844616"/>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lvl="0" algn="l" defTabSz="1778000">
                <a:lnSpc>
                  <a:spcPct val="90000"/>
                </a:lnSpc>
                <a:spcBef>
                  <a:spcPct val="0"/>
                </a:spcBef>
                <a:spcAft>
                  <a:spcPct val="35000"/>
                </a:spcAft>
              </a:pPr>
              <a:endParaRPr lang="en-US" sz="4000" kern="1200"/>
            </a:p>
          </p:txBody>
        </p:sp>
      </p:grpSp>
      <p:sp>
        <p:nvSpPr>
          <p:cNvPr id="21" name="Rounded Rectangle 4"/>
          <p:cNvSpPr/>
          <p:nvPr/>
        </p:nvSpPr>
        <p:spPr>
          <a:xfrm>
            <a:off x="457200" y="4272836"/>
            <a:ext cx="8014062" cy="756364"/>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dirty="0">
                <a:latin typeface="Calibri" pitchFamily="34" charset="0"/>
                <a:cs typeface="Calibri" pitchFamily="34" charset="0"/>
              </a:rPr>
              <a:t>A transaction acquires an exclusive lock every time on each data that it modifies and it holds that lock until the transaction is completed, irrespective of the isolation level that is set for that transaction.</a:t>
            </a:r>
            <a:endParaRPr lang="en-US" sz="1800" kern="1200" dirty="0">
              <a:latin typeface="Calibri" pitchFamily="34" charset="0"/>
              <a:cs typeface="Calibri" pitchFamily="34" charset="0"/>
            </a:endParaRPr>
          </a:p>
        </p:txBody>
      </p:sp>
      <p:grpSp>
        <p:nvGrpSpPr>
          <p:cNvPr id="16" name="Group 21"/>
          <p:cNvGrpSpPr/>
          <p:nvPr/>
        </p:nvGrpSpPr>
        <p:grpSpPr>
          <a:xfrm>
            <a:off x="381000" y="5257800"/>
            <a:ext cx="8153400" cy="838200"/>
            <a:chOff x="0" y="21039"/>
            <a:chExt cx="6096000" cy="1067040"/>
          </a:xfrm>
          <a:scene3d>
            <a:camera prst="orthographicFront"/>
            <a:lightRig rig="flat" dir="t"/>
          </a:scene3d>
        </p:grpSpPr>
        <p:sp>
          <p:nvSpPr>
            <p:cNvPr id="23" name="Rounded Rectangle 22"/>
            <p:cNvSpPr/>
            <p:nvPr/>
          </p:nvSpPr>
          <p:spPr>
            <a:xfrm>
              <a:off x="0" y="21039"/>
              <a:ext cx="6096000" cy="106704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4">
                <a:alpha val="90000"/>
                <a:hueOff val="0"/>
                <a:satOff val="0"/>
                <a:lumOff val="0"/>
                <a:alphaOff val="0"/>
              </a:schemeClr>
            </a:fillRef>
            <a:effectRef idx="2">
              <a:schemeClr val="accent4">
                <a:alpha val="90000"/>
                <a:hueOff val="0"/>
                <a:satOff val="0"/>
                <a:lumOff val="0"/>
                <a:alphaOff val="0"/>
              </a:schemeClr>
            </a:effectRef>
            <a:fontRef idx="minor">
              <a:schemeClr val="lt1"/>
            </a:fontRef>
          </p:style>
        </p:sp>
        <p:sp>
          <p:nvSpPr>
            <p:cNvPr id="24" name="Rounded Rectangle 4"/>
            <p:cNvSpPr/>
            <p:nvPr/>
          </p:nvSpPr>
          <p:spPr>
            <a:xfrm>
              <a:off x="52089" y="73128"/>
              <a:ext cx="5991822" cy="96286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dirty="0">
                  <a:latin typeface="Calibri" pitchFamily="34" charset="0"/>
                  <a:cs typeface="Calibri" pitchFamily="34" charset="0"/>
                </a:rPr>
                <a:t>A lower isolation level increases the capability of several users to access data at the same time. A higher isolation level decreases the types of concurrency effects which user may encounter.</a:t>
              </a:r>
              <a:endParaRPr lang="en-US" sz="1800" kern="1200" dirty="0">
                <a:latin typeface="Calibri" pitchFamily="34" charset="0"/>
                <a:cs typeface="Calibri" pitchFamily="34" charset="0"/>
              </a:endParaRPr>
            </a:p>
          </p:txBody>
        </p:sp>
      </p:grpSp>
      <p:sp>
        <p:nvSpPr>
          <p:cNvPr id="22" name="object 6">
            <a:extLst>
              <a:ext uri="{FF2B5EF4-FFF2-40B4-BE49-F238E27FC236}">
                <a16:creationId xmlns:a16="http://schemas.microsoft.com/office/drawing/2014/main" id="{402043D9-E9E5-4DD0-BB8E-A4E9E7D5DD5C}"/>
              </a:ext>
            </a:extLst>
          </p:cNvPr>
          <p:cNvSpPr txBox="1">
            <a:spLocks/>
          </p:cNvSpPr>
          <p:nvPr/>
        </p:nvSpPr>
        <p:spPr>
          <a:xfrm>
            <a:off x="7857743" y="6569709"/>
            <a:ext cx="959484" cy="256540"/>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52" baseline="4629"/>
              <a:t>Session </a:t>
            </a:r>
            <a:r>
              <a:rPr lang="en-US" spc="-15" baseline="4629"/>
              <a:t>14/</a:t>
            </a:r>
            <a:r>
              <a:rPr lang="en-US" spc="-262" baseline="4629"/>
              <a:t> </a:t>
            </a:r>
            <a:fld id="{81D60167-4931-47E6-BA6A-407CBD079E47}" type="slidenum">
              <a:rPr sz="1200" spc="-5" smtClean="0"/>
              <a:pPr marL="12700">
                <a:spcBef>
                  <a:spcPts val="145"/>
                </a:spcBef>
              </a:pPr>
              <a:t>16</a:t>
            </a:fld>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959" y="1778"/>
            <a:ext cx="4192904" cy="635635"/>
          </a:xfrm>
          <a:prstGeom prst="rect">
            <a:avLst/>
          </a:prstGeom>
        </p:spPr>
        <p:txBody>
          <a:bodyPr vert="horz" wrap="square" lIns="0" tIns="12700" rIns="0" bIns="0" rtlCol="0">
            <a:spAutoFit/>
          </a:bodyPr>
          <a:lstStyle/>
          <a:p>
            <a:pPr marL="12700">
              <a:lnSpc>
                <a:spcPct val="100000"/>
              </a:lnSpc>
              <a:spcBef>
                <a:spcPts val="100"/>
              </a:spcBef>
            </a:pPr>
            <a:r>
              <a:rPr sz="4000" spc="120" dirty="0"/>
              <a:t>Isolation </a:t>
            </a:r>
            <a:r>
              <a:rPr sz="4000" spc="40" dirty="0"/>
              <a:t>Levels</a:t>
            </a:r>
            <a:r>
              <a:rPr sz="4000" spc="-480" dirty="0"/>
              <a:t> </a:t>
            </a:r>
            <a:r>
              <a:rPr sz="4000" spc="-85" dirty="0"/>
              <a:t>2-2</a:t>
            </a:r>
            <a:endParaRPr sz="4000"/>
          </a:p>
        </p:txBody>
      </p:sp>
      <p:pic>
        <p:nvPicPr>
          <p:cNvPr id="3" name="object 3"/>
          <p:cNvPicPr/>
          <p:nvPr/>
        </p:nvPicPr>
        <p:blipFill>
          <a:blip r:embed="rId3" cstate="print"/>
          <a:stretch>
            <a:fillRect/>
          </a:stretch>
        </p:blipFill>
        <p:spPr>
          <a:xfrm>
            <a:off x="819911" y="1634489"/>
            <a:ext cx="7527798" cy="2152650"/>
          </a:xfrm>
          <a:prstGeom prst="rect">
            <a:avLst/>
          </a:prstGeom>
        </p:spPr>
      </p:pic>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17</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7" name="TextBox 6">
            <a:extLst>
              <a:ext uri="{FF2B5EF4-FFF2-40B4-BE49-F238E27FC236}">
                <a16:creationId xmlns:a16="http://schemas.microsoft.com/office/drawing/2014/main" id="{02682D02-2FDD-45A7-A6CC-F41960980E66}"/>
              </a:ext>
            </a:extLst>
          </p:cNvPr>
          <p:cNvSpPr txBox="1"/>
          <p:nvPr/>
        </p:nvSpPr>
        <p:spPr>
          <a:xfrm>
            <a:off x="152400" y="838200"/>
            <a:ext cx="8229600" cy="646331"/>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Following table lists the concurrency effects that are allowed by the different isolation levels: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9651"/>
            <a:ext cx="8449945" cy="635635"/>
          </a:xfrm>
          <a:prstGeom prst="rect">
            <a:avLst/>
          </a:prstGeom>
        </p:spPr>
        <p:txBody>
          <a:bodyPr vert="horz" wrap="square" lIns="0" tIns="12700" rIns="0" bIns="0" rtlCol="0">
            <a:spAutoFit/>
          </a:bodyPr>
          <a:lstStyle/>
          <a:p>
            <a:pPr marL="12700">
              <a:lnSpc>
                <a:spcPct val="100000"/>
              </a:lnSpc>
              <a:spcBef>
                <a:spcPts val="100"/>
              </a:spcBef>
            </a:pPr>
            <a:r>
              <a:rPr sz="4000" spc="135" dirty="0"/>
              <a:t>Scope</a:t>
            </a:r>
            <a:r>
              <a:rPr sz="4000" spc="-155" dirty="0"/>
              <a:t> </a:t>
            </a:r>
            <a:r>
              <a:rPr sz="4000" spc="229" dirty="0"/>
              <a:t>and</a:t>
            </a:r>
            <a:r>
              <a:rPr sz="4000" spc="-150" dirty="0"/>
              <a:t> </a:t>
            </a:r>
            <a:r>
              <a:rPr sz="4000" spc="150" dirty="0"/>
              <a:t>Different</a:t>
            </a:r>
            <a:r>
              <a:rPr sz="4000" spc="-180" dirty="0"/>
              <a:t> </a:t>
            </a:r>
            <a:r>
              <a:rPr sz="4000" spc="135" dirty="0"/>
              <a:t>Types</a:t>
            </a:r>
            <a:r>
              <a:rPr sz="4000" spc="-150" dirty="0"/>
              <a:t> </a:t>
            </a:r>
            <a:r>
              <a:rPr sz="4000" spc="114" dirty="0"/>
              <a:t>of</a:t>
            </a:r>
            <a:r>
              <a:rPr sz="4000" spc="-160" dirty="0"/>
              <a:t> </a:t>
            </a:r>
            <a:r>
              <a:rPr sz="4000" spc="75" dirty="0"/>
              <a:t>Locks</a:t>
            </a:r>
            <a:r>
              <a:rPr sz="4000" spc="-150" dirty="0"/>
              <a:t> </a:t>
            </a:r>
            <a:r>
              <a:rPr sz="4000" spc="-420" dirty="0"/>
              <a:t>1-5</a:t>
            </a:r>
            <a:endParaRPr sz="4000"/>
          </a:p>
        </p:txBody>
      </p:sp>
      <p:sp>
        <p:nvSpPr>
          <p:cNvPr id="3" name="object 3"/>
          <p:cNvSpPr txBox="1"/>
          <p:nvPr/>
        </p:nvSpPr>
        <p:spPr>
          <a:xfrm>
            <a:off x="391159" y="945641"/>
            <a:ext cx="8362315" cy="939800"/>
          </a:xfrm>
          <a:prstGeom prst="rect">
            <a:avLst/>
          </a:prstGeom>
        </p:spPr>
        <p:txBody>
          <a:bodyPr vert="horz" wrap="square" lIns="0" tIns="12065" rIns="0" bIns="0" rtlCol="0">
            <a:spAutoFit/>
          </a:bodyPr>
          <a:lstStyle/>
          <a:p>
            <a:pPr marL="12700" marR="5080" algn="just">
              <a:lnSpc>
                <a:spcPct val="100000"/>
              </a:lnSpc>
              <a:spcBef>
                <a:spcPts val="95"/>
              </a:spcBef>
            </a:pPr>
            <a:r>
              <a:rPr sz="2000" spc="130" dirty="0">
                <a:latin typeface="Times New Roman"/>
                <a:cs typeface="Times New Roman"/>
              </a:rPr>
              <a:t>The</a:t>
            </a:r>
            <a:r>
              <a:rPr sz="2000" spc="5" dirty="0">
                <a:latin typeface="Times New Roman"/>
                <a:cs typeface="Times New Roman"/>
              </a:rPr>
              <a:t> </a:t>
            </a:r>
            <a:r>
              <a:rPr sz="2000" spc="95" dirty="0">
                <a:latin typeface="Times New Roman"/>
                <a:cs typeface="Times New Roman"/>
              </a:rPr>
              <a:t>SQL</a:t>
            </a:r>
            <a:r>
              <a:rPr sz="2000" spc="15" dirty="0">
                <a:latin typeface="Times New Roman"/>
                <a:cs typeface="Times New Roman"/>
              </a:rPr>
              <a:t> </a:t>
            </a:r>
            <a:r>
              <a:rPr sz="2000" spc="60" dirty="0">
                <a:latin typeface="Times New Roman"/>
                <a:cs typeface="Times New Roman"/>
              </a:rPr>
              <a:t>Server</a:t>
            </a:r>
            <a:r>
              <a:rPr sz="2000" spc="20" dirty="0">
                <a:latin typeface="Times New Roman"/>
                <a:cs typeface="Times New Roman"/>
              </a:rPr>
              <a:t> </a:t>
            </a:r>
            <a:r>
              <a:rPr sz="2000" spc="65" dirty="0">
                <a:latin typeface="Times New Roman"/>
                <a:cs typeface="Times New Roman"/>
              </a:rPr>
              <a:t>Database</a:t>
            </a:r>
            <a:r>
              <a:rPr sz="2000" spc="25" dirty="0">
                <a:latin typeface="Times New Roman"/>
                <a:cs typeface="Times New Roman"/>
              </a:rPr>
              <a:t> </a:t>
            </a:r>
            <a:r>
              <a:rPr sz="2000" spc="60" dirty="0">
                <a:latin typeface="Times New Roman"/>
                <a:cs typeface="Times New Roman"/>
              </a:rPr>
              <a:t>Engine</a:t>
            </a:r>
            <a:r>
              <a:rPr sz="2000" spc="25" dirty="0">
                <a:latin typeface="Times New Roman"/>
                <a:cs typeface="Times New Roman"/>
              </a:rPr>
              <a:t> </a:t>
            </a:r>
            <a:r>
              <a:rPr sz="2000" spc="40" dirty="0">
                <a:latin typeface="Times New Roman"/>
                <a:cs typeface="Times New Roman"/>
              </a:rPr>
              <a:t>locks</a:t>
            </a:r>
            <a:r>
              <a:rPr sz="2000" spc="15" dirty="0">
                <a:latin typeface="Times New Roman"/>
                <a:cs typeface="Times New Roman"/>
              </a:rPr>
              <a:t> </a:t>
            </a:r>
            <a:r>
              <a:rPr sz="2000" spc="110" dirty="0">
                <a:latin typeface="Times New Roman"/>
                <a:cs typeface="Times New Roman"/>
              </a:rPr>
              <a:t>the</a:t>
            </a:r>
            <a:r>
              <a:rPr sz="2000" spc="25" dirty="0">
                <a:latin typeface="Times New Roman"/>
                <a:cs typeface="Times New Roman"/>
              </a:rPr>
              <a:t> </a:t>
            </a:r>
            <a:r>
              <a:rPr sz="2000" spc="60" dirty="0">
                <a:latin typeface="Times New Roman"/>
                <a:cs typeface="Times New Roman"/>
              </a:rPr>
              <a:t>resources</a:t>
            </a:r>
            <a:r>
              <a:rPr sz="2000" spc="15" dirty="0">
                <a:latin typeface="Times New Roman"/>
                <a:cs typeface="Times New Roman"/>
              </a:rPr>
              <a:t> </a:t>
            </a:r>
            <a:r>
              <a:rPr sz="2000" spc="114" dirty="0">
                <a:latin typeface="Times New Roman"/>
                <a:cs typeface="Times New Roman"/>
              </a:rPr>
              <a:t>that</a:t>
            </a:r>
            <a:r>
              <a:rPr sz="2000" spc="20" dirty="0">
                <a:latin typeface="Times New Roman"/>
                <a:cs typeface="Times New Roman"/>
              </a:rPr>
              <a:t> </a:t>
            </a:r>
            <a:r>
              <a:rPr sz="2000" spc="65" dirty="0">
                <a:latin typeface="Times New Roman"/>
                <a:cs typeface="Times New Roman"/>
              </a:rPr>
              <a:t>use</a:t>
            </a:r>
            <a:r>
              <a:rPr sz="2000" spc="15" dirty="0">
                <a:latin typeface="Times New Roman"/>
                <a:cs typeface="Times New Roman"/>
              </a:rPr>
              <a:t> </a:t>
            </a:r>
            <a:r>
              <a:rPr sz="2000" spc="70" dirty="0">
                <a:latin typeface="Times New Roman"/>
                <a:cs typeface="Times New Roman"/>
              </a:rPr>
              <a:t>different</a:t>
            </a:r>
            <a:r>
              <a:rPr sz="2000" spc="20" dirty="0">
                <a:latin typeface="Times New Roman"/>
                <a:cs typeface="Times New Roman"/>
              </a:rPr>
              <a:t> </a:t>
            </a:r>
            <a:r>
              <a:rPr sz="2000" spc="50" dirty="0">
                <a:latin typeface="Times New Roman"/>
                <a:cs typeface="Times New Roman"/>
              </a:rPr>
              <a:t>lock  </a:t>
            </a:r>
            <a:r>
              <a:rPr sz="2000" spc="60" dirty="0">
                <a:latin typeface="Times New Roman"/>
                <a:cs typeface="Times New Roman"/>
              </a:rPr>
              <a:t>modes, </a:t>
            </a:r>
            <a:r>
              <a:rPr sz="2000" spc="80" dirty="0">
                <a:latin typeface="Times New Roman"/>
                <a:cs typeface="Times New Roman"/>
              </a:rPr>
              <a:t>which </a:t>
            </a:r>
            <a:r>
              <a:rPr sz="2000" spc="85" dirty="0">
                <a:latin typeface="Times New Roman"/>
                <a:cs typeface="Times New Roman"/>
              </a:rPr>
              <a:t>determine </a:t>
            </a:r>
            <a:r>
              <a:rPr sz="2000" spc="110" dirty="0">
                <a:latin typeface="Times New Roman"/>
                <a:cs typeface="Times New Roman"/>
              </a:rPr>
              <a:t>the </a:t>
            </a:r>
            <a:r>
              <a:rPr sz="2000" spc="55" dirty="0">
                <a:latin typeface="Times New Roman"/>
                <a:cs typeface="Times New Roman"/>
              </a:rPr>
              <a:t>resources </a:t>
            </a:r>
            <a:r>
              <a:rPr sz="2000" spc="114" dirty="0">
                <a:latin typeface="Times New Roman"/>
                <a:cs typeface="Times New Roman"/>
              </a:rPr>
              <a:t>that </a:t>
            </a:r>
            <a:r>
              <a:rPr sz="2000" spc="50" dirty="0">
                <a:latin typeface="Times New Roman"/>
                <a:cs typeface="Times New Roman"/>
              </a:rPr>
              <a:t>are </a:t>
            </a:r>
            <a:r>
              <a:rPr sz="2000" spc="25" dirty="0">
                <a:latin typeface="Times New Roman"/>
                <a:cs typeface="Times New Roman"/>
              </a:rPr>
              <a:t>accessible </a:t>
            </a:r>
            <a:r>
              <a:rPr sz="2000" spc="110" dirty="0">
                <a:latin typeface="Times New Roman"/>
                <a:cs typeface="Times New Roman"/>
              </a:rPr>
              <a:t>to </a:t>
            </a:r>
            <a:r>
              <a:rPr sz="2000" spc="95" dirty="0">
                <a:latin typeface="Times New Roman"/>
                <a:cs typeface="Times New Roman"/>
              </a:rPr>
              <a:t>concurrent  </a:t>
            </a:r>
            <a:r>
              <a:rPr sz="2000" spc="70" dirty="0">
                <a:latin typeface="Times New Roman"/>
                <a:cs typeface="Times New Roman"/>
              </a:rPr>
              <a:t>transactions.</a:t>
            </a:r>
            <a:endParaRPr sz="2000">
              <a:latin typeface="Times New Roman"/>
              <a:cs typeface="Times New Roman"/>
            </a:endParaRPr>
          </a:p>
        </p:txBody>
      </p:sp>
      <p:pic>
        <p:nvPicPr>
          <p:cNvPr id="4" name="object 4"/>
          <p:cNvPicPr/>
          <p:nvPr/>
        </p:nvPicPr>
        <p:blipFill>
          <a:blip r:embed="rId3" cstate="print"/>
          <a:stretch>
            <a:fillRect/>
          </a:stretch>
        </p:blipFill>
        <p:spPr>
          <a:xfrm>
            <a:off x="587501" y="2116835"/>
            <a:ext cx="7968996" cy="2624328"/>
          </a:xfrm>
          <a:prstGeom prst="rect">
            <a:avLst/>
          </a:prstGeom>
        </p:spPr>
      </p:pic>
      <p:sp>
        <p:nvSpPr>
          <p:cNvPr id="5" name="object 5"/>
          <p:cNvSpPr txBox="1"/>
          <p:nvPr/>
        </p:nvSpPr>
        <p:spPr>
          <a:xfrm>
            <a:off x="4076953" y="4813300"/>
            <a:ext cx="946150" cy="238760"/>
          </a:xfrm>
          <a:prstGeom prst="rect">
            <a:avLst/>
          </a:prstGeom>
        </p:spPr>
        <p:txBody>
          <a:bodyPr vert="horz" wrap="square" lIns="0" tIns="12065" rIns="0" bIns="0" rtlCol="0">
            <a:spAutoFit/>
          </a:bodyPr>
          <a:lstStyle/>
          <a:p>
            <a:pPr marL="12700">
              <a:lnSpc>
                <a:spcPct val="100000"/>
              </a:lnSpc>
              <a:spcBef>
                <a:spcPts val="95"/>
              </a:spcBef>
            </a:pPr>
            <a:r>
              <a:rPr sz="1400" b="1" spc="-75" dirty="0">
                <a:latin typeface="Arial"/>
                <a:cs typeface="Arial"/>
              </a:rPr>
              <a:t>Lock</a:t>
            </a:r>
            <a:r>
              <a:rPr sz="1400" b="1" spc="-185" dirty="0">
                <a:latin typeface="Arial"/>
                <a:cs typeface="Arial"/>
              </a:rPr>
              <a:t> </a:t>
            </a:r>
            <a:r>
              <a:rPr sz="1400" b="1" spc="-90" dirty="0">
                <a:latin typeface="Arial"/>
                <a:cs typeface="Arial"/>
              </a:rPr>
              <a:t>Modes</a:t>
            </a:r>
            <a:endParaRPr sz="14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18</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987" y="0"/>
            <a:ext cx="8515350" cy="635635"/>
          </a:xfrm>
          <a:prstGeom prst="rect">
            <a:avLst/>
          </a:prstGeom>
        </p:spPr>
        <p:txBody>
          <a:bodyPr vert="horz" wrap="square" lIns="0" tIns="12700" rIns="0" bIns="0" rtlCol="0">
            <a:spAutoFit/>
          </a:bodyPr>
          <a:lstStyle/>
          <a:p>
            <a:pPr marL="12700">
              <a:lnSpc>
                <a:spcPct val="100000"/>
              </a:lnSpc>
              <a:spcBef>
                <a:spcPts val="100"/>
              </a:spcBef>
            </a:pPr>
            <a:r>
              <a:rPr sz="4000" spc="135" dirty="0"/>
              <a:t>Scope</a:t>
            </a:r>
            <a:r>
              <a:rPr sz="4000" spc="-155" dirty="0"/>
              <a:t> </a:t>
            </a:r>
            <a:r>
              <a:rPr sz="4000" spc="229" dirty="0"/>
              <a:t>and</a:t>
            </a:r>
            <a:r>
              <a:rPr sz="4000" spc="-150" dirty="0"/>
              <a:t> </a:t>
            </a:r>
            <a:r>
              <a:rPr sz="4000" spc="150" dirty="0"/>
              <a:t>Different</a:t>
            </a:r>
            <a:r>
              <a:rPr sz="4000" spc="-185" dirty="0"/>
              <a:t> </a:t>
            </a:r>
            <a:r>
              <a:rPr sz="4000" spc="135" dirty="0"/>
              <a:t>Types</a:t>
            </a:r>
            <a:r>
              <a:rPr sz="4000" spc="-150" dirty="0"/>
              <a:t> </a:t>
            </a:r>
            <a:r>
              <a:rPr sz="4000" spc="114" dirty="0"/>
              <a:t>of</a:t>
            </a:r>
            <a:r>
              <a:rPr sz="4000" spc="-165" dirty="0"/>
              <a:t> </a:t>
            </a:r>
            <a:r>
              <a:rPr sz="4000" spc="75" dirty="0"/>
              <a:t>Locks</a:t>
            </a:r>
            <a:r>
              <a:rPr sz="4000" spc="-150" dirty="0"/>
              <a:t> </a:t>
            </a:r>
            <a:r>
              <a:rPr sz="4000" spc="-245" dirty="0"/>
              <a:t>2-5</a:t>
            </a:r>
            <a:endParaRPr sz="4000"/>
          </a:p>
        </p:txBody>
      </p:sp>
      <p:sp>
        <p:nvSpPr>
          <p:cNvPr id="3" name="object 3"/>
          <p:cNvSpPr txBox="1"/>
          <p:nvPr/>
        </p:nvSpPr>
        <p:spPr>
          <a:xfrm>
            <a:off x="434848" y="915924"/>
            <a:ext cx="4547870" cy="351378"/>
          </a:xfrm>
          <a:prstGeom prst="rect">
            <a:avLst/>
          </a:prstGeom>
        </p:spPr>
        <p:txBody>
          <a:bodyPr vert="horz" wrap="square" lIns="0" tIns="12700" rIns="0" bIns="0" rtlCol="0">
            <a:spAutoFit/>
          </a:bodyPr>
          <a:lstStyle/>
          <a:p>
            <a:pPr marL="12700">
              <a:lnSpc>
                <a:spcPct val="100000"/>
              </a:lnSpc>
              <a:spcBef>
                <a:spcPts val="100"/>
              </a:spcBef>
            </a:pPr>
            <a:r>
              <a:rPr sz="2200" spc="80" dirty="0">
                <a:latin typeface="Times New Roman"/>
                <a:cs typeface="Times New Roman"/>
              </a:rPr>
              <a:t>Different</a:t>
            </a:r>
            <a:r>
              <a:rPr sz="2200" spc="-105" dirty="0">
                <a:latin typeface="Times New Roman"/>
                <a:cs typeface="Times New Roman"/>
              </a:rPr>
              <a:t> </a:t>
            </a:r>
            <a:r>
              <a:rPr sz="2200" spc="60" dirty="0">
                <a:latin typeface="Times New Roman"/>
                <a:cs typeface="Times New Roman"/>
              </a:rPr>
              <a:t>types</a:t>
            </a:r>
            <a:r>
              <a:rPr sz="2200" spc="-90" dirty="0">
                <a:latin typeface="Times New Roman"/>
                <a:cs typeface="Times New Roman"/>
              </a:rPr>
              <a:t> </a:t>
            </a:r>
            <a:r>
              <a:rPr sz="2200" spc="65" dirty="0">
                <a:latin typeface="Times New Roman"/>
                <a:cs typeface="Times New Roman"/>
              </a:rPr>
              <a:t>of</a:t>
            </a:r>
            <a:r>
              <a:rPr sz="2200" spc="-85" dirty="0">
                <a:latin typeface="Times New Roman"/>
                <a:cs typeface="Times New Roman"/>
              </a:rPr>
              <a:t> </a:t>
            </a:r>
            <a:r>
              <a:rPr sz="2200" spc="45" dirty="0">
                <a:latin typeface="Times New Roman"/>
                <a:cs typeface="Times New Roman"/>
              </a:rPr>
              <a:t>locks</a:t>
            </a:r>
            <a:r>
              <a:rPr sz="2200" spc="-90" dirty="0">
                <a:latin typeface="Times New Roman"/>
                <a:cs typeface="Times New Roman"/>
              </a:rPr>
              <a:t> </a:t>
            </a:r>
            <a:r>
              <a:rPr sz="2200" spc="60" dirty="0">
                <a:latin typeface="Times New Roman"/>
                <a:cs typeface="Times New Roman"/>
              </a:rPr>
              <a:t>are</a:t>
            </a:r>
            <a:r>
              <a:rPr sz="2200" spc="-95" dirty="0">
                <a:latin typeface="Times New Roman"/>
                <a:cs typeface="Times New Roman"/>
              </a:rPr>
              <a:t> </a:t>
            </a:r>
            <a:r>
              <a:rPr sz="2200" spc="20" dirty="0">
                <a:latin typeface="Times New Roman"/>
                <a:cs typeface="Times New Roman"/>
              </a:rPr>
              <a:t>as</a:t>
            </a:r>
            <a:r>
              <a:rPr sz="2200" spc="-85" dirty="0">
                <a:latin typeface="Times New Roman"/>
                <a:cs typeface="Times New Roman"/>
              </a:rPr>
              <a:t> </a:t>
            </a:r>
            <a:r>
              <a:rPr sz="2200" spc="30">
                <a:latin typeface="Times New Roman"/>
                <a:cs typeface="Times New Roman"/>
              </a:rPr>
              <a:t>follows:</a:t>
            </a:r>
            <a:endParaRPr sz="2200">
              <a:latin typeface="Times New Roman"/>
              <a:cs typeface="Times New Roman"/>
            </a:endParaRPr>
          </a:p>
        </p:txBody>
      </p:sp>
      <p:pic>
        <p:nvPicPr>
          <p:cNvPr id="6" name="object 6"/>
          <p:cNvPicPr/>
          <p:nvPr/>
        </p:nvPicPr>
        <p:blipFill>
          <a:blip r:embed="rId3" cstate="print"/>
          <a:stretch>
            <a:fillRect/>
          </a:stretch>
        </p:blipFill>
        <p:spPr>
          <a:xfrm>
            <a:off x="2362200" y="4191000"/>
            <a:ext cx="4046982" cy="2223644"/>
          </a:xfrm>
          <a:prstGeom prst="rect">
            <a:avLst/>
          </a:prstGeom>
        </p:spPr>
      </p:pic>
      <p:sp>
        <p:nvSpPr>
          <p:cNvPr id="7" name="object 7"/>
          <p:cNvSpPr txBox="1"/>
          <p:nvPr/>
        </p:nvSpPr>
        <p:spPr>
          <a:xfrm>
            <a:off x="4160265" y="6543040"/>
            <a:ext cx="747395" cy="238760"/>
          </a:xfrm>
          <a:prstGeom prst="rect">
            <a:avLst/>
          </a:prstGeom>
        </p:spPr>
        <p:txBody>
          <a:bodyPr vert="horz" wrap="square" lIns="0" tIns="12065" rIns="0" bIns="0" rtlCol="0">
            <a:spAutoFit/>
          </a:bodyPr>
          <a:lstStyle/>
          <a:p>
            <a:pPr marL="12700">
              <a:lnSpc>
                <a:spcPct val="100000"/>
              </a:lnSpc>
              <a:spcBef>
                <a:spcPts val="95"/>
              </a:spcBef>
            </a:pPr>
            <a:r>
              <a:rPr sz="1400" b="1" spc="-75" dirty="0">
                <a:latin typeface="Arial"/>
                <a:cs typeface="Arial"/>
              </a:rPr>
              <a:t>Deadlock</a:t>
            </a:r>
            <a:endParaRPr sz="140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19</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graphicFrame>
        <p:nvGraphicFramePr>
          <p:cNvPr id="11" name="Diagram 10">
            <a:extLst>
              <a:ext uri="{FF2B5EF4-FFF2-40B4-BE49-F238E27FC236}">
                <a16:creationId xmlns:a16="http://schemas.microsoft.com/office/drawing/2014/main" id="{0F75DD83-D694-4C21-BB5B-D952E1F7CEBA}"/>
              </a:ext>
            </a:extLst>
          </p:cNvPr>
          <p:cNvGraphicFramePr/>
          <p:nvPr>
            <p:extLst>
              <p:ext uri="{D42A27DB-BD31-4B8C-83A1-F6EECF244321}">
                <p14:modId xmlns:p14="http://schemas.microsoft.com/office/powerpoint/2010/main" val="4079003006"/>
              </p:ext>
            </p:extLst>
          </p:nvPr>
        </p:nvGraphicFramePr>
        <p:xfrm>
          <a:off x="216662" y="1295400"/>
          <a:ext cx="8774938" cy="279530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987" y="0"/>
            <a:ext cx="8482330" cy="635635"/>
          </a:xfrm>
          <a:prstGeom prst="rect">
            <a:avLst/>
          </a:prstGeom>
        </p:spPr>
        <p:txBody>
          <a:bodyPr vert="horz" wrap="square" lIns="0" tIns="12700" rIns="0" bIns="0" rtlCol="0">
            <a:spAutoFit/>
          </a:bodyPr>
          <a:lstStyle/>
          <a:p>
            <a:pPr marL="12700">
              <a:lnSpc>
                <a:spcPct val="100000"/>
              </a:lnSpc>
              <a:spcBef>
                <a:spcPts val="100"/>
              </a:spcBef>
            </a:pPr>
            <a:r>
              <a:rPr sz="4000" spc="135" dirty="0"/>
              <a:t>Scope</a:t>
            </a:r>
            <a:r>
              <a:rPr sz="4000" spc="-150" dirty="0"/>
              <a:t> </a:t>
            </a:r>
            <a:r>
              <a:rPr sz="4000" spc="229" dirty="0"/>
              <a:t>and</a:t>
            </a:r>
            <a:r>
              <a:rPr sz="4000" spc="-155" dirty="0"/>
              <a:t> </a:t>
            </a:r>
            <a:r>
              <a:rPr sz="4000" spc="150" dirty="0"/>
              <a:t>Different</a:t>
            </a:r>
            <a:r>
              <a:rPr sz="4000" spc="-180" dirty="0"/>
              <a:t> </a:t>
            </a:r>
            <a:r>
              <a:rPr sz="4000" spc="135" dirty="0"/>
              <a:t>Types</a:t>
            </a:r>
            <a:r>
              <a:rPr sz="4000" spc="-150" dirty="0"/>
              <a:t> </a:t>
            </a:r>
            <a:r>
              <a:rPr sz="4000" spc="114" dirty="0"/>
              <a:t>of</a:t>
            </a:r>
            <a:r>
              <a:rPr sz="4000" spc="-160" dirty="0"/>
              <a:t> </a:t>
            </a:r>
            <a:r>
              <a:rPr sz="4000" spc="75" dirty="0"/>
              <a:t>Locks</a:t>
            </a:r>
            <a:r>
              <a:rPr sz="4000" spc="-150" dirty="0"/>
              <a:t> </a:t>
            </a:r>
            <a:r>
              <a:rPr sz="4000" spc="-335" dirty="0"/>
              <a:t>3-5</a:t>
            </a:r>
            <a:endParaRPr sz="4000"/>
          </a:p>
        </p:txBody>
      </p:sp>
      <p:sp>
        <p:nvSpPr>
          <p:cNvPr id="5" name="object 5"/>
          <p:cNvSpPr/>
          <p:nvPr/>
        </p:nvSpPr>
        <p:spPr>
          <a:xfrm>
            <a:off x="545592" y="3739133"/>
            <a:ext cx="8141334" cy="2380615"/>
          </a:xfrm>
          <a:custGeom>
            <a:avLst/>
            <a:gdLst/>
            <a:ahLst/>
            <a:cxnLst/>
            <a:rect l="l" t="t" r="r" b="b"/>
            <a:pathLst>
              <a:path w="8141334" h="2380615">
                <a:moveTo>
                  <a:pt x="8141208" y="396748"/>
                </a:moveTo>
                <a:lnTo>
                  <a:pt x="8138528" y="350494"/>
                </a:lnTo>
                <a:lnTo>
                  <a:pt x="8130718" y="305803"/>
                </a:lnTo>
                <a:lnTo>
                  <a:pt x="8118068" y="262966"/>
                </a:lnTo>
                <a:lnTo>
                  <a:pt x="8100873" y="222288"/>
                </a:lnTo>
                <a:lnTo>
                  <a:pt x="8079422" y="184086"/>
                </a:lnTo>
                <a:lnTo>
                  <a:pt x="8054022" y="148628"/>
                </a:lnTo>
                <a:lnTo>
                  <a:pt x="8024977" y="116230"/>
                </a:lnTo>
                <a:lnTo>
                  <a:pt x="7992580" y="87185"/>
                </a:lnTo>
                <a:lnTo>
                  <a:pt x="7957121" y="61785"/>
                </a:lnTo>
                <a:lnTo>
                  <a:pt x="7918920" y="40335"/>
                </a:lnTo>
                <a:lnTo>
                  <a:pt x="7878242" y="23139"/>
                </a:lnTo>
                <a:lnTo>
                  <a:pt x="7835405" y="10490"/>
                </a:lnTo>
                <a:lnTo>
                  <a:pt x="7790713" y="2679"/>
                </a:lnTo>
                <a:lnTo>
                  <a:pt x="7744460" y="0"/>
                </a:lnTo>
                <a:lnTo>
                  <a:pt x="396760" y="0"/>
                </a:lnTo>
                <a:lnTo>
                  <a:pt x="350481" y="2679"/>
                </a:lnTo>
                <a:lnTo>
                  <a:pt x="305777" y="10490"/>
                </a:lnTo>
                <a:lnTo>
                  <a:pt x="262940" y="23139"/>
                </a:lnTo>
                <a:lnTo>
                  <a:pt x="222262" y="40335"/>
                </a:lnTo>
                <a:lnTo>
                  <a:pt x="184061" y="61785"/>
                </a:lnTo>
                <a:lnTo>
                  <a:pt x="148602" y="87185"/>
                </a:lnTo>
                <a:lnTo>
                  <a:pt x="116205" y="116230"/>
                </a:lnTo>
                <a:lnTo>
                  <a:pt x="87160" y="148628"/>
                </a:lnTo>
                <a:lnTo>
                  <a:pt x="61760" y="184086"/>
                </a:lnTo>
                <a:lnTo>
                  <a:pt x="40322" y="222288"/>
                </a:lnTo>
                <a:lnTo>
                  <a:pt x="23126" y="262966"/>
                </a:lnTo>
                <a:lnTo>
                  <a:pt x="10477" y="305803"/>
                </a:lnTo>
                <a:lnTo>
                  <a:pt x="2667" y="350494"/>
                </a:lnTo>
                <a:lnTo>
                  <a:pt x="0" y="396748"/>
                </a:lnTo>
                <a:lnTo>
                  <a:pt x="0" y="1983727"/>
                </a:lnTo>
                <a:lnTo>
                  <a:pt x="2667" y="2030006"/>
                </a:lnTo>
                <a:lnTo>
                  <a:pt x="10477" y="2074710"/>
                </a:lnTo>
                <a:lnTo>
                  <a:pt x="23126" y="2117547"/>
                </a:lnTo>
                <a:lnTo>
                  <a:pt x="40322" y="2158225"/>
                </a:lnTo>
                <a:lnTo>
                  <a:pt x="61760" y="2196427"/>
                </a:lnTo>
                <a:lnTo>
                  <a:pt x="87160" y="2231885"/>
                </a:lnTo>
                <a:lnTo>
                  <a:pt x="116205" y="2264283"/>
                </a:lnTo>
                <a:lnTo>
                  <a:pt x="148602" y="2293328"/>
                </a:lnTo>
                <a:lnTo>
                  <a:pt x="184061" y="2318728"/>
                </a:lnTo>
                <a:lnTo>
                  <a:pt x="222262" y="2340165"/>
                </a:lnTo>
                <a:lnTo>
                  <a:pt x="262940" y="2357361"/>
                </a:lnTo>
                <a:lnTo>
                  <a:pt x="305777" y="2370010"/>
                </a:lnTo>
                <a:lnTo>
                  <a:pt x="350481" y="2377821"/>
                </a:lnTo>
                <a:lnTo>
                  <a:pt x="396760" y="2380488"/>
                </a:lnTo>
                <a:lnTo>
                  <a:pt x="7744460" y="2380488"/>
                </a:lnTo>
                <a:lnTo>
                  <a:pt x="7790713" y="2377821"/>
                </a:lnTo>
                <a:lnTo>
                  <a:pt x="7835405" y="2370010"/>
                </a:lnTo>
                <a:lnTo>
                  <a:pt x="7878242" y="2357361"/>
                </a:lnTo>
                <a:lnTo>
                  <a:pt x="7918920" y="2340165"/>
                </a:lnTo>
                <a:lnTo>
                  <a:pt x="7957121" y="2318728"/>
                </a:lnTo>
                <a:lnTo>
                  <a:pt x="7992580" y="2293328"/>
                </a:lnTo>
                <a:lnTo>
                  <a:pt x="8024977" y="2264283"/>
                </a:lnTo>
                <a:lnTo>
                  <a:pt x="8054022" y="2231885"/>
                </a:lnTo>
                <a:lnTo>
                  <a:pt x="8079422" y="2196427"/>
                </a:lnTo>
                <a:lnTo>
                  <a:pt x="8100873" y="2158225"/>
                </a:lnTo>
                <a:lnTo>
                  <a:pt x="8118068" y="2117547"/>
                </a:lnTo>
                <a:lnTo>
                  <a:pt x="8130718" y="2074710"/>
                </a:lnTo>
                <a:lnTo>
                  <a:pt x="8138528" y="2030006"/>
                </a:lnTo>
                <a:lnTo>
                  <a:pt x="8141208" y="1983727"/>
                </a:lnTo>
                <a:lnTo>
                  <a:pt x="8141208" y="396748"/>
                </a:lnTo>
                <a:close/>
              </a:path>
            </a:pathLst>
          </a:custGeom>
          <a:solidFill>
            <a:srgbClr val="5F497A"/>
          </a:solidFill>
        </p:spPr>
        <p:txBody>
          <a:bodyPr wrap="square" lIns="0" tIns="0" rIns="0" bIns="0" rtlCol="0"/>
          <a:lstStyle/>
          <a:p>
            <a:endParaRPr/>
          </a:p>
        </p:txBody>
      </p:sp>
      <p:sp>
        <p:nvSpPr>
          <p:cNvPr id="6" name="object 6"/>
          <p:cNvSpPr txBox="1"/>
          <p:nvPr/>
        </p:nvSpPr>
        <p:spPr>
          <a:xfrm>
            <a:off x="673608" y="3258057"/>
            <a:ext cx="7613650" cy="2664191"/>
          </a:xfrm>
          <a:prstGeom prst="rect">
            <a:avLst/>
          </a:prstGeom>
        </p:spPr>
        <p:txBody>
          <a:bodyPr vert="horz" wrap="square" lIns="0" tIns="12065" rIns="0" bIns="0" rtlCol="0">
            <a:spAutoFit/>
          </a:bodyPr>
          <a:lstStyle/>
          <a:p>
            <a:pPr marL="12700">
              <a:lnSpc>
                <a:spcPct val="100000"/>
              </a:lnSpc>
              <a:spcBef>
                <a:spcPts val="95"/>
              </a:spcBef>
            </a:pPr>
            <a:r>
              <a:rPr sz="2000" b="1" spc="-125" dirty="0">
                <a:latin typeface="Arial"/>
                <a:cs typeface="Arial"/>
              </a:rPr>
              <a:t>Exclusive</a:t>
            </a:r>
            <a:r>
              <a:rPr sz="2000" b="1" spc="-175" dirty="0">
                <a:latin typeface="Arial"/>
                <a:cs typeface="Arial"/>
              </a:rPr>
              <a:t> </a:t>
            </a:r>
            <a:r>
              <a:rPr sz="2000" b="1" spc="-155" dirty="0">
                <a:latin typeface="Arial"/>
                <a:cs typeface="Arial"/>
              </a:rPr>
              <a:t>Locks</a:t>
            </a:r>
            <a:endParaRPr sz="2000">
              <a:latin typeface="Arial"/>
              <a:cs typeface="Arial"/>
            </a:endParaRPr>
          </a:p>
          <a:p>
            <a:pPr>
              <a:lnSpc>
                <a:spcPct val="100000"/>
              </a:lnSpc>
              <a:spcBef>
                <a:spcPts val="40"/>
              </a:spcBef>
            </a:pPr>
            <a:endParaRPr sz="2400">
              <a:latin typeface="Arial"/>
              <a:cs typeface="Arial"/>
            </a:endParaRPr>
          </a:p>
          <a:p>
            <a:pPr marL="626745" marR="6985" indent="-342900">
              <a:lnSpc>
                <a:spcPts val="2160"/>
              </a:lnSpc>
              <a:buFont typeface="Wingdings"/>
              <a:buChar char=""/>
              <a:tabLst>
                <a:tab pos="626745" algn="l"/>
                <a:tab pos="627380" algn="l"/>
                <a:tab pos="1506220" algn="l"/>
                <a:tab pos="2283460" algn="l"/>
                <a:tab pos="3342640" algn="l"/>
                <a:tab pos="4222115" algn="l"/>
                <a:tab pos="4662805" algn="l"/>
                <a:tab pos="5906135" algn="l"/>
                <a:tab pos="6386195" algn="l"/>
              </a:tabLst>
            </a:pPr>
            <a:r>
              <a:rPr sz="2000" spc="105" dirty="0">
                <a:solidFill>
                  <a:srgbClr val="FFFFFF"/>
                </a:solidFill>
                <a:latin typeface="Times New Roman"/>
                <a:cs typeface="Times New Roman"/>
              </a:rPr>
              <a:t>The</a:t>
            </a:r>
            <a:r>
              <a:rPr sz="2000" spc="85" dirty="0">
                <a:solidFill>
                  <a:srgbClr val="FFFFFF"/>
                </a:solidFill>
                <a:latin typeface="Times New Roman"/>
                <a:cs typeface="Times New Roman"/>
              </a:rPr>
              <a:t>s</a:t>
            </a:r>
            <a:r>
              <a:rPr sz="2000" spc="40" dirty="0">
                <a:solidFill>
                  <a:srgbClr val="FFFFFF"/>
                </a:solidFill>
                <a:latin typeface="Times New Roman"/>
                <a:cs typeface="Times New Roman"/>
              </a:rPr>
              <a:t>e</a:t>
            </a:r>
            <a:r>
              <a:rPr sz="2000" dirty="0">
                <a:solidFill>
                  <a:srgbClr val="FFFFFF"/>
                </a:solidFill>
                <a:latin typeface="Times New Roman"/>
                <a:cs typeface="Times New Roman"/>
              </a:rPr>
              <a:t>	l</a:t>
            </a:r>
            <a:r>
              <a:rPr sz="2000" spc="50" dirty="0">
                <a:solidFill>
                  <a:srgbClr val="FFFFFF"/>
                </a:solidFill>
                <a:latin typeface="Times New Roman"/>
                <a:cs typeface="Times New Roman"/>
              </a:rPr>
              <a:t>ocks</a:t>
            </a:r>
            <a:r>
              <a:rPr sz="2000" dirty="0">
                <a:solidFill>
                  <a:srgbClr val="FFFFFF"/>
                </a:solidFill>
                <a:latin typeface="Times New Roman"/>
                <a:cs typeface="Times New Roman"/>
              </a:rPr>
              <a:t>	</a:t>
            </a:r>
            <a:r>
              <a:rPr sz="2000" spc="75" dirty="0">
                <a:solidFill>
                  <a:srgbClr val="FFFFFF"/>
                </a:solidFill>
                <a:latin typeface="Times New Roman"/>
                <a:cs typeface="Times New Roman"/>
              </a:rPr>
              <a:t>pre</a:t>
            </a:r>
            <a:r>
              <a:rPr sz="2000" spc="45" dirty="0">
                <a:solidFill>
                  <a:srgbClr val="FFFFFF"/>
                </a:solidFill>
                <a:latin typeface="Times New Roman"/>
                <a:cs typeface="Times New Roman"/>
              </a:rPr>
              <a:t>ve</a:t>
            </a:r>
            <a:r>
              <a:rPr sz="2000" spc="185" dirty="0">
                <a:solidFill>
                  <a:srgbClr val="FFFFFF"/>
                </a:solidFill>
                <a:latin typeface="Times New Roman"/>
                <a:cs typeface="Times New Roman"/>
              </a:rPr>
              <a:t>n</a:t>
            </a:r>
            <a:r>
              <a:rPr sz="2000" spc="125" dirty="0">
                <a:solidFill>
                  <a:srgbClr val="FFFFFF"/>
                </a:solidFill>
                <a:latin typeface="Times New Roman"/>
                <a:cs typeface="Times New Roman"/>
              </a:rPr>
              <a:t>t</a:t>
            </a:r>
            <a:r>
              <a:rPr sz="2000" dirty="0">
                <a:solidFill>
                  <a:srgbClr val="FFFFFF"/>
                </a:solidFill>
                <a:latin typeface="Times New Roman"/>
                <a:cs typeface="Times New Roman"/>
              </a:rPr>
              <a:t>	</a:t>
            </a:r>
            <a:r>
              <a:rPr sz="2000" spc="35" dirty="0">
                <a:solidFill>
                  <a:srgbClr val="FFFFFF"/>
                </a:solidFill>
                <a:latin typeface="Times New Roman"/>
                <a:cs typeface="Times New Roman"/>
              </a:rPr>
              <a:t>a</a:t>
            </a:r>
            <a:r>
              <a:rPr sz="2000" spc="15" dirty="0">
                <a:solidFill>
                  <a:srgbClr val="FFFFFF"/>
                </a:solidFill>
                <a:latin typeface="Times New Roman"/>
                <a:cs typeface="Times New Roman"/>
              </a:rPr>
              <a:t>ccess</a:t>
            </a:r>
            <a:r>
              <a:rPr sz="2000" dirty="0">
                <a:solidFill>
                  <a:srgbClr val="FFFFFF"/>
                </a:solidFill>
                <a:latin typeface="Times New Roman"/>
                <a:cs typeface="Times New Roman"/>
              </a:rPr>
              <a:t>	</a:t>
            </a:r>
            <a:r>
              <a:rPr sz="2000" spc="80" dirty="0">
                <a:solidFill>
                  <a:srgbClr val="FFFFFF"/>
                </a:solidFill>
                <a:latin typeface="Times New Roman"/>
                <a:cs typeface="Times New Roman"/>
              </a:rPr>
              <a:t>t</a:t>
            </a:r>
            <a:r>
              <a:rPr sz="2000" spc="140" dirty="0">
                <a:solidFill>
                  <a:srgbClr val="FFFFFF"/>
                </a:solidFill>
                <a:latin typeface="Times New Roman"/>
                <a:cs typeface="Times New Roman"/>
              </a:rPr>
              <a:t>o</a:t>
            </a:r>
            <a:r>
              <a:rPr sz="2000" dirty="0">
                <a:solidFill>
                  <a:srgbClr val="FFFFFF"/>
                </a:solidFill>
                <a:latin typeface="Times New Roman"/>
                <a:cs typeface="Times New Roman"/>
              </a:rPr>
              <a:t>	</a:t>
            </a:r>
            <a:r>
              <a:rPr sz="2000" spc="80" dirty="0">
                <a:solidFill>
                  <a:srgbClr val="FFFFFF"/>
                </a:solidFill>
                <a:latin typeface="Times New Roman"/>
                <a:cs typeface="Times New Roman"/>
              </a:rPr>
              <a:t>r</a:t>
            </a:r>
            <a:r>
              <a:rPr sz="2000" spc="75" dirty="0">
                <a:solidFill>
                  <a:srgbClr val="FFFFFF"/>
                </a:solidFill>
                <a:latin typeface="Times New Roman"/>
                <a:cs typeface="Times New Roman"/>
              </a:rPr>
              <a:t>esour</a:t>
            </a:r>
            <a:r>
              <a:rPr sz="2000" spc="25" dirty="0">
                <a:solidFill>
                  <a:srgbClr val="FFFFFF"/>
                </a:solidFill>
                <a:latin typeface="Times New Roman"/>
                <a:cs typeface="Times New Roman"/>
              </a:rPr>
              <a:t>c</a:t>
            </a:r>
            <a:r>
              <a:rPr sz="2000" spc="30" dirty="0">
                <a:solidFill>
                  <a:srgbClr val="FFFFFF"/>
                </a:solidFill>
                <a:latin typeface="Times New Roman"/>
                <a:cs typeface="Times New Roman"/>
              </a:rPr>
              <a:t>e</a:t>
            </a:r>
            <a:r>
              <a:rPr sz="2000" spc="5" dirty="0">
                <a:solidFill>
                  <a:srgbClr val="FFFFFF"/>
                </a:solidFill>
                <a:latin typeface="Times New Roman"/>
                <a:cs typeface="Times New Roman"/>
              </a:rPr>
              <a:t>s</a:t>
            </a:r>
            <a:r>
              <a:rPr sz="2000" dirty="0">
                <a:solidFill>
                  <a:srgbClr val="FFFFFF"/>
                </a:solidFill>
                <a:latin typeface="Times New Roman"/>
                <a:cs typeface="Times New Roman"/>
              </a:rPr>
              <a:t>	</a:t>
            </a:r>
            <a:r>
              <a:rPr sz="2000" spc="45" dirty="0">
                <a:solidFill>
                  <a:srgbClr val="FFFFFF"/>
                </a:solidFill>
                <a:latin typeface="Times New Roman"/>
                <a:cs typeface="Times New Roman"/>
              </a:rPr>
              <a:t>b</a:t>
            </a:r>
            <a:r>
              <a:rPr sz="2000" spc="40" dirty="0">
                <a:solidFill>
                  <a:srgbClr val="FFFFFF"/>
                </a:solidFill>
                <a:latin typeface="Times New Roman"/>
                <a:cs typeface="Times New Roman"/>
              </a:rPr>
              <a:t>y</a:t>
            </a:r>
            <a:r>
              <a:rPr sz="2000" dirty="0">
                <a:solidFill>
                  <a:srgbClr val="FFFFFF"/>
                </a:solidFill>
                <a:latin typeface="Times New Roman"/>
                <a:cs typeface="Times New Roman"/>
              </a:rPr>
              <a:t>	</a:t>
            </a:r>
            <a:r>
              <a:rPr sz="2000" spc="75" dirty="0">
                <a:solidFill>
                  <a:srgbClr val="FFFFFF"/>
                </a:solidFill>
                <a:latin typeface="Times New Roman"/>
                <a:cs typeface="Times New Roman"/>
              </a:rPr>
              <a:t>conc</a:t>
            </a:r>
            <a:r>
              <a:rPr sz="2000" spc="85" dirty="0">
                <a:solidFill>
                  <a:srgbClr val="FFFFFF"/>
                </a:solidFill>
                <a:latin typeface="Times New Roman"/>
                <a:cs typeface="Times New Roman"/>
              </a:rPr>
              <a:t>urr</a:t>
            </a:r>
            <a:r>
              <a:rPr sz="2000" spc="100" dirty="0">
                <a:solidFill>
                  <a:srgbClr val="FFFFFF"/>
                </a:solidFill>
                <a:latin typeface="Times New Roman"/>
                <a:cs typeface="Times New Roman"/>
              </a:rPr>
              <a:t>e</a:t>
            </a:r>
            <a:r>
              <a:rPr sz="2000" spc="185" dirty="0">
                <a:solidFill>
                  <a:srgbClr val="FFFFFF"/>
                </a:solidFill>
                <a:latin typeface="Times New Roman"/>
                <a:cs typeface="Times New Roman"/>
              </a:rPr>
              <a:t>n</a:t>
            </a:r>
            <a:r>
              <a:rPr sz="2000" spc="114" dirty="0">
                <a:solidFill>
                  <a:srgbClr val="FFFFFF"/>
                </a:solidFill>
                <a:latin typeface="Times New Roman"/>
                <a:cs typeface="Times New Roman"/>
              </a:rPr>
              <a:t>t  </a:t>
            </a:r>
            <a:r>
              <a:rPr sz="2000" spc="70" dirty="0">
                <a:solidFill>
                  <a:srgbClr val="FFFFFF"/>
                </a:solidFill>
                <a:latin typeface="Times New Roman"/>
                <a:cs typeface="Times New Roman"/>
              </a:rPr>
              <a:t>transactions.</a:t>
            </a:r>
            <a:endParaRPr sz="2000">
              <a:latin typeface="Times New Roman"/>
              <a:cs typeface="Times New Roman"/>
            </a:endParaRPr>
          </a:p>
          <a:p>
            <a:pPr marL="626745" indent="-342900">
              <a:lnSpc>
                <a:spcPts val="2010"/>
              </a:lnSpc>
              <a:buFont typeface="Wingdings"/>
              <a:buChar char=""/>
              <a:tabLst>
                <a:tab pos="626745" algn="l"/>
                <a:tab pos="627380" algn="l"/>
              </a:tabLst>
            </a:pPr>
            <a:r>
              <a:rPr sz="2000" spc="-45" dirty="0">
                <a:solidFill>
                  <a:srgbClr val="FFFFFF"/>
                </a:solidFill>
                <a:latin typeface="Times New Roman"/>
                <a:cs typeface="Times New Roman"/>
              </a:rPr>
              <a:t>By</a:t>
            </a:r>
            <a:r>
              <a:rPr sz="2000" spc="-70" dirty="0">
                <a:solidFill>
                  <a:srgbClr val="FFFFFF"/>
                </a:solidFill>
                <a:latin typeface="Times New Roman"/>
                <a:cs typeface="Times New Roman"/>
              </a:rPr>
              <a:t> </a:t>
            </a:r>
            <a:r>
              <a:rPr sz="2000" spc="65" dirty="0">
                <a:solidFill>
                  <a:srgbClr val="FFFFFF"/>
                </a:solidFill>
                <a:latin typeface="Times New Roman"/>
                <a:cs typeface="Times New Roman"/>
              </a:rPr>
              <a:t>using</a:t>
            </a:r>
            <a:r>
              <a:rPr sz="2000" spc="-60" dirty="0">
                <a:solidFill>
                  <a:srgbClr val="FFFFFF"/>
                </a:solidFill>
                <a:latin typeface="Times New Roman"/>
                <a:cs typeface="Times New Roman"/>
              </a:rPr>
              <a:t> </a:t>
            </a:r>
            <a:r>
              <a:rPr sz="2000" spc="105" dirty="0">
                <a:solidFill>
                  <a:srgbClr val="FFFFFF"/>
                </a:solidFill>
                <a:latin typeface="Times New Roman"/>
                <a:cs typeface="Times New Roman"/>
              </a:rPr>
              <a:t>an</a:t>
            </a:r>
            <a:r>
              <a:rPr sz="2000" spc="-65" dirty="0">
                <a:solidFill>
                  <a:srgbClr val="FFFFFF"/>
                </a:solidFill>
                <a:latin typeface="Times New Roman"/>
                <a:cs typeface="Times New Roman"/>
              </a:rPr>
              <a:t> </a:t>
            </a:r>
            <a:r>
              <a:rPr sz="2000" spc="45" dirty="0">
                <a:solidFill>
                  <a:srgbClr val="FFFFFF"/>
                </a:solidFill>
                <a:latin typeface="Times New Roman"/>
                <a:cs typeface="Times New Roman"/>
              </a:rPr>
              <a:t>exclusive</a:t>
            </a:r>
            <a:r>
              <a:rPr sz="2000" spc="-60" dirty="0">
                <a:solidFill>
                  <a:srgbClr val="FFFFFF"/>
                </a:solidFill>
                <a:latin typeface="Times New Roman"/>
                <a:cs typeface="Times New Roman"/>
              </a:rPr>
              <a:t> </a:t>
            </a:r>
            <a:r>
              <a:rPr sz="2000" spc="35" dirty="0">
                <a:solidFill>
                  <a:srgbClr val="FFFFFF"/>
                </a:solidFill>
                <a:latin typeface="Times New Roman"/>
                <a:cs typeface="Times New Roman"/>
              </a:rPr>
              <a:t>lock,</a:t>
            </a:r>
            <a:r>
              <a:rPr sz="2000" spc="-65" dirty="0">
                <a:solidFill>
                  <a:srgbClr val="FFFFFF"/>
                </a:solidFill>
                <a:latin typeface="Times New Roman"/>
                <a:cs typeface="Times New Roman"/>
              </a:rPr>
              <a:t> </a:t>
            </a:r>
            <a:r>
              <a:rPr sz="2000" spc="135" dirty="0">
                <a:solidFill>
                  <a:srgbClr val="FFFFFF"/>
                </a:solidFill>
                <a:latin typeface="Times New Roman"/>
                <a:cs typeface="Times New Roman"/>
              </a:rPr>
              <a:t>no</a:t>
            </a:r>
            <a:r>
              <a:rPr sz="2000" spc="-65" dirty="0">
                <a:solidFill>
                  <a:srgbClr val="FFFFFF"/>
                </a:solidFill>
                <a:latin typeface="Times New Roman"/>
                <a:cs typeface="Times New Roman"/>
              </a:rPr>
              <a:t> </a:t>
            </a:r>
            <a:r>
              <a:rPr sz="2000" spc="105" dirty="0">
                <a:solidFill>
                  <a:srgbClr val="FFFFFF"/>
                </a:solidFill>
                <a:latin typeface="Times New Roman"/>
                <a:cs typeface="Times New Roman"/>
              </a:rPr>
              <a:t>other</a:t>
            </a:r>
            <a:r>
              <a:rPr sz="2000" spc="-55" dirty="0">
                <a:solidFill>
                  <a:srgbClr val="FFFFFF"/>
                </a:solidFill>
                <a:latin typeface="Times New Roman"/>
                <a:cs typeface="Times New Roman"/>
              </a:rPr>
              <a:t> </a:t>
            </a:r>
            <a:r>
              <a:rPr sz="2000" spc="80" dirty="0">
                <a:solidFill>
                  <a:srgbClr val="FFFFFF"/>
                </a:solidFill>
                <a:latin typeface="Times New Roman"/>
                <a:cs typeface="Times New Roman"/>
              </a:rPr>
              <a:t>transaction</a:t>
            </a:r>
            <a:r>
              <a:rPr sz="2000" spc="-60" dirty="0">
                <a:solidFill>
                  <a:srgbClr val="FFFFFF"/>
                </a:solidFill>
                <a:latin typeface="Times New Roman"/>
                <a:cs typeface="Times New Roman"/>
              </a:rPr>
              <a:t> </a:t>
            </a:r>
            <a:r>
              <a:rPr sz="2000" spc="75" dirty="0">
                <a:solidFill>
                  <a:srgbClr val="FFFFFF"/>
                </a:solidFill>
                <a:latin typeface="Times New Roman"/>
                <a:cs typeface="Times New Roman"/>
              </a:rPr>
              <a:t>can</a:t>
            </a:r>
            <a:r>
              <a:rPr sz="2000" spc="-70" dirty="0">
                <a:solidFill>
                  <a:srgbClr val="FFFFFF"/>
                </a:solidFill>
                <a:latin typeface="Times New Roman"/>
                <a:cs typeface="Times New Roman"/>
              </a:rPr>
              <a:t> </a:t>
            </a:r>
            <a:r>
              <a:rPr sz="2000" spc="70" dirty="0">
                <a:solidFill>
                  <a:srgbClr val="FFFFFF"/>
                </a:solidFill>
                <a:latin typeface="Times New Roman"/>
                <a:cs typeface="Times New Roman"/>
              </a:rPr>
              <a:t>change</a:t>
            </a:r>
            <a:r>
              <a:rPr sz="2000" spc="-60" dirty="0">
                <a:solidFill>
                  <a:srgbClr val="FFFFFF"/>
                </a:solidFill>
                <a:latin typeface="Times New Roman"/>
                <a:cs typeface="Times New Roman"/>
              </a:rPr>
              <a:t> </a:t>
            </a:r>
            <a:r>
              <a:rPr sz="2000" spc="80" dirty="0">
                <a:solidFill>
                  <a:srgbClr val="FFFFFF"/>
                </a:solidFill>
                <a:latin typeface="Times New Roman"/>
                <a:cs typeface="Times New Roman"/>
              </a:rPr>
              <a:t>data</a:t>
            </a:r>
            <a:endParaRPr sz="2000">
              <a:latin typeface="Times New Roman"/>
              <a:cs typeface="Times New Roman"/>
            </a:endParaRPr>
          </a:p>
          <a:p>
            <a:pPr marL="626745" marR="5080">
              <a:lnSpc>
                <a:spcPts val="2160"/>
              </a:lnSpc>
              <a:spcBef>
                <a:spcPts val="155"/>
              </a:spcBef>
              <a:tabLst>
                <a:tab pos="1248410" algn="l"/>
                <a:tab pos="1935480" algn="l"/>
                <a:tab pos="3308350" algn="l"/>
                <a:tab pos="3981450" algn="l"/>
                <a:tab pos="4756785" algn="l"/>
                <a:tab pos="5456555" algn="l"/>
                <a:tab pos="6558915" algn="l"/>
                <a:tab pos="7125334" algn="l"/>
              </a:tabLst>
            </a:pPr>
            <a:r>
              <a:rPr sz="2000" spc="110" dirty="0">
                <a:solidFill>
                  <a:srgbClr val="FFFFFF"/>
                </a:solidFill>
                <a:latin typeface="Times New Roman"/>
                <a:cs typeface="Times New Roman"/>
              </a:rPr>
              <a:t>and	</a:t>
            </a:r>
            <a:r>
              <a:rPr sz="2000" spc="80" dirty="0">
                <a:solidFill>
                  <a:srgbClr val="FFFFFF"/>
                </a:solidFill>
                <a:latin typeface="Times New Roman"/>
                <a:cs typeface="Times New Roman"/>
              </a:rPr>
              <a:t>r</a:t>
            </a:r>
            <a:r>
              <a:rPr sz="2000" spc="65" dirty="0">
                <a:solidFill>
                  <a:srgbClr val="FFFFFF"/>
                </a:solidFill>
                <a:latin typeface="Times New Roman"/>
                <a:cs typeface="Times New Roman"/>
              </a:rPr>
              <a:t>ead	</a:t>
            </a:r>
            <a:r>
              <a:rPr sz="2000" spc="100" dirty="0">
                <a:solidFill>
                  <a:srgbClr val="FFFFFF"/>
                </a:solidFill>
                <a:latin typeface="Times New Roman"/>
                <a:cs typeface="Times New Roman"/>
              </a:rPr>
              <a:t>o</a:t>
            </a:r>
            <a:r>
              <a:rPr sz="2000" spc="110" dirty="0">
                <a:solidFill>
                  <a:srgbClr val="FFFFFF"/>
                </a:solidFill>
                <a:latin typeface="Times New Roman"/>
                <a:cs typeface="Times New Roman"/>
              </a:rPr>
              <a:t>p</a:t>
            </a:r>
            <a:r>
              <a:rPr sz="2000" spc="60" dirty="0">
                <a:solidFill>
                  <a:srgbClr val="FFFFFF"/>
                </a:solidFill>
                <a:latin typeface="Times New Roman"/>
                <a:cs typeface="Times New Roman"/>
              </a:rPr>
              <a:t>erat</a:t>
            </a:r>
            <a:r>
              <a:rPr sz="2000" spc="55" dirty="0">
                <a:solidFill>
                  <a:srgbClr val="FFFFFF"/>
                </a:solidFill>
                <a:latin typeface="Times New Roman"/>
                <a:cs typeface="Times New Roman"/>
              </a:rPr>
              <a:t>i</a:t>
            </a:r>
            <a:r>
              <a:rPr sz="2000" spc="135" dirty="0">
                <a:solidFill>
                  <a:srgbClr val="FFFFFF"/>
                </a:solidFill>
                <a:latin typeface="Times New Roman"/>
                <a:cs typeface="Times New Roman"/>
              </a:rPr>
              <a:t>on</a:t>
            </a:r>
            <a:r>
              <a:rPr sz="2000" spc="5" dirty="0">
                <a:solidFill>
                  <a:srgbClr val="FFFFFF"/>
                </a:solidFill>
                <a:latin typeface="Times New Roman"/>
                <a:cs typeface="Times New Roman"/>
              </a:rPr>
              <a:t>s</a:t>
            </a:r>
            <a:r>
              <a:rPr sz="2000" dirty="0">
                <a:solidFill>
                  <a:srgbClr val="FFFFFF"/>
                </a:solidFill>
                <a:latin typeface="Times New Roman"/>
                <a:cs typeface="Times New Roman"/>
              </a:rPr>
              <a:t>	</a:t>
            </a:r>
            <a:r>
              <a:rPr sz="2000" spc="60" dirty="0">
                <a:solidFill>
                  <a:srgbClr val="FFFFFF"/>
                </a:solidFill>
                <a:latin typeface="Times New Roman"/>
                <a:cs typeface="Times New Roman"/>
              </a:rPr>
              <a:t>t</a:t>
            </a:r>
            <a:r>
              <a:rPr sz="2000" spc="100" dirty="0">
                <a:solidFill>
                  <a:srgbClr val="FFFFFF"/>
                </a:solidFill>
                <a:latin typeface="Times New Roman"/>
                <a:cs typeface="Times New Roman"/>
              </a:rPr>
              <a:t>a</a:t>
            </a:r>
            <a:r>
              <a:rPr sz="2000" spc="65" dirty="0">
                <a:solidFill>
                  <a:srgbClr val="FFFFFF"/>
                </a:solidFill>
                <a:latin typeface="Times New Roman"/>
                <a:cs typeface="Times New Roman"/>
              </a:rPr>
              <a:t>ke</a:t>
            </a:r>
            <a:r>
              <a:rPr sz="2000" dirty="0">
                <a:solidFill>
                  <a:srgbClr val="FFFFFF"/>
                </a:solidFill>
                <a:latin typeface="Times New Roman"/>
                <a:cs typeface="Times New Roman"/>
              </a:rPr>
              <a:t>	</a:t>
            </a:r>
            <a:r>
              <a:rPr sz="2000" spc="110" dirty="0">
                <a:solidFill>
                  <a:srgbClr val="FFFFFF"/>
                </a:solidFill>
                <a:latin typeface="Times New Roman"/>
                <a:cs typeface="Times New Roman"/>
              </a:rPr>
              <a:t>p</a:t>
            </a:r>
            <a:r>
              <a:rPr sz="2000" dirty="0">
                <a:solidFill>
                  <a:srgbClr val="FFFFFF"/>
                </a:solidFill>
                <a:latin typeface="Times New Roman"/>
                <a:cs typeface="Times New Roman"/>
              </a:rPr>
              <a:t>l</a:t>
            </a:r>
            <a:r>
              <a:rPr sz="2000" spc="30" dirty="0">
                <a:solidFill>
                  <a:srgbClr val="FFFFFF"/>
                </a:solidFill>
                <a:latin typeface="Times New Roman"/>
                <a:cs typeface="Times New Roman"/>
              </a:rPr>
              <a:t>ace</a:t>
            </a:r>
            <a:r>
              <a:rPr sz="2000" dirty="0">
                <a:solidFill>
                  <a:srgbClr val="FFFFFF"/>
                </a:solidFill>
                <a:latin typeface="Times New Roman"/>
                <a:cs typeface="Times New Roman"/>
              </a:rPr>
              <a:t>	</a:t>
            </a:r>
            <a:r>
              <a:rPr sz="2000" spc="135" dirty="0">
                <a:solidFill>
                  <a:srgbClr val="FFFFFF"/>
                </a:solidFill>
                <a:latin typeface="Times New Roman"/>
                <a:cs typeface="Times New Roman"/>
              </a:rPr>
              <a:t>o</a:t>
            </a:r>
            <a:r>
              <a:rPr sz="2000" spc="145" dirty="0">
                <a:solidFill>
                  <a:srgbClr val="FFFFFF"/>
                </a:solidFill>
                <a:latin typeface="Times New Roman"/>
                <a:cs typeface="Times New Roman"/>
              </a:rPr>
              <a:t>n</a:t>
            </a:r>
            <a:r>
              <a:rPr sz="2000" spc="-5" dirty="0">
                <a:solidFill>
                  <a:srgbClr val="FFFFFF"/>
                </a:solidFill>
                <a:latin typeface="Times New Roman"/>
                <a:cs typeface="Times New Roman"/>
              </a:rPr>
              <a:t>ly</a:t>
            </a:r>
            <a:r>
              <a:rPr sz="2000" dirty="0">
                <a:solidFill>
                  <a:srgbClr val="FFFFFF"/>
                </a:solidFill>
                <a:latin typeface="Times New Roman"/>
                <a:cs typeface="Times New Roman"/>
              </a:rPr>
              <a:t>	</a:t>
            </a:r>
            <a:r>
              <a:rPr sz="2000" spc="125" dirty="0">
                <a:solidFill>
                  <a:srgbClr val="FFFFFF"/>
                </a:solidFill>
                <a:latin typeface="Times New Roman"/>
                <a:cs typeface="Times New Roman"/>
              </a:rPr>
              <a:t>t</a:t>
            </a:r>
            <a:r>
              <a:rPr sz="2000" spc="90" dirty="0">
                <a:solidFill>
                  <a:srgbClr val="FFFFFF"/>
                </a:solidFill>
                <a:latin typeface="Times New Roman"/>
                <a:cs typeface="Times New Roman"/>
              </a:rPr>
              <a:t>hrou</a:t>
            </a:r>
            <a:r>
              <a:rPr sz="2000" spc="105" dirty="0">
                <a:solidFill>
                  <a:srgbClr val="FFFFFF"/>
                </a:solidFill>
                <a:latin typeface="Times New Roman"/>
                <a:cs typeface="Times New Roman"/>
              </a:rPr>
              <a:t>g</a:t>
            </a:r>
            <a:r>
              <a:rPr sz="2000" spc="170" dirty="0">
                <a:solidFill>
                  <a:srgbClr val="FFFFFF"/>
                </a:solidFill>
                <a:latin typeface="Times New Roman"/>
                <a:cs typeface="Times New Roman"/>
              </a:rPr>
              <a:t>h</a:t>
            </a:r>
            <a:r>
              <a:rPr sz="200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dirty="0">
                <a:solidFill>
                  <a:srgbClr val="FFFFFF"/>
                </a:solidFill>
                <a:latin typeface="Times New Roman"/>
                <a:cs typeface="Times New Roman"/>
              </a:rPr>
              <a:t>	</a:t>
            </a:r>
            <a:r>
              <a:rPr sz="2000" spc="50" dirty="0">
                <a:solidFill>
                  <a:srgbClr val="FFFFFF"/>
                </a:solidFill>
                <a:latin typeface="Times New Roman"/>
                <a:cs typeface="Times New Roman"/>
              </a:rPr>
              <a:t>re</a:t>
            </a:r>
            <a:r>
              <a:rPr sz="2000" spc="60" dirty="0">
                <a:solidFill>
                  <a:srgbClr val="FFFFFF"/>
                </a:solidFill>
                <a:latin typeface="Times New Roman"/>
                <a:cs typeface="Times New Roman"/>
              </a:rPr>
              <a:t>a</a:t>
            </a:r>
            <a:r>
              <a:rPr sz="2000" spc="85" dirty="0">
                <a:solidFill>
                  <a:srgbClr val="FFFFFF"/>
                </a:solidFill>
                <a:latin typeface="Times New Roman"/>
                <a:cs typeface="Times New Roman"/>
              </a:rPr>
              <a:t>d  </a:t>
            </a:r>
            <a:r>
              <a:rPr sz="2000" spc="95" dirty="0">
                <a:solidFill>
                  <a:srgbClr val="FFFFFF"/>
                </a:solidFill>
                <a:latin typeface="Times New Roman"/>
                <a:cs typeface="Times New Roman"/>
              </a:rPr>
              <a:t>uncommitted</a:t>
            </a:r>
            <a:r>
              <a:rPr sz="2000" spc="-70" dirty="0">
                <a:solidFill>
                  <a:srgbClr val="FFFFFF"/>
                </a:solidFill>
                <a:latin typeface="Times New Roman"/>
                <a:cs typeface="Times New Roman"/>
              </a:rPr>
              <a:t> </a:t>
            </a:r>
            <a:r>
              <a:rPr sz="2000" spc="60" dirty="0">
                <a:solidFill>
                  <a:srgbClr val="FFFFFF"/>
                </a:solidFill>
                <a:latin typeface="Times New Roman"/>
                <a:cs typeface="Times New Roman"/>
              </a:rPr>
              <a:t>isolation</a:t>
            </a:r>
            <a:r>
              <a:rPr sz="2000" spc="-55" dirty="0">
                <a:solidFill>
                  <a:srgbClr val="FFFFFF"/>
                </a:solidFill>
                <a:latin typeface="Times New Roman"/>
                <a:cs typeface="Times New Roman"/>
              </a:rPr>
              <a:t> </a:t>
            </a:r>
            <a:r>
              <a:rPr sz="2000" spc="25" dirty="0">
                <a:solidFill>
                  <a:srgbClr val="FFFFFF"/>
                </a:solidFill>
                <a:latin typeface="Times New Roman"/>
                <a:cs typeface="Times New Roman"/>
              </a:rPr>
              <a:t>level</a:t>
            </a:r>
            <a:r>
              <a:rPr sz="2000" spc="-50" dirty="0">
                <a:solidFill>
                  <a:srgbClr val="FFFFFF"/>
                </a:solidFill>
                <a:latin typeface="Times New Roman"/>
                <a:cs typeface="Times New Roman"/>
              </a:rPr>
              <a:t> </a:t>
            </a:r>
            <a:r>
              <a:rPr sz="2000" spc="85" dirty="0">
                <a:solidFill>
                  <a:srgbClr val="FFFFFF"/>
                </a:solidFill>
                <a:latin typeface="Times New Roman"/>
                <a:cs typeface="Times New Roman"/>
              </a:rPr>
              <a:t>or</a:t>
            </a:r>
            <a:r>
              <a:rPr sz="2000" spc="-70" dirty="0">
                <a:solidFill>
                  <a:srgbClr val="FFFFFF"/>
                </a:solidFill>
                <a:latin typeface="Times New Roman"/>
                <a:cs typeface="Times New Roman"/>
              </a:rPr>
              <a:t> </a:t>
            </a:r>
            <a:r>
              <a:rPr sz="2000" spc="155" dirty="0">
                <a:solidFill>
                  <a:srgbClr val="FFFFFF"/>
                </a:solidFill>
                <a:latin typeface="Times New Roman"/>
                <a:cs typeface="Times New Roman"/>
              </a:rPr>
              <a:t>NOLOCK</a:t>
            </a:r>
            <a:r>
              <a:rPr sz="2000" spc="-75" dirty="0">
                <a:solidFill>
                  <a:srgbClr val="FFFFFF"/>
                </a:solidFill>
                <a:latin typeface="Times New Roman"/>
                <a:cs typeface="Times New Roman"/>
              </a:rPr>
              <a:t> </a:t>
            </a:r>
            <a:r>
              <a:rPr sz="2000" spc="95" dirty="0">
                <a:solidFill>
                  <a:srgbClr val="FFFFFF"/>
                </a:solidFill>
                <a:latin typeface="Times New Roman"/>
                <a:cs typeface="Times New Roman"/>
              </a:rPr>
              <a:t>hint.</a:t>
            </a:r>
            <a:endParaRPr sz="2000">
              <a:latin typeface="Times New Roman"/>
              <a:cs typeface="Times New Roman"/>
            </a:endParaRPr>
          </a:p>
          <a:p>
            <a:pPr marL="626745" marR="5715" indent="-342900">
              <a:lnSpc>
                <a:spcPts val="2160"/>
              </a:lnSpc>
              <a:buFont typeface="Wingdings"/>
              <a:buChar char=""/>
              <a:tabLst>
                <a:tab pos="626745" algn="l"/>
                <a:tab pos="627380" algn="l"/>
                <a:tab pos="1343660" algn="l"/>
                <a:tab pos="2651760" algn="l"/>
                <a:tab pos="3291840" algn="l"/>
                <a:tab pos="3638550" algn="l"/>
                <a:tab pos="4782185" algn="l"/>
                <a:tab pos="5969635" algn="l"/>
                <a:tab pos="6510655" algn="l"/>
              </a:tabLst>
            </a:pPr>
            <a:r>
              <a:rPr lang="en-US" sz="2000" spc="55">
                <a:solidFill>
                  <a:srgbClr val="FFFFFF"/>
                </a:solidFill>
                <a:latin typeface="Times New Roman"/>
                <a:cs typeface="Times New Roman"/>
              </a:rPr>
              <a:t>DML statements usually request both exclusive and shared locks</a:t>
            </a:r>
            <a:r>
              <a:rPr sz="2000" spc="70">
                <a:solidFill>
                  <a:srgbClr val="FFFFFF"/>
                </a:solidFill>
                <a:latin typeface="Times New Roman"/>
                <a:cs typeface="Times New Roman"/>
              </a:rPr>
              <a:t>.</a:t>
            </a:r>
            <a:endParaRPr sz="20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20</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grpSp>
        <p:nvGrpSpPr>
          <p:cNvPr id="10" name="Group 9">
            <a:extLst>
              <a:ext uri="{FF2B5EF4-FFF2-40B4-BE49-F238E27FC236}">
                <a16:creationId xmlns:a16="http://schemas.microsoft.com/office/drawing/2014/main" id="{DD3AF29B-B20C-4C8D-9846-1454FAB79615}"/>
              </a:ext>
            </a:extLst>
          </p:cNvPr>
          <p:cNvGrpSpPr/>
          <p:nvPr/>
        </p:nvGrpSpPr>
        <p:grpSpPr>
          <a:xfrm>
            <a:off x="411986" y="1150350"/>
            <a:ext cx="8274939" cy="2006550"/>
            <a:chOff x="0" y="3007755"/>
            <a:chExt cx="7315200" cy="2006550"/>
          </a:xfrm>
        </p:grpSpPr>
        <p:sp>
          <p:nvSpPr>
            <p:cNvPr id="11" name="Rectangle 10">
              <a:extLst>
                <a:ext uri="{FF2B5EF4-FFF2-40B4-BE49-F238E27FC236}">
                  <a16:creationId xmlns:a16="http://schemas.microsoft.com/office/drawing/2014/main" id="{E6F5DE23-0AF3-4BD6-89E5-4EBAB47DC0B9}"/>
                </a:ext>
              </a:extLst>
            </p:cNvPr>
            <p:cNvSpPr/>
            <p:nvPr/>
          </p:nvSpPr>
          <p:spPr>
            <a:xfrm>
              <a:off x="0" y="3007755"/>
              <a:ext cx="7315200" cy="2006550"/>
            </a:xfrm>
            <a:prstGeom prst="rect">
              <a:avLst/>
            </a:prstGeom>
            <a:solidFill>
              <a:schemeClr val="lt1">
                <a:hueOff val="0"/>
                <a:satOff val="0"/>
                <a:lumOff val="0"/>
                <a:alpha val="0"/>
              </a:schemeClr>
            </a:solidFill>
          </p:spPr>
          <p:style>
            <a:lnRef idx="1">
              <a:schemeClr val="accent3">
                <a:hueOff val="11250264"/>
                <a:satOff val="-16880"/>
                <a:lumOff val="-2745"/>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sp>
        <p:sp>
          <p:nvSpPr>
            <p:cNvPr id="12" name="TextBox 11">
              <a:extLst>
                <a:ext uri="{FF2B5EF4-FFF2-40B4-BE49-F238E27FC236}">
                  <a16:creationId xmlns:a16="http://schemas.microsoft.com/office/drawing/2014/main" id="{9DAE9843-3F12-4798-AD01-D9FB5E1B9721}"/>
                </a:ext>
              </a:extLst>
            </p:cNvPr>
            <p:cNvSpPr txBox="1"/>
            <p:nvPr/>
          </p:nvSpPr>
          <p:spPr>
            <a:xfrm>
              <a:off x="0" y="3007755"/>
              <a:ext cx="7315200" cy="200655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67741" tIns="270764" rIns="567741"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latin typeface="Calibri" pitchFamily="34" charset="0"/>
                  <a:cs typeface="Calibri" pitchFamily="34" charset="0"/>
                </a:rPr>
                <a:t>Allow </a:t>
              </a:r>
              <a:r>
                <a:rPr lang="en-US" sz="1800" kern="1200" dirty="0">
                  <a:latin typeface="Calibri" pitchFamily="34" charset="0"/>
                  <a:cs typeface="Calibri" pitchFamily="34" charset="0"/>
                </a:rPr>
                <a:t>parallel transactions to read a resource under pessimistic concurrency control</a:t>
              </a:r>
            </a:p>
            <a:p>
              <a:pPr marL="171450" lvl="1" indent="-171450" algn="l" defTabSz="800100">
                <a:lnSpc>
                  <a:spcPct val="90000"/>
                </a:lnSpc>
                <a:spcBef>
                  <a:spcPct val="0"/>
                </a:spcBef>
                <a:spcAft>
                  <a:spcPct val="15000"/>
                </a:spcAft>
                <a:buChar char="•"/>
              </a:pPr>
              <a:r>
                <a:rPr lang="en-US" sz="1800" kern="1200" dirty="0">
                  <a:latin typeface="Calibri" pitchFamily="34" charset="0"/>
                  <a:cs typeface="Calibri" pitchFamily="34" charset="0"/>
                </a:rPr>
                <a:t>Transactions can change the data while shared locks exist on the resource</a:t>
              </a:r>
            </a:p>
            <a:p>
              <a:pPr marL="171450" lvl="1" indent="-171450" algn="l" defTabSz="800100">
                <a:lnSpc>
                  <a:spcPct val="90000"/>
                </a:lnSpc>
                <a:spcBef>
                  <a:spcPct val="0"/>
                </a:spcBef>
                <a:spcAft>
                  <a:spcPct val="15000"/>
                </a:spcAft>
                <a:buChar char="•"/>
              </a:pPr>
              <a:r>
                <a:rPr lang="en-US" sz="1800" kern="1200" dirty="0">
                  <a:latin typeface="Calibri" pitchFamily="34" charset="0"/>
                  <a:cs typeface="Calibri" pitchFamily="34" charset="0"/>
                </a:rPr>
                <a:t>Shared locks are released on a resource once the read operation is completed</a:t>
              </a:r>
            </a:p>
          </p:txBody>
        </p:sp>
      </p:grpSp>
      <p:grpSp>
        <p:nvGrpSpPr>
          <p:cNvPr id="13" name="Group 12">
            <a:extLst>
              <a:ext uri="{FF2B5EF4-FFF2-40B4-BE49-F238E27FC236}">
                <a16:creationId xmlns:a16="http://schemas.microsoft.com/office/drawing/2014/main" id="{E712AA14-660E-476B-A5BC-2BB26B06ACCD}"/>
              </a:ext>
            </a:extLst>
          </p:cNvPr>
          <p:cNvGrpSpPr/>
          <p:nvPr/>
        </p:nvGrpSpPr>
        <p:grpSpPr>
          <a:xfrm>
            <a:off x="609600" y="914400"/>
            <a:ext cx="5120640" cy="383760"/>
            <a:chOff x="365760" y="2815875"/>
            <a:chExt cx="5120640" cy="383760"/>
          </a:xfrm>
        </p:grpSpPr>
        <p:sp>
          <p:nvSpPr>
            <p:cNvPr id="14" name="Rectangle: Rounded Corners 13">
              <a:extLst>
                <a:ext uri="{FF2B5EF4-FFF2-40B4-BE49-F238E27FC236}">
                  <a16:creationId xmlns:a16="http://schemas.microsoft.com/office/drawing/2014/main" id="{42BADD4D-D168-4B60-AEE0-9F0FC58CE8AF}"/>
                </a:ext>
              </a:extLst>
            </p:cNvPr>
            <p:cNvSpPr/>
            <p:nvPr/>
          </p:nvSpPr>
          <p:spPr>
            <a:xfrm>
              <a:off x="365760" y="2815875"/>
              <a:ext cx="5120640" cy="383760"/>
            </a:xfrm>
            <a:prstGeom prst="roundRect">
              <a:avLst/>
            </a:prstGeom>
          </p:spPr>
          <p:style>
            <a:lnRef idx="0">
              <a:schemeClr val="lt1">
                <a:hueOff val="0"/>
                <a:satOff val="0"/>
                <a:lumOff val="0"/>
                <a:alphaOff val="0"/>
              </a:schemeClr>
            </a:lnRef>
            <a:fillRef idx="3">
              <a:schemeClr val="accent3">
                <a:hueOff val="11250264"/>
                <a:satOff val="-16880"/>
                <a:lumOff val="-2745"/>
                <a:alphaOff val="0"/>
              </a:schemeClr>
            </a:fillRef>
            <a:effectRef idx="3">
              <a:schemeClr val="accent3">
                <a:hueOff val="11250264"/>
                <a:satOff val="-16880"/>
                <a:lumOff val="-2745"/>
                <a:alphaOff val="0"/>
              </a:schemeClr>
            </a:effectRef>
            <a:fontRef idx="minor">
              <a:schemeClr val="lt1"/>
            </a:fontRef>
          </p:style>
        </p:sp>
        <p:sp>
          <p:nvSpPr>
            <p:cNvPr id="15" name="Rectangle: Rounded Corners 4">
              <a:extLst>
                <a:ext uri="{FF2B5EF4-FFF2-40B4-BE49-F238E27FC236}">
                  <a16:creationId xmlns:a16="http://schemas.microsoft.com/office/drawing/2014/main" id="{C2066D03-02A3-40F0-ABC0-766D57B63BEF}"/>
                </a:ext>
              </a:extLst>
            </p:cNvPr>
            <p:cNvSpPr txBox="1"/>
            <p:nvPr/>
          </p:nvSpPr>
          <p:spPr>
            <a:xfrm>
              <a:off x="384494" y="2834609"/>
              <a:ext cx="5083172" cy="3462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3548" tIns="0" rIns="193548" bIns="0" numCol="1" spcCol="1270" anchor="ctr" anchorCtr="0">
              <a:noAutofit/>
            </a:bodyPr>
            <a:lstStyle/>
            <a:p>
              <a:pPr marL="0" lvl="0" indent="0" algn="l" defTabSz="889000">
                <a:lnSpc>
                  <a:spcPct val="90000"/>
                </a:lnSpc>
                <a:spcBef>
                  <a:spcPct val="0"/>
                </a:spcBef>
                <a:spcAft>
                  <a:spcPct val="35000"/>
                </a:spcAft>
                <a:buNone/>
              </a:pPr>
              <a:r>
                <a:rPr lang="en-US" sz="2000" b="1" kern="1200" dirty="0">
                  <a:latin typeface="Calibri" pitchFamily="34" charset="0"/>
                  <a:cs typeface="Calibri" pitchFamily="34" charset="0"/>
                </a:rPr>
                <a:t>Shared Locks</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9816" y="0"/>
            <a:ext cx="8533130" cy="635635"/>
          </a:xfrm>
          <a:prstGeom prst="rect">
            <a:avLst/>
          </a:prstGeom>
        </p:spPr>
        <p:txBody>
          <a:bodyPr vert="horz" wrap="square" lIns="0" tIns="12700" rIns="0" bIns="0" rtlCol="0">
            <a:spAutoFit/>
          </a:bodyPr>
          <a:lstStyle/>
          <a:p>
            <a:pPr marL="12700">
              <a:lnSpc>
                <a:spcPct val="100000"/>
              </a:lnSpc>
              <a:spcBef>
                <a:spcPts val="100"/>
              </a:spcBef>
            </a:pPr>
            <a:r>
              <a:rPr sz="4000" spc="135" dirty="0"/>
              <a:t>Scope</a:t>
            </a:r>
            <a:r>
              <a:rPr sz="4000" spc="-155" dirty="0"/>
              <a:t> </a:t>
            </a:r>
            <a:r>
              <a:rPr sz="4000" spc="229" dirty="0"/>
              <a:t>and</a:t>
            </a:r>
            <a:r>
              <a:rPr sz="4000" spc="-150" dirty="0"/>
              <a:t> </a:t>
            </a:r>
            <a:r>
              <a:rPr sz="4000" spc="150" dirty="0"/>
              <a:t>Different</a:t>
            </a:r>
            <a:r>
              <a:rPr sz="4000" spc="-180" dirty="0"/>
              <a:t> </a:t>
            </a:r>
            <a:r>
              <a:rPr sz="4000" spc="135" dirty="0"/>
              <a:t>Types</a:t>
            </a:r>
            <a:r>
              <a:rPr sz="4000" spc="-155" dirty="0"/>
              <a:t> </a:t>
            </a:r>
            <a:r>
              <a:rPr sz="4000" spc="114" dirty="0"/>
              <a:t>of</a:t>
            </a:r>
            <a:r>
              <a:rPr sz="4000" spc="-160" dirty="0"/>
              <a:t> </a:t>
            </a:r>
            <a:r>
              <a:rPr sz="4000" spc="75" dirty="0"/>
              <a:t>Locks</a:t>
            </a:r>
            <a:r>
              <a:rPr sz="4000" spc="-150" dirty="0"/>
              <a:t> </a:t>
            </a:r>
            <a:r>
              <a:rPr sz="4000" spc="-200" dirty="0"/>
              <a:t>4-5</a:t>
            </a:r>
            <a:endParaRPr sz="4000"/>
          </a:p>
        </p:txBody>
      </p:sp>
      <p:sp>
        <p:nvSpPr>
          <p:cNvPr id="3" name="object 3"/>
          <p:cNvSpPr/>
          <p:nvPr/>
        </p:nvSpPr>
        <p:spPr>
          <a:xfrm>
            <a:off x="480822" y="1397507"/>
            <a:ext cx="8141970" cy="1152525"/>
          </a:xfrm>
          <a:custGeom>
            <a:avLst/>
            <a:gdLst/>
            <a:ahLst/>
            <a:cxnLst/>
            <a:rect l="l" t="t" r="r" b="b"/>
            <a:pathLst>
              <a:path w="8141970" h="1152525">
                <a:moveTo>
                  <a:pt x="8141970" y="192024"/>
                </a:moveTo>
                <a:lnTo>
                  <a:pt x="8136890" y="148005"/>
                </a:lnTo>
                <a:lnTo>
                  <a:pt x="8122450" y="107581"/>
                </a:lnTo>
                <a:lnTo>
                  <a:pt x="8099780" y="71932"/>
                </a:lnTo>
                <a:lnTo>
                  <a:pt x="8070037" y="42189"/>
                </a:lnTo>
                <a:lnTo>
                  <a:pt x="8034388" y="19519"/>
                </a:lnTo>
                <a:lnTo>
                  <a:pt x="7993964" y="5080"/>
                </a:lnTo>
                <a:lnTo>
                  <a:pt x="7949946" y="0"/>
                </a:lnTo>
                <a:lnTo>
                  <a:pt x="192024" y="0"/>
                </a:lnTo>
                <a:lnTo>
                  <a:pt x="147993" y="5080"/>
                </a:lnTo>
                <a:lnTo>
                  <a:pt x="107569" y="19519"/>
                </a:lnTo>
                <a:lnTo>
                  <a:pt x="71920" y="42189"/>
                </a:lnTo>
                <a:lnTo>
                  <a:pt x="42176" y="71932"/>
                </a:lnTo>
                <a:lnTo>
                  <a:pt x="19507" y="107581"/>
                </a:lnTo>
                <a:lnTo>
                  <a:pt x="5067" y="148005"/>
                </a:lnTo>
                <a:lnTo>
                  <a:pt x="0" y="192024"/>
                </a:lnTo>
                <a:lnTo>
                  <a:pt x="0" y="960120"/>
                </a:lnTo>
                <a:lnTo>
                  <a:pt x="5067" y="1004150"/>
                </a:lnTo>
                <a:lnTo>
                  <a:pt x="19507" y="1044575"/>
                </a:lnTo>
                <a:lnTo>
                  <a:pt x="42176" y="1080223"/>
                </a:lnTo>
                <a:lnTo>
                  <a:pt x="71920" y="1109967"/>
                </a:lnTo>
                <a:lnTo>
                  <a:pt x="107569" y="1132636"/>
                </a:lnTo>
                <a:lnTo>
                  <a:pt x="147993" y="1147076"/>
                </a:lnTo>
                <a:lnTo>
                  <a:pt x="192024" y="1152144"/>
                </a:lnTo>
                <a:lnTo>
                  <a:pt x="7949946" y="1152144"/>
                </a:lnTo>
                <a:lnTo>
                  <a:pt x="7993964" y="1147076"/>
                </a:lnTo>
                <a:lnTo>
                  <a:pt x="8034388" y="1132636"/>
                </a:lnTo>
                <a:lnTo>
                  <a:pt x="8070037" y="1109967"/>
                </a:lnTo>
                <a:lnTo>
                  <a:pt x="8099780" y="1080223"/>
                </a:lnTo>
                <a:lnTo>
                  <a:pt x="8122450" y="1044575"/>
                </a:lnTo>
                <a:lnTo>
                  <a:pt x="8136890" y="1004150"/>
                </a:lnTo>
                <a:lnTo>
                  <a:pt x="8141970" y="960120"/>
                </a:lnTo>
                <a:lnTo>
                  <a:pt x="8141970" y="192024"/>
                </a:lnTo>
                <a:close/>
              </a:path>
            </a:pathLst>
          </a:custGeom>
          <a:solidFill>
            <a:srgbClr val="30859C"/>
          </a:solidFill>
        </p:spPr>
        <p:txBody>
          <a:bodyPr wrap="square" lIns="0" tIns="0" rIns="0" bIns="0" rtlCol="0"/>
          <a:lstStyle/>
          <a:p>
            <a:endParaRPr/>
          </a:p>
        </p:txBody>
      </p:sp>
      <p:sp>
        <p:nvSpPr>
          <p:cNvPr id="4" name="object 4"/>
          <p:cNvSpPr txBox="1"/>
          <p:nvPr/>
        </p:nvSpPr>
        <p:spPr>
          <a:xfrm>
            <a:off x="559816" y="789085"/>
            <a:ext cx="7663815" cy="1652905"/>
          </a:xfrm>
          <a:prstGeom prst="rect">
            <a:avLst/>
          </a:prstGeom>
        </p:spPr>
        <p:txBody>
          <a:bodyPr vert="horz" wrap="square" lIns="0" tIns="173990" rIns="0" bIns="0" rtlCol="0">
            <a:spAutoFit/>
          </a:bodyPr>
          <a:lstStyle/>
          <a:p>
            <a:pPr marL="12700">
              <a:lnSpc>
                <a:spcPct val="100000"/>
              </a:lnSpc>
              <a:spcBef>
                <a:spcPts val="1370"/>
              </a:spcBef>
            </a:pPr>
            <a:r>
              <a:rPr sz="2000" b="1" spc="-35" dirty="0">
                <a:latin typeface="Arial"/>
                <a:cs typeface="Arial"/>
              </a:rPr>
              <a:t>Intent</a:t>
            </a:r>
            <a:r>
              <a:rPr sz="2000" b="1" spc="-155" dirty="0">
                <a:latin typeface="Arial"/>
                <a:cs typeface="Arial"/>
              </a:rPr>
              <a:t> Locks</a:t>
            </a:r>
            <a:endParaRPr sz="2000">
              <a:latin typeface="Arial"/>
              <a:cs typeface="Arial"/>
            </a:endParaRPr>
          </a:p>
          <a:p>
            <a:pPr marL="676910" marR="5080" indent="-342900">
              <a:lnSpc>
                <a:spcPts val="1939"/>
              </a:lnSpc>
              <a:spcBef>
                <a:spcPts val="1395"/>
              </a:spcBef>
              <a:buFont typeface="Wingdings"/>
              <a:buChar char=""/>
              <a:tabLst>
                <a:tab pos="676275" algn="l"/>
                <a:tab pos="676910" algn="l"/>
              </a:tabLst>
            </a:pPr>
            <a:r>
              <a:rPr sz="1800" spc="125" dirty="0">
                <a:solidFill>
                  <a:srgbClr val="FFFFFF"/>
                </a:solidFill>
                <a:latin typeface="Times New Roman"/>
                <a:cs typeface="Times New Roman"/>
              </a:rPr>
              <a:t>To </a:t>
            </a:r>
            <a:r>
              <a:rPr sz="1800" spc="80" dirty="0">
                <a:solidFill>
                  <a:srgbClr val="FFFFFF"/>
                </a:solidFill>
                <a:latin typeface="Times New Roman"/>
                <a:cs typeface="Times New Roman"/>
              </a:rPr>
              <a:t>prevent </a:t>
            </a:r>
            <a:r>
              <a:rPr sz="1800" spc="90" dirty="0">
                <a:solidFill>
                  <a:srgbClr val="FFFFFF"/>
                </a:solidFill>
                <a:latin typeface="Times New Roman"/>
                <a:cs typeface="Times New Roman"/>
              </a:rPr>
              <a:t>other </a:t>
            </a:r>
            <a:r>
              <a:rPr sz="1800" spc="65" dirty="0">
                <a:solidFill>
                  <a:srgbClr val="FFFFFF"/>
                </a:solidFill>
                <a:latin typeface="Times New Roman"/>
                <a:cs typeface="Times New Roman"/>
              </a:rPr>
              <a:t>transactions from </a:t>
            </a:r>
            <a:r>
              <a:rPr sz="1800" spc="60" dirty="0">
                <a:solidFill>
                  <a:srgbClr val="FFFFFF"/>
                </a:solidFill>
                <a:latin typeface="Times New Roman"/>
                <a:cs typeface="Times New Roman"/>
              </a:rPr>
              <a:t>changing </a:t>
            </a:r>
            <a:r>
              <a:rPr sz="1800" spc="100" dirty="0">
                <a:solidFill>
                  <a:srgbClr val="FFFFFF"/>
                </a:solidFill>
                <a:latin typeface="Times New Roman"/>
                <a:cs typeface="Times New Roman"/>
              </a:rPr>
              <a:t>the </a:t>
            </a:r>
            <a:r>
              <a:rPr sz="1800" spc="45" dirty="0">
                <a:solidFill>
                  <a:srgbClr val="FFFFFF"/>
                </a:solidFill>
                <a:latin typeface="Times New Roman"/>
                <a:cs typeface="Times New Roman"/>
              </a:rPr>
              <a:t>higher-level</a:t>
            </a:r>
            <a:r>
              <a:rPr sz="1800" spc="-250" dirty="0">
                <a:solidFill>
                  <a:srgbClr val="FFFFFF"/>
                </a:solidFill>
                <a:latin typeface="Times New Roman"/>
                <a:cs typeface="Times New Roman"/>
              </a:rPr>
              <a:t> </a:t>
            </a:r>
            <a:r>
              <a:rPr sz="1800" spc="55" dirty="0">
                <a:solidFill>
                  <a:srgbClr val="FFFFFF"/>
                </a:solidFill>
                <a:latin typeface="Times New Roman"/>
                <a:cs typeface="Times New Roman"/>
              </a:rPr>
              <a:t>resource  </a:t>
            </a:r>
            <a:r>
              <a:rPr sz="1800" spc="85" dirty="0">
                <a:solidFill>
                  <a:srgbClr val="FFFFFF"/>
                </a:solidFill>
                <a:latin typeface="Times New Roman"/>
                <a:cs typeface="Times New Roman"/>
              </a:rPr>
              <a:t>in</a:t>
            </a:r>
            <a:r>
              <a:rPr sz="1800" spc="-65"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70" dirty="0">
                <a:solidFill>
                  <a:srgbClr val="FFFFFF"/>
                </a:solidFill>
                <a:latin typeface="Times New Roman"/>
                <a:cs typeface="Times New Roman"/>
              </a:rPr>
              <a:t> </a:t>
            </a:r>
            <a:r>
              <a:rPr sz="1800" spc="20" dirty="0">
                <a:solidFill>
                  <a:srgbClr val="FFFFFF"/>
                </a:solidFill>
                <a:latin typeface="Times New Roman"/>
                <a:cs typeface="Times New Roman"/>
              </a:rPr>
              <a:t>way</a:t>
            </a:r>
            <a:r>
              <a:rPr sz="1800" spc="-60" dirty="0">
                <a:solidFill>
                  <a:srgbClr val="FFFFFF"/>
                </a:solidFill>
                <a:latin typeface="Times New Roman"/>
                <a:cs typeface="Times New Roman"/>
              </a:rPr>
              <a:t> </a:t>
            </a:r>
            <a:r>
              <a:rPr sz="1800" spc="100" dirty="0">
                <a:solidFill>
                  <a:srgbClr val="FFFFFF"/>
                </a:solidFill>
                <a:latin typeface="Times New Roman"/>
                <a:cs typeface="Times New Roman"/>
              </a:rPr>
              <a:t>that</a:t>
            </a:r>
            <a:r>
              <a:rPr sz="1800" spc="-65" dirty="0">
                <a:solidFill>
                  <a:srgbClr val="FFFFFF"/>
                </a:solidFill>
                <a:latin typeface="Times New Roman"/>
                <a:cs typeface="Times New Roman"/>
              </a:rPr>
              <a:t> </a:t>
            </a:r>
            <a:r>
              <a:rPr sz="1800" spc="15" dirty="0">
                <a:solidFill>
                  <a:srgbClr val="FFFFFF"/>
                </a:solidFill>
                <a:latin typeface="Times New Roman"/>
                <a:cs typeface="Times New Roman"/>
              </a:rPr>
              <a:t>will</a:t>
            </a:r>
            <a:r>
              <a:rPr sz="1800" spc="-70" dirty="0">
                <a:solidFill>
                  <a:srgbClr val="FFFFFF"/>
                </a:solidFill>
                <a:latin typeface="Times New Roman"/>
                <a:cs typeface="Times New Roman"/>
              </a:rPr>
              <a:t> </a:t>
            </a:r>
            <a:r>
              <a:rPr sz="1800" spc="55" dirty="0">
                <a:solidFill>
                  <a:srgbClr val="FFFFFF"/>
                </a:solidFill>
                <a:latin typeface="Times New Roman"/>
                <a:cs typeface="Times New Roman"/>
              </a:rPr>
              <a:t>invalidate</a:t>
            </a:r>
            <a:r>
              <a:rPr sz="1800" spc="-70"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75" dirty="0">
                <a:solidFill>
                  <a:srgbClr val="FFFFFF"/>
                </a:solidFill>
                <a:latin typeface="Times New Roman"/>
                <a:cs typeface="Times New Roman"/>
              </a:rPr>
              <a:t> </a:t>
            </a:r>
            <a:r>
              <a:rPr sz="1800" spc="45" dirty="0">
                <a:solidFill>
                  <a:srgbClr val="FFFFFF"/>
                </a:solidFill>
                <a:latin typeface="Times New Roman"/>
                <a:cs typeface="Times New Roman"/>
              </a:rPr>
              <a:t>lock</a:t>
            </a:r>
            <a:r>
              <a:rPr sz="1800" spc="-70" dirty="0">
                <a:solidFill>
                  <a:srgbClr val="FFFFFF"/>
                </a:solidFill>
                <a:latin typeface="Times New Roman"/>
                <a:cs typeface="Times New Roman"/>
              </a:rPr>
              <a:t> </a:t>
            </a:r>
            <a:r>
              <a:rPr sz="1800" spc="70" dirty="0">
                <a:solidFill>
                  <a:srgbClr val="FFFFFF"/>
                </a:solidFill>
                <a:latin typeface="Times New Roman"/>
                <a:cs typeface="Times New Roman"/>
              </a:rPr>
              <a:t>at</a:t>
            </a:r>
            <a:r>
              <a:rPr sz="1800" spc="-70"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5" dirty="0">
                <a:solidFill>
                  <a:srgbClr val="FFFFFF"/>
                </a:solidFill>
                <a:latin typeface="Times New Roman"/>
                <a:cs typeface="Times New Roman"/>
              </a:rPr>
              <a:t> </a:t>
            </a:r>
            <a:r>
              <a:rPr sz="1800" spc="30" dirty="0">
                <a:solidFill>
                  <a:srgbClr val="FFFFFF"/>
                </a:solidFill>
                <a:latin typeface="Times New Roman"/>
                <a:cs typeface="Times New Roman"/>
              </a:rPr>
              <a:t>lower-level.</a:t>
            </a:r>
            <a:endParaRPr sz="1800">
              <a:latin typeface="Times New Roman"/>
              <a:cs typeface="Times New Roman"/>
            </a:endParaRPr>
          </a:p>
          <a:p>
            <a:pPr marL="676910" marR="5715" indent="-342900">
              <a:lnSpc>
                <a:spcPts val="1939"/>
              </a:lnSpc>
              <a:spcBef>
                <a:spcPts val="10"/>
              </a:spcBef>
              <a:buFont typeface="Wingdings"/>
              <a:buChar char=""/>
              <a:tabLst>
                <a:tab pos="676275" algn="l"/>
                <a:tab pos="676910" algn="l"/>
              </a:tabLst>
            </a:pPr>
            <a:r>
              <a:rPr sz="1800" spc="125" dirty="0">
                <a:solidFill>
                  <a:srgbClr val="FFFFFF"/>
                </a:solidFill>
                <a:latin typeface="Times New Roman"/>
                <a:cs typeface="Times New Roman"/>
              </a:rPr>
              <a:t>To </a:t>
            </a:r>
            <a:r>
              <a:rPr sz="1800" spc="60" dirty="0">
                <a:solidFill>
                  <a:srgbClr val="FFFFFF"/>
                </a:solidFill>
                <a:latin typeface="Times New Roman"/>
                <a:cs typeface="Times New Roman"/>
              </a:rPr>
              <a:t>improve </a:t>
            </a:r>
            <a:r>
              <a:rPr sz="1800" spc="100" dirty="0">
                <a:solidFill>
                  <a:srgbClr val="FFFFFF"/>
                </a:solidFill>
                <a:latin typeface="Times New Roman"/>
                <a:cs typeface="Times New Roman"/>
              </a:rPr>
              <a:t>the </a:t>
            </a:r>
            <a:r>
              <a:rPr sz="1800" spc="30" dirty="0">
                <a:solidFill>
                  <a:srgbClr val="FFFFFF"/>
                </a:solidFill>
                <a:latin typeface="Times New Roman"/>
                <a:cs typeface="Times New Roman"/>
              </a:rPr>
              <a:t>efficiency </a:t>
            </a:r>
            <a:r>
              <a:rPr sz="1800" spc="55" dirty="0">
                <a:solidFill>
                  <a:srgbClr val="FFFFFF"/>
                </a:solidFill>
                <a:latin typeface="Times New Roman"/>
                <a:cs typeface="Times New Roman"/>
              </a:rPr>
              <a:t>of </a:t>
            </a:r>
            <a:r>
              <a:rPr sz="1800" spc="100" dirty="0">
                <a:solidFill>
                  <a:srgbClr val="FFFFFF"/>
                </a:solidFill>
                <a:latin typeface="Times New Roman"/>
                <a:cs typeface="Times New Roman"/>
              </a:rPr>
              <a:t>the </a:t>
            </a:r>
            <a:r>
              <a:rPr sz="1800" spc="55" dirty="0">
                <a:solidFill>
                  <a:srgbClr val="FFFFFF"/>
                </a:solidFill>
                <a:latin typeface="Times New Roman"/>
                <a:cs typeface="Times New Roman"/>
              </a:rPr>
              <a:t>Database Engine </a:t>
            </a:r>
            <a:r>
              <a:rPr sz="1800" spc="60" dirty="0">
                <a:solidFill>
                  <a:srgbClr val="FFFFFF"/>
                </a:solidFill>
                <a:latin typeface="Times New Roman"/>
                <a:cs typeface="Times New Roman"/>
              </a:rPr>
              <a:t>for </a:t>
            </a:r>
            <a:r>
              <a:rPr sz="1800" spc="55" dirty="0">
                <a:solidFill>
                  <a:srgbClr val="FFFFFF"/>
                </a:solidFill>
                <a:latin typeface="Times New Roman"/>
                <a:cs typeface="Times New Roman"/>
              </a:rPr>
              <a:t>identifying </a:t>
            </a:r>
            <a:r>
              <a:rPr sz="1800" spc="100" dirty="0">
                <a:solidFill>
                  <a:srgbClr val="FFFFFF"/>
                </a:solidFill>
                <a:latin typeface="Times New Roman"/>
                <a:cs typeface="Times New Roman"/>
              </a:rPr>
              <a:t>the  </a:t>
            </a:r>
            <a:r>
              <a:rPr sz="1800" spc="45" dirty="0">
                <a:solidFill>
                  <a:srgbClr val="FFFFFF"/>
                </a:solidFill>
                <a:latin typeface="Times New Roman"/>
                <a:cs typeface="Times New Roman"/>
              </a:rPr>
              <a:t>lock</a:t>
            </a:r>
            <a:r>
              <a:rPr sz="1800" spc="-75" dirty="0">
                <a:solidFill>
                  <a:srgbClr val="FFFFFF"/>
                </a:solidFill>
                <a:latin typeface="Times New Roman"/>
                <a:cs typeface="Times New Roman"/>
              </a:rPr>
              <a:t> </a:t>
            </a:r>
            <a:r>
              <a:rPr sz="1800" spc="45" dirty="0">
                <a:solidFill>
                  <a:srgbClr val="FFFFFF"/>
                </a:solidFill>
                <a:latin typeface="Times New Roman"/>
                <a:cs typeface="Times New Roman"/>
              </a:rPr>
              <a:t>conflicts</a:t>
            </a:r>
            <a:r>
              <a:rPr sz="1800" spc="-65" dirty="0">
                <a:solidFill>
                  <a:srgbClr val="FFFFFF"/>
                </a:solidFill>
                <a:latin typeface="Times New Roman"/>
                <a:cs typeface="Times New Roman"/>
              </a:rPr>
              <a:t> </a:t>
            </a:r>
            <a:r>
              <a:rPr sz="1800" spc="80" dirty="0">
                <a:solidFill>
                  <a:srgbClr val="FFFFFF"/>
                </a:solidFill>
                <a:latin typeface="Times New Roman"/>
                <a:cs typeface="Times New Roman"/>
              </a:rPr>
              <a:t>those</a:t>
            </a:r>
            <a:r>
              <a:rPr sz="1800" spc="-55" dirty="0">
                <a:solidFill>
                  <a:srgbClr val="FFFFFF"/>
                </a:solidFill>
                <a:latin typeface="Times New Roman"/>
                <a:cs typeface="Times New Roman"/>
              </a:rPr>
              <a:t> </a:t>
            </a:r>
            <a:r>
              <a:rPr sz="1800" spc="45" dirty="0">
                <a:solidFill>
                  <a:srgbClr val="FFFFFF"/>
                </a:solidFill>
                <a:latin typeface="Times New Roman"/>
                <a:cs typeface="Times New Roman"/>
              </a:rPr>
              <a:t>are</a:t>
            </a:r>
            <a:r>
              <a:rPr sz="1800" spc="-70" dirty="0">
                <a:solidFill>
                  <a:srgbClr val="FFFFFF"/>
                </a:solidFill>
                <a:latin typeface="Times New Roman"/>
                <a:cs typeface="Times New Roman"/>
              </a:rPr>
              <a:t> </a:t>
            </a:r>
            <a:r>
              <a:rPr sz="1800" spc="70" dirty="0">
                <a:solidFill>
                  <a:srgbClr val="FFFFFF"/>
                </a:solidFill>
                <a:latin typeface="Times New Roman"/>
                <a:cs typeface="Times New Roman"/>
              </a:rPr>
              <a:t>at</a:t>
            </a:r>
            <a:r>
              <a:rPr sz="1800" spc="-70"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0" dirty="0">
                <a:solidFill>
                  <a:srgbClr val="FFFFFF"/>
                </a:solidFill>
                <a:latin typeface="Times New Roman"/>
                <a:cs typeface="Times New Roman"/>
              </a:rPr>
              <a:t> </a:t>
            </a:r>
            <a:r>
              <a:rPr sz="1800" spc="65" dirty="0">
                <a:solidFill>
                  <a:srgbClr val="FFFFFF"/>
                </a:solidFill>
                <a:latin typeface="Times New Roman"/>
                <a:cs typeface="Times New Roman"/>
              </a:rPr>
              <a:t>higher</a:t>
            </a:r>
            <a:r>
              <a:rPr sz="1800" spc="-55" dirty="0">
                <a:solidFill>
                  <a:srgbClr val="FFFFFF"/>
                </a:solidFill>
                <a:latin typeface="Times New Roman"/>
                <a:cs typeface="Times New Roman"/>
              </a:rPr>
              <a:t> </a:t>
            </a:r>
            <a:r>
              <a:rPr sz="1800" spc="25" dirty="0">
                <a:solidFill>
                  <a:srgbClr val="FFFFFF"/>
                </a:solidFill>
                <a:latin typeface="Times New Roman"/>
                <a:cs typeface="Times New Roman"/>
              </a:rPr>
              <a:t>level</a:t>
            </a:r>
            <a:r>
              <a:rPr sz="1800" spc="-80"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55" dirty="0">
                <a:solidFill>
                  <a:srgbClr val="FFFFFF"/>
                </a:solidFill>
                <a:latin typeface="Times New Roman"/>
                <a:cs typeface="Times New Roman"/>
              </a:rPr>
              <a:t> </a:t>
            </a:r>
            <a:r>
              <a:rPr sz="1800" spc="50" dirty="0">
                <a:solidFill>
                  <a:srgbClr val="FFFFFF"/>
                </a:solidFill>
                <a:latin typeface="Times New Roman"/>
                <a:cs typeface="Times New Roman"/>
              </a:rPr>
              <a:t>granularity.</a:t>
            </a:r>
            <a:endParaRPr sz="1800">
              <a:latin typeface="Times New Roman"/>
              <a:cs typeface="Times New Roman"/>
            </a:endParaRPr>
          </a:p>
        </p:txBody>
      </p:sp>
      <p:grpSp>
        <p:nvGrpSpPr>
          <p:cNvPr id="5" name="object 5"/>
          <p:cNvGrpSpPr/>
          <p:nvPr/>
        </p:nvGrpSpPr>
        <p:grpSpPr>
          <a:xfrm>
            <a:off x="1153667" y="2688335"/>
            <a:ext cx="6837045" cy="3453765"/>
            <a:chOff x="1153667" y="2688335"/>
            <a:chExt cx="6837045" cy="3453765"/>
          </a:xfrm>
        </p:grpSpPr>
        <p:pic>
          <p:nvPicPr>
            <p:cNvPr id="6" name="object 6"/>
            <p:cNvPicPr/>
            <p:nvPr/>
          </p:nvPicPr>
          <p:blipFill>
            <a:blip r:embed="rId3" cstate="print"/>
            <a:stretch>
              <a:fillRect/>
            </a:stretch>
          </p:blipFill>
          <p:spPr>
            <a:xfrm>
              <a:off x="1153667" y="2688335"/>
              <a:ext cx="6836664" cy="3062478"/>
            </a:xfrm>
            <a:prstGeom prst="rect">
              <a:avLst/>
            </a:prstGeom>
          </p:spPr>
        </p:pic>
        <p:pic>
          <p:nvPicPr>
            <p:cNvPr id="7" name="object 7"/>
            <p:cNvPicPr/>
            <p:nvPr/>
          </p:nvPicPr>
          <p:blipFill>
            <a:blip r:embed="rId4" cstate="print"/>
            <a:stretch>
              <a:fillRect/>
            </a:stretch>
          </p:blipFill>
          <p:spPr>
            <a:xfrm>
              <a:off x="1153667" y="5638037"/>
              <a:ext cx="6836664" cy="503682"/>
            </a:xfrm>
            <a:prstGeom prst="rect">
              <a:avLst/>
            </a:prstGeom>
          </p:spPr>
        </p:pic>
      </p:gr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21</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202" y="47243"/>
            <a:ext cx="8451215" cy="635635"/>
          </a:xfrm>
          <a:prstGeom prst="rect">
            <a:avLst/>
          </a:prstGeom>
        </p:spPr>
        <p:txBody>
          <a:bodyPr vert="horz" wrap="square" lIns="0" tIns="12700" rIns="0" bIns="0" rtlCol="0">
            <a:spAutoFit/>
          </a:bodyPr>
          <a:lstStyle/>
          <a:p>
            <a:pPr marL="12700">
              <a:lnSpc>
                <a:spcPct val="100000"/>
              </a:lnSpc>
              <a:spcBef>
                <a:spcPts val="100"/>
              </a:spcBef>
            </a:pPr>
            <a:r>
              <a:rPr sz="4000" spc="135" dirty="0"/>
              <a:t>Scope</a:t>
            </a:r>
            <a:r>
              <a:rPr sz="4000" spc="-155" dirty="0"/>
              <a:t> </a:t>
            </a:r>
            <a:r>
              <a:rPr sz="4000" spc="229" dirty="0"/>
              <a:t>and</a:t>
            </a:r>
            <a:r>
              <a:rPr sz="4000" spc="-150" dirty="0"/>
              <a:t> </a:t>
            </a:r>
            <a:r>
              <a:rPr sz="4000" spc="150" dirty="0"/>
              <a:t>Different</a:t>
            </a:r>
            <a:r>
              <a:rPr sz="4000" spc="-185" dirty="0"/>
              <a:t> </a:t>
            </a:r>
            <a:r>
              <a:rPr sz="4000" spc="135" dirty="0"/>
              <a:t>Types</a:t>
            </a:r>
            <a:r>
              <a:rPr sz="4000" spc="-150" dirty="0"/>
              <a:t> </a:t>
            </a:r>
            <a:r>
              <a:rPr sz="4000" spc="114" dirty="0"/>
              <a:t>of</a:t>
            </a:r>
            <a:r>
              <a:rPr sz="4000" spc="-165" dirty="0"/>
              <a:t> </a:t>
            </a:r>
            <a:r>
              <a:rPr sz="4000" spc="75" dirty="0"/>
              <a:t>Locks</a:t>
            </a:r>
            <a:r>
              <a:rPr sz="4000" spc="-150" dirty="0"/>
              <a:t> </a:t>
            </a:r>
            <a:r>
              <a:rPr sz="4000" spc="-415" dirty="0"/>
              <a:t>5-5</a:t>
            </a:r>
            <a:endParaRPr sz="4000"/>
          </a:p>
        </p:txBody>
      </p:sp>
      <p:grpSp>
        <p:nvGrpSpPr>
          <p:cNvPr id="3" name="object 3"/>
          <p:cNvGrpSpPr/>
          <p:nvPr/>
        </p:nvGrpSpPr>
        <p:grpSpPr>
          <a:xfrm>
            <a:off x="2465704" y="1462150"/>
            <a:ext cx="6226810" cy="1110615"/>
            <a:chOff x="2465704" y="1462150"/>
            <a:chExt cx="6226810" cy="1110615"/>
          </a:xfrm>
        </p:grpSpPr>
        <p:sp>
          <p:nvSpPr>
            <p:cNvPr id="4" name="object 4"/>
            <p:cNvSpPr/>
            <p:nvPr/>
          </p:nvSpPr>
          <p:spPr>
            <a:xfrm>
              <a:off x="2470784" y="1467230"/>
              <a:ext cx="6216650" cy="1100455"/>
            </a:xfrm>
            <a:custGeom>
              <a:avLst/>
              <a:gdLst/>
              <a:ahLst/>
              <a:cxnLst/>
              <a:rect l="l" t="t" r="r" b="b"/>
              <a:pathLst>
                <a:path w="6216650" h="1100455">
                  <a:moveTo>
                    <a:pt x="5997321" y="0"/>
                  </a:moveTo>
                  <a:lnTo>
                    <a:pt x="0" y="0"/>
                  </a:lnTo>
                  <a:lnTo>
                    <a:pt x="0" y="1100328"/>
                  </a:lnTo>
                  <a:lnTo>
                    <a:pt x="5997321" y="1100328"/>
                  </a:lnTo>
                  <a:lnTo>
                    <a:pt x="6047565" y="1095481"/>
                  </a:lnTo>
                  <a:lnTo>
                    <a:pt x="6093681" y="1081677"/>
                  </a:lnTo>
                  <a:lnTo>
                    <a:pt x="6134357" y="1060019"/>
                  </a:lnTo>
                  <a:lnTo>
                    <a:pt x="6168280" y="1031613"/>
                  </a:lnTo>
                  <a:lnTo>
                    <a:pt x="6194135" y="997561"/>
                  </a:lnTo>
                  <a:lnTo>
                    <a:pt x="6210612" y="958969"/>
                  </a:lnTo>
                  <a:lnTo>
                    <a:pt x="6216396" y="916939"/>
                  </a:lnTo>
                  <a:lnTo>
                    <a:pt x="6216396" y="183387"/>
                  </a:lnTo>
                  <a:lnTo>
                    <a:pt x="6210612" y="141358"/>
                  </a:lnTo>
                  <a:lnTo>
                    <a:pt x="6194135" y="102766"/>
                  </a:lnTo>
                  <a:lnTo>
                    <a:pt x="6168280" y="68714"/>
                  </a:lnTo>
                  <a:lnTo>
                    <a:pt x="6134357" y="40308"/>
                  </a:lnTo>
                  <a:lnTo>
                    <a:pt x="6093681" y="18650"/>
                  </a:lnTo>
                  <a:lnTo>
                    <a:pt x="6047565" y="4846"/>
                  </a:lnTo>
                  <a:lnTo>
                    <a:pt x="5997321" y="0"/>
                  </a:lnTo>
                  <a:close/>
                </a:path>
              </a:pathLst>
            </a:custGeom>
            <a:solidFill>
              <a:srgbClr val="E8CECD">
                <a:alpha val="90194"/>
              </a:srgbClr>
            </a:solidFill>
          </p:spPr>
          <p:txBody>
            <a:bodyPr wrap="square" lIns="0" tIns="0" rIns="0" bIns="0" rtlCol="0"/>
            <a:lstStyle/>
            <a:p>
              <a:endParaRPr/>
            </a:p>
          </p:txBody>
        </p:sp>
        <p:sp>
          <p:nvSpPr>
            <p:cNvPr id="5" name="object 5"/>
            <p:cNvSpPr/>
            <p:nvPr/>
          </p:nvSpPr>
          <p:spPr>
            <a:xfrm>
              <a:off x="2470784" y="1467230"/>
              <a:ext cx="6216650" cy="1100455"/>
            </a:xfrm>
            <a:custGeom>
              <a:avLst/>
              <a:gdLst/>
              <a:ahLst/>
              <a:cxnLst/>
              <a:rect l="l" t="t" r="r" b="b"/>
              <a:pathLst>
                <a:path w="6216650" h="1100455">
                  <a:moveTo>
                    <a:pt x="6216396" y="183387"/>
                  </a:moveTo>
                  <a:lnTo>
                    <a:pt x="6216396" y="916939"/>
                  </a:lnTo>
                  <a:lnTo>
                    <a:pt x="6210612" y="958969"/>
                  </a:lnTo>
                  <a:lnTo>
                    <a:pt x="6194135" y="997561"/>
                  </a:lnTo>
                  <a:lnTo>
                    <a:pt x="6168280" y="1031613"/>
                  </a:lnTo>
                  <a:lnTo>
                    <a:pt x="6134357" y="1060019"/>
                  </a:lnTo>
                  <a:lnTo>
                    <a:pt x="6093681" y="1081677"/>
                  </a:lnTo>
                  <a:lnTo>
                    <a:pt x="6047565" y="1095481"/>
                  </a:lnTo>
                  <a:lnTo>
                    <a:pt x="5997321" y="1100328"/>
                  </a:lnTo>
                  <a:lnTo>
                    <a:pt x="0" y="1100328"/>
                  </a:lnTo>
                  <a:lnTo>
                    <a:pt x="0" y="0"/>
                  </a:lnTo>
                  <a:lnTo>
                    <a:pt x="5997321" y="0"/>
                  </a:lnTo>
                  <a:lnTo>
                    <a:pt x="6047565" y="4846"/>
                  </a:lnTo>
                  <a:lnTo>
                    <a:pt x="6093681" y="18650"/>
                  </a:lnTo>
                  <a:lnTo>
                    <a:pt x="6134357" y="40308"/>
                  </a:lnTo>
                  <a:lnTo>
                    <a:pt x="6168280" y="68714"/>
                  </a:lnTo>
                  <a:lnTo>
                    <a:pt x="6194135" y="102766"/>
                  </a:lnTo>
                  <a:lnTo>
                    <a:pt x="6210612" y="141358"/>
                  </a:lnTo>
                  <a:lnTo>
                    <a:pt x="6216396" y="183387"/>
                  </a:lnTo>
                  <a:close/>
                </a:path>
              </a:pathLst>
            </a:custGeom>
            <a:ln w="9906">
              <a:solidFill>
                <a:srgbClr val="E8CECD"/>
              </a:solidFill>
            </a:ln>
          </p:spPr>
          <p:txBody>
            <a:bodyPr wrap="square" lIns="0" tIns="0" rIns="0" bIns="0" rtlCol="0"/>
            <a:lstStyle/>
            <a:p>
              <a:endParaRPr/>
            </a:p>
          </p:txBody>
        </p:sp>
      </p:grpSp>
      <p:sp>
        <p:nvSpPr>
          <p:cNvPr id="6" name="object 6"/>
          <p:cNvSpPr txBox="1"/>
          <p:nvPr/>
        </p:nvSpPr>
        <p:spPr>
          <a:xfrm>
            <a:off x="2500122" y="1485646"/>
            <a:ext cx="5949950" cy="964565"/>
          </a:xfrm>
          <a:prstGeom prst="rect">
            <a:avLst/>
          </a:prstGeom>
        </p:spPr>
        <p:txBody>
          <a:bodyPr vert="horz" wrap="square" lIns="0" tIns="40005" rIns="0" bIns="0" rtlCol="0">
            <a:spAutoFit/>
          </a:bodyPr>
          <a:lstStyle/>
          <a:p>
            <a:pPr marL="12700" marR="184150">
              <a:lnSpc>
                <a:spcPts val="1730"/>
              </a:lnSpc>
              <a:spcBef>
                <a:spcPts val="315"/>
              </a:spcBef>
            </a:pPr>
            <a:r>
              <a:rPr sz="1600" spc="35" dirty="0">
                <a:latin typeface="Times New Roman"/>
                <a:cs typeface="Times New Roman"/>
              </a:rPr>
              <a:t>Bulk</a:t>
            </a:r>
            <a:r>
              <a:rPr sz="1600" spc="-55" dirty="0">
                <a:latin typeface="Times New Roman"/>
                <a:cs typeface="Times New Roman"/>
              </a:rPr>
              <a:t> </a:t>
            </a:r>
            <a:r>
              <a:rPr sz="1600" spc="80" dirty="0">
                <a:latin typeface="Times New Roman"/>
                <a:cs typeface="Times New Roman"/>
              </a:rPr>
              <a:t>update</a:t>
            </a:r>
            <a:r>
              <a:rPr sz="1600" spc="-60" dirty="0">
                <a:latin typeface="Times New Roman"/>
                <a:cs typeface="Times New Roman"/>
              </a:rPr>
              <a:t> </a:t>
            </a:r>
            <a:r>
              <a:rPr sz="1600" spc="30" dirty="0">
                <a:latin typeface="Times New Roman"/>
                <a:cs typeface="Times New Roman"/>
              </a:rPr>
              <a:t>locks</a:t>
            </a:r>
            <a:r>
              <a:rPr sz="1600" spc="-65" dirty="0">
                <a:latin typeface="Times New Roman"/>
                <a:cs typeface="Times New Roman"/>
              </a:rPr>
              <a:t> </a:t>
            </a:r>
            <a:r>
              <a:rPr sz="1600" spc="40" dirty="0">
                <a:latin typeface="Times New Roman"/>
                <a:cs typeface="Times New Roman"/>
              </a:rPr>
              <a:t>are</a:t>
            </a:r>
            <a:r>
              <a:rPr sz="1600" spc="-60" dirty="0">
                <a:latin typeface="Times New Roman"/>
                <a:cs typeface="Times New Roman"/>
              </a:rPr>
              <a:t> </a:t>
            </a:r>
            <a:r>
              <a:rPr sz="1600" spc="65" dirty="0">
                <a:latin typeface="Times New Roman"/>
                <a:cs typeface="Times New Roman"/>
              </a:rPr>
              <a:t>used</a:t>
            </a:r>
            <a:r>
              <a:rPr sz="1600" spc="-70" dirty="0">
                <a:latin typeface="Times New Roman"/>
                <a:cs typeface="Times New Roman"/>
              </a:rPr>
              <a:t> </a:t>
            </a:r>
            <a:r>
              <a:rPr sz="1600" spc="35" dirty="0">
                <a:latin typeface="Times New Roman"/>
                <a:cs typeface="Times New Roman"/>
              </a:rPr>
              <a:t>by</a:t>
            </a:r>
            <a:r>
              <a:rPr sz="1600" spc="-60" dirty="0">
                <a:latin typeface="Times New Roman"/>
                <a:cs typeface="Times New Roman"/>
              </a:rPr>
              <a:t> </a:t>
            </a:r>
            <a:r>
              <a:rPr sz="1600" spc="90" dirty="0">
                <a:latin typeface="Times New Roman"/>
                <a:cs typeface="Times New Roman"/>
              </a:rPr>
              <a:t>the</a:t>
            </a:r>
            <a:r>
              <a:rPr sz="1600" spc="-60" dirty="0">
                <a:latin typeface="Times New Roman"/>
                <a:cs typeface="Times New Roman"/>
              </a:rPr>
              <a:t> </a:t>
            </a:r>
            <a:r>
              <a:rPr sz="1600" spc="50" dirty="0">
                <a:latin typeface="Times New Roman"/>
                <a:cs typeface="Times New Roman"/>
              </a:rPr>
              <a:t>database</a:t>
            </a:r>
            <a:r>
              <a:rPr sz="1600" spc="-65" dirty="0">
                <a:latin typeface="Times New Roman"/>
                <a:cs typeface="Times New Roman"/>
              </a:rPr>
              <a:t> </a:t>
            </a:r>
            <a:r>
              <a:rPr sz="1600" spc="50" dirty="0">
                <a:latin typeface="Times New Roman"/>
                <a:cs typeface="Times New Roman"/>
              </a:rPr>
              <a:t>engine.</a:t>
            </a:r>
            <a:r>
              <a:rPr sz="1600" spc="-65" dirty="0">
                <a:latin typeface="Times New Roman"/>
                <a:cs typeface="Times New Roman"/>
              </a:rPr>
              <a:t> </a:t>
            </a:r>
            <a:r>
              <a:rPr sz="1600" spc="70" dirty="0">
                <a:latin typeface="Times New Roman"/>
                <a:cs typeface="Times New Roman"/>
              </a:rPr>
              <a:t>These</a:t>
            </a:r>
            <a:r>
              <a:rPr sz="1600" spc="-70" dirty="0">
                <a:latin typeface="Times New Roman"/>
                <a:cs typeface="Times New Roman"/>
              </a:rPr>
              <a:t> </a:t>
            </a:r>
            <a:r>
              <a:rPr sz="1600" spc="35" dirty="0">
                <a:latin typeface="Times New Roman"/>
                <a:cs typeface="Times New Roman"/>
              </a:rPr>
              <a:t>locks</a:t>
            </a:r>
            <a:r>
              <a:rPr sz="1600" spc="-65" dirty="0">
                <a:latin typeface="Times New Roman"/>
                <a:cs typeface="Times New Roman"/>
              </a:rPr>
              <a:t> </a:t>
            </a:r>
            <a:r>
              <a:rPr sz="1600" spc="40" dirty="0">
                <a:latin typeface="Times New Roman"/>
                <a:cs typeface="Times New Roman"/>
              </a:rPr>
              <a:t>are  </a:t>
            </a:r>
            <a:r>
              <a:rPr sz="1600" spc="65" dirty="0">
                <a:latin typeface="Times New Roman"/>
                <a:cs typeface="Times New Roman"/>
              </a:rPr>
              <a:t>used</a:t>
            </a:r>
            <a:r>
              <a:rPr sz="1600" spc="-65" dirty="0">
                <a:latin typeface="Times New Roman"/>
                <a:cs typeface="Times New Roman"/>
              </a:rPr>
              <a:t> </a:t>
            </a:r>
            <a:r>
              <a:rPr sz="1600" spc="90" dirty="0">
                <a:latin typeface="Times New Roman"/>
                <a:cs typeface="Times New Roman"/>
              </a:rPr>
              <a:t>when</a:t>
            </a:r>
            <a:r>
              <a:rPr sz="1600" spc="-60" dirty="0">
                <a:latin typeface="Times New Roman"/>
                <a:cs typeface="Times New Roman"/>
              </a:rPr>
              <a:t> </a:t>
            </a:r>
            <a:r>
              <a:rPr sz="1600" spc="25" dirty="0">
                <a:latin typeface="Times New Roman"/>
                <a:cs typeface="Times New Roman"/>
              </a:rPr>
              <a:t>a</a:t>
            </a:r>
            <a:r>
              <a:rPr sz="1600" spc="-60" dirty="0">
                <a:latin typeface="Times New Roman"/>
                <a:cs typeface="Times New Roman"/>
              </a:rPr>
              <a:t> </a:t>
            </a:r>
            <a:r>
              <a:rPr sz="1600" spc="20" dirty="0">
                <a:latin typeface="Times New Roman"/>
                <a:cs typeface="Times New Roman"/>
              </a:rPr>
              <a:t>large</a:t>
            </a:r>
            <a:r>
              <a:rPr sz="1600" spc="-70" dirty="0">
                <a:latin typeface="Times New Roman"/>
                <a:cs typeface="Times New Roman"/>
              </a:rPr>
              <a:t> </a:t>
            </a:r>
            <a:r>
              <a:rPr sz="1600" spc="90" dirty="0">
                <a:latin typeface="Times New Roman"/>
                <a:cs typeface="Times New Roman"/>
              </a:rPr>
              <a:t>amount</a:t>
            </a:r>
            <a:r>
              <a:rPr sz="1600" spc="-60" dirty="0">
                <a:latin typeface="Times New Roman"/>
                <a:cs typeface="Times New Roman"/>
              </a:rPr>
              <a:t> </a:t>
            </a:r>
            <a:r>
              <a:rPr sz="1600" spc="45" dirty="0">
                <a:latin typeface="Times New Roman"/>
                <a:cs typeface="Times New Roman"/>
              </a:rPr>
              <a:t>of</a:t>
            </a:r>
            <a:r>
              <a:rPr sz="1600" spc="-60" dirty="0">
                <a:latin typeface="Times New Roman"/>
                <a:cs typeface="Times New Roman"/>
              </a:rPr>
              <a:t> </a:t>
            </a:r>
            <a:r>
              <a:rPr sz="1600" spc="60" dirty="0">
                <a:latin typeface="Times New Roman"/>
                <a:cs typeface="Times New Roman"/>
              </a:rPr>
              <a:t>data</a:t>
            </a:r>
            <a:r>
              <a:rPr sz="1600" spc="-70" dirty="0">
                <a:latin typeface="Times New Roman"/>
                <a:cs typeface="Times New Roman"/>
              </a:rPr>
              <a:t> </a:t>
            </a:r>
            <a:r>
              <a:rPr sz="1600" spc="5" dirty="0">
                <a:latin typeface="Times New Roman"/>
                <a:cs typeface="Times New Roman"/>
              </a:rPr>
              <a:t>is</a:t>
            </a:r>
            <a:r>
              <a:rPr sz="1600" spc="-70" dirty="0">
                <a:latin typeface="Times New Roman"/>
                <a:cs typeface="Times New Roman"/>
              </a:rPr>
              <a:t> </a:t>
            </a:r>
            <a:r>
              <a:rPr sz="1600" spc="55" dirty="0">
                <a:latin typeface="Times New Roman"/>
                <a:cs typeface="Times New Roman"/>
              </a:rPr>
              <a:t>copied</a:t>
            </a:r>
            <a:r>
              <a:rPr sz="1600" spc="-70" dirty="0">
                <a:latin typeface="Times New Roman"/>
                <a:cs typeface="Times New Roman"/>
              </a:rPr>
              <a:t> </a:t>
            </a:r>
            <a:r>
              <a:rPr sz="1600" spc="80" dirty="0">
                <a:latin typeface="Times New Roman"/>
                <a:cs typeface="Times New Roman"/>
              </a:rPr>
              <a:t>into</a:t>
            </a:r>
            <a:r>
              <a:rPr sz="1600" spc="-65" dirty="0">
                <a:latin typeface="Times New Roman"/>
                <a:cs typeface="Times New Roman"/>
              </a:rPr>
              <a:t> </a:t>
            </a:r>
            <a:r>
              <a:rPr sz="1600" spc="25" dirty="0">
                <a:latin typeface="Times New Roman"/>
                <a:cs typeface="Times New Roman"/>
              </a:rPr>
              <a:t>a</a:t>
            </a:r>
            <a:r>
              <a:rPr sz="1600" spc="-65" dirty="0">
                <a:latin typeface="Times New Roman"/>
                <a:cs typeface="Times New Roman"/>
              </a:rPr>
              <a:t> </a:t>
            </a:r>
            <a:r>
              <a:rPr sz="1600" spc="40" dirty="0">
                <a:latin typeface="Times New Roman"/>
                <a:cs typeface="Times New Roman"/>
              </a:rPr>
              <a:t>table.</a:t>
            </a:r>
            <a:endParaRPr sz="1600">
              <a:latin typeface="Times New Roman"/>
              <a:cs typeface="Times New Roman"/>
            </a:endParaRPr>
          </a:p>
          <a:p>
            <a:pPr marL="12700" marR="5080">
              <a:lnSpc>
                <a:spcPts val="1730"/>
              </a:lnSpc>
              <a:spcBef>
                <a:spcPts val="285"/>
              </a:spcBef>
            </a:pPr>
            <a:r>
              <a:rPr sz="1600" spc="70" dirty="0">
                <a:latin typeface="Times New Roman"/>
                <a:cs typeface="Times New Roman"/>
              </a:rPr>
              <a:t>These</a:t>
            </a:r>
            <a:r>
              <a:rPr sz="1600" spc="-65" dirty="0">
                <a:latin typeface="Times New Roman"/>
                <a:cs typeface="Times New Roman"/>
              </a:rPr>
              <a:t> </a:t>
            </a:r>
            <a:r>
              <a:rPr sz="1600" spc="35" dirty="0">
                <a:latin typeface="Times New Roman"/>
                <a:cs typeface="Times New Roman"/>
              </a:rPr>
              <a:t>locks</a:t>
            </a:r>
            <a:r>
              <a:rPr sz="1600" spc="-65" dirty="0">
                <a:latin typeface="Times New Roman"/>
                <a:cs typeface="Times New Roman"/>
              </a:rPr>
              <a:t> </a:t>
            </a:r>
            <a:r>
              <a:rPr sz="1600" spc="30" dirty="0">
                <a:latin typeface="Times New Roman"/>
                <a:cs typeface="Times New Roman"/>
              </a:rPr>
              <a:t>allow</a:t>
            </a:r>
            <a:r>
              <a:rPr sz="1600" spc="-55" dirty="0">
                <a:latin typeface="Times New Roman"/>
                <a:cs typeface="Times New Roman"/>
              </a:rPr>
              <a:t> </a:t>
            </a:r>
            <a:r>
              <a:rPr sz="1600" spc="55" dirty="0">
                <a:latin typeface="Times New Roman"/>
                <a:cs typeface="Times New Roman"/>
              </a:rPr>
              <a:t>multiple</a:t>
            </a:r>
            <a:r>
              <a:rPr sz="1600" spc="-55" dirty="0">
                <a:latin typeface="Times New Roman"/>
                <a:cs typeface="Times New Roman"/>
              </a:rPr>
              <a:t> </a:t>
            </a:r>
            <a:r>
              <a:rPr sz="1600" spc="65" dirty="0">
                <a:latin typeface="Times New Roman"/>
                <a:cs typeface="Times New Roman"/>
              </a:rPr>
              <a:t>threads</a:t>
            </a:r>
            <a:r>
              <a:rPr sz="1600" spc="-70" dirty="0">
                <a:latin typeface="Times New Roman"/>
                <a:cs typeface="Times New Roman"/>
              </a:rPr>
              <a:t> </a:t>
            </a:r>
            <a:r>
              <a:rPr sz="1600" spc="85" dirty="0">
                <a:latin typeface="Times New Roman"/>
                <a:cs typeface="Times New Roman"/>
              </a:rPr>
              <a:t>to</a:t>
            </a:r>
            <a:r>
              <a:rPr sz="1600" spc="-50" dirty="0">
                <a:latin typeface="Times New Roman"/>
                <a:cs typeface="Times New Roman"/>
              </a:rPr>
              <a:t> </a:t>
            </a:r>
            <a:r>
              <a:rPr sz="1600" spc="50" dirty="0">
                <a:latin typeface="Times New Roman"/>
                <a:cs typeface="Times New Roman"/>
              </a:rPr>
              <a:t>load</a:t>
            </a:r>
            <a:r>
              <a:rPr sz="1600" spc="-65" dirty="0">
                <a:latin typeface="Times New Roman"/>
                <a:cs typeface="Times New Roman"/>
              </a:rPr>
              <a:t> </a:t>
            </a:r>
            <a:r>
              <a:rPr sz="1600" spc="65" dirty="0">
                <a:latin typeface="Times New Roman"/>
                <a:cs typeface="Times New Roman"/>
              </a:rPr>
              <a:t>bulk</a:t>
            </a:r>
            <a:r>
              <a:rPr sz="1600" spc="-55" dirty="0">
                <a:latin typeface="Times New Roman"/>
                <a:cs typeface="Times New Roman"/>
              </a:rPr>
              <a:t> </a:t>
            </a:r>
            <a:r>
              <a:rPr sz="1600" spc="65" dirty="0">
                <a:latin typeface="Times New Roman"/>
                <a:cs typeface="Times New Roman"/>
              </a:rPr>
              <a:t>data</a:t>
            </a:r>
            <a:r>
              <a:rPr sz="1600" spc="-65" dirty="0">
                <a:latin typeface="Times New Roman"/>
                <a:cs typeface="Times New Roman"/>
              </a:rPr>
              <a:t> </a:t>
            </a:r>
            <a:r>
              <a:rPr sz="1600" spc="65" dirty="0">
                <a:latin typeface="Times New Roman"/>
                <a:cs typeface="Times New Roman"/>
              </a:rPr>
              <a:t>continuously</a:t>
            </a:r>
            <a:r>
              <a:rPr sz="1600" spc="-55" dirty="0">
                <a:latin typeface="Times New Roman"/>
                <a:cs typeface="Times New Roman"/>
              </a:rPr>
              <a:t> </a:t>
            </a:r>
            <a:r>
              <a:rPr sz="1600" spc="75" dirty="0">
                <a:latin typeface="Times New Roman"/>
                <a:cs typeface="Times New Roman"/>
              </a:rPr>
              <a:t>in  </a:t>
            </a:r>
            <a:r>
              <a:rPr sz="1600" spc="90" dirty="0">
                <a:latin typeface="Times New Roman"/>
                <a:cs typeface="Times New Roman"/>
              </a:rPr>
              <a:t>the </a:t>
            </a:r>
            <a:r>
              <a:rPr sz="1600" spc="35" dirty="0">
                <a:latin typeface="Times New Roman"/>
                <a:cs typeface="Times New Roman"/>
              </a:rPr>
              <a:t>same</a:t>
            </a:r>
            <a:r>
              <a:rPr sz="1600" spc="-225" dirty="0">
                <a:latin typeface="Times New Roman"/>
                <a:cs typeface="Times New Roman"/>
              </a:rPr>
              <a:t> </a:t>
            </a:r>
            <a:r>
              <a:rPr sz="1600" spc="40" dirty="0">
                <a:latin typeface="Times New Roman"/>
                <a:cs typeface="Times New Roman"/>
              </a:rPr>
              <a:t>table.</a:t>
            </a:r>
            <a:endParaRPr sz="1600">
              <a:latin typeface="Times New Roman"/>
              <a:cs typeface="Times New Roman"/>
            </a:endParaRPr>
          </a:p>
        </p:txBody>
      </p:sp>
      <p:grpSp>
        <p:nvGrpSpPr>
          <p:cNvPr id="7" name="object 7"/>
          <p:cNvGrpSpPr/>
          <p:nvPr/>
        </p:nvGrpSpPr>
        <p:grpSpPr>
          <a:xfrm>
            <a:off x="467105" y="1280160"/>
            <a:ext cx="2024380" cy="1450340"/>
            <a:chOff x="467105" y="1280160"/>
            <a:chExt cx="2024380" cy="1450340"/>
          </a:xfrm>
        </p:grpSpPr>
        <p:pic>
          <p:nvPicPr>
            <p:cNvPr id="8" name="object 8"/>
            <p:cNvPicPr/>
            <p:nvPr/>
          </p:nvPicPr>
          <p:blipFill>
            <a:blip r:embed="rId3" cstate="print"/>
            <a:stretch>
              <a:fillRect/>
            </a:stretch>
          </p:blipFill>
          <p:spPr>
            <a:xfrm>
              <a:off x="467105" y="1280160"/>
              <a:ext cx="2023872" cy="1450086"/>
            </a:xfrm>
            <a:prstGeom prst="rect">
              <a:avLst/>
            </a:prstGeom>
          </p:spPr>
        </p:pic>
        <p:pic>
          <p:nvPicPr>
            <p:cNvPr id="9" name="object 9"/>
            <p:cNvPicPr/>
            <p:nvPr/>
          </p:nvPicPr>
          <p:blipFill>
            <a:blip r:embed="rId4" cstate="print"/>
            <a:stretch>
              <a:fillRect/>
            </a:stretch>
          </p:blipFill>
          <p:spPr>
            <a:xfrm>
              <a:off x="690371" y="1626831"/>
              <a:ext cx="1621536" cy="811568"/>
            </a:xfrm>
            <a:prstGeom prst="rect">
              <a:avLst/>
            </a:prstGeom>
          </p:spPr>
        </p:pic>
        <p:pic>
          <p:nvPicPr>
            <p:cNvPr id="10" name="object 10"/>
            <p:cNvPicPr/>
            <p:nvPr/>
          </p:nvPicPr>
          <p:blipFill>
            <a:blip r:embed="rId5" cstate="print"/>
            <a:stretch>
              <a:fillRect/>
            </a:stretch>
          </p:blipFill>
          <p:spPr>
            <a:xfrm>
              <a:off x="508253" y="1298448"/>
              <a:ext cx="1948433" cy="1374648"/>
            </a:xfrm>
            <a:prstGeom prst="rect">
              <a:avLst/>
            </a:prstGeom>
          </p:spPr>
        </p:pic>
      </p:grpSp>
      <p:sp>
        <p:nvSpPr>
          <p:cNvPr id="11" name="object 11"/>
          <p:cNvSpPr txBox="1"/>
          <p:nvPr/>
        </p:nvSpPr>
        <p:spPr>
          <a:xfrm>
            <a:off x="856488" y="1656334"/>
            <a:ext cx="1254125" cy="556260"/>
          </a:xfrm>
          <a:prstGeom prst="rect">
            <a:avLst/>
          </a:prstGeom>
        </p:spPr>
        <p:txBody>
          <a:bodyPr vert="horz" wrap="square" lIns="0" tIns="35560" rIns="0" bIns="0" rtlCol="0">
            <a:spAutoFit/>
          </a:bodyPr>
          <a:lstStyle/>
          <a:p>
            <a:pPr marL="375285" marR="5080" indent="-363220">
              <a:lnSpc>
                <a:spcPts val="2020"/>
              </a:lnSpc>
              <a:spcBef>
                <a:spcPts val="280"/>
              </a:spcBef>
            </a:pPr>
            <a:r>
              <a:rPr sz="1800" b="1" spc="-70" dirty="0">
                <a:solidFill>
                  <a:srgbClr val="FFFFFF"/>
                </a:solidFill>
                <a:latin typeface="Arial"/>
                <a:cs typeface="Arial"/>
              </a:rPr>
              <a:t>Bulk</a:t>
            </a:r>
            <a:r>
              <a:rPr sz="1800" b="1" spc="-240" dirty="0">
                <a:solidFill>
                  <a:srgbClr val="FFFFFF"/>
                </a:solidFill>
                <a:latin typeface="Arial"/>
                <a:cs typeface="Arial"/>
              </a:rPr>
              <a:t> </a:t>
            </a:r>
            <a:r>
              <a:rPr sz="1800" b="1" spc="-70" dirty="0">
                <a:solidFill>
                  <a:srgbClr val="FFFFFF"/>
                </a:solidFill>
                <a:latin typeface="Arial"/>
                <a:cs typeface="Arial"/>
              </a:rPr>
              <a:t>Update  </a:t>
            </a:r>
            <a:r>
              <a:rPr sz="1800" b="1" spc="-135" dirty="0">
                <a:solidFill>
                  <a:srgbClr val="FFFFFF"/>
                </a:solidFill>
                <a:latin typeface="Arial"/>
                <a:cs typeface="Arial"/>
              </a:rPr>
              <a:t>locks</a:t>
            </a:r>
            <a:endParaRPr sz="1800">
              <a:latin typeface="Arial"/>
              <a:cs typeface="Arial"/>
            </a:endParaRPr>
          </a:p>
        </p:txBody>
      </p:sp>
      <p:grpSp>
        <p:nvGrpSpPr>
          <p:cNvPr id="12" name="object 12"/>
          <p:cNvGrpSpPr/>
          <p:nvPr/>
        </p:nvGrpSpPr>
        <p:grpSpPr>
          <a:xfrm>
            <a:off x="2465704" y="2803270"/>
            <a:ext cx="6226810" cy="1385570"/>
            <a:chOff x="2465704" y="2803270"/>
            <a:chExt cx="6226810" cy="1385570"/>
          </a:xfrm>
        </p:grpSpPr>
        <p:sp>
          <p:nvSpPr>
            <p:cNvPr id="13" name="object 13"/>
            <p:cNvSpPr/>
            <p:nvPr/>
          </p:nvSpPr>
          <p:spPr>
            <a:xfrm>
              <a:off x="2470784" y="2808350"/>
              <a:ext cx="6216650" cy="1375410"/>
            </a:xfrm>
            <a:custGeom>
              <a:avLst/>
              <a:gdLst/>
              <a:ahLst/>
              <a:cxnLst/>
              <a:rect l="l" t="t" r="r" b="b"/>
              <a:pathLst>
                <a:path w="6216650" h="1375410">
                  <a:moveTo>
                    <a:pt x="5997321" y="0"/>
                  </a:moveTo>
                  <a:lnTo>
                    <a:pt x="0" y="0"/>
                  </a:lnTo>
                  <a:lnTo>
                    <a:pt x="0" y="1375410"/>
                  </a:lnTo>
                  <a:lnTo>
                    <a:pt x="5997321" y="1375410"/>
                  </a:lnTo>
                  <a:lnTo>
                    <a:pt x="6041483" y="1370753"/>
                  </a:lnTo>
                  <a:lnTo>
                    <a:pt x="6082611" y="1357397"/>
                  </a:lnTo>
                  <a:lnTo>
                    <a:pt x="6119825" y="1336264"/>
                  </a:lnTo>
                  <a:lnTo>
                    <a:pt x="6152245" y="1308274"/>
                  </a:lnTo>
                  <a:lnTo>
                    <a:pt x="6178991" y="1274349"/>
                  </a:lnTo>
                  <a:lnTo>
                    <a:pt x="6199185" y="1235410"/>
                  </a:lnTo>
                  <a:lnTo>
                    <a:pt x="6211946" y="1192378"/>
                  </a:lnTo>
                  <a:lnTo>
                    <a:pt x="6216396" y="1146175"/>
                  </a:lnTo>
                  <a:lnTo>
                    <a:pt x="6216396" y="229235"/>
                  </a:lnTo>
                  <a:lnTo>
                    <a:pt x="6211946" y="183031"/>
                  </a:lnTo>
                  <a:lnTo>
                    <a:pt x="6199185" y="139999"/>
                  </a:lnTo>
                  <a:lnTo>
                    <a:pt x="6178991" y="101060"/>
                  </a:lnTo>
                  <a:lnTo>
                    <a:pt x="6152245" y="67135"/>
                  </a:lnTo>
                  <a:lnTo>
                    <a:pt x="6119825" y="39145"/>
                  </a:lnTo>
                  <a:lnTo>
                    <a:pt x="6082611" y="18012"/>
                  </a:lnTo>
                  <a:lnTo>
                    <a:pt x="6041483" y="4656"/>
                  </a:lnTo>
                  <a:lnTo>
                    <a:pt x="5997321" y="0"/>
                  </a:lnTo>
                  <a:close/>
                </a:path>
              </a:pathLst>
            </a:custGeom>
            <a:solidFill>
              <a:srgbClr val="CCDDD2">
                <a:alpha val="90194"/>
              </a:srgbClr>
            </a:solidFill>
          </p:spPr>
          <p:txBody>
            <a:bodyPr wrap="square" lIns="0" tIns="0" rIns="0" bIns="0" rtlCol="0"/>
            <a:lstStyle/>
            <a:p>
              <a:endParaRPr/>
            </a:p>
          </p:txBody>
        </p:sp>
        <p:sp>
          <p:nvSpPr>
            <p:cNvPr id="14" name="object 14"/>
            <p:cNvSpPr/>
            <p:nvPr/>
          </p:nvSpPr>
          <p:spPr>
            <a:xfrm>
              <a:off x="2470784" y="2808350"/>
              <a:ext cx="6216650" cy="1375410"/>
            </a:xfrm>
            <a:custGeom>
              <a:avLst/>
              <a:gdLst/>
              <a:ahLst/>
              <a:cxnLst/>
              <a:rect l="l" t="t" r="r" b="b"/>
              <a:pathLst>
                <a:path w="6216650" h="1375410">
                  <a:moveTo>
                    <a:pt x="6216396" y="229235"/>
                  </a:moveTo>
                  <a:lnTo>
                    <a:pt x="6216396" y="1146175"/>
                  </a:lnTo>
                  <a:lnTo>
                    <a:pt x="6211946" y="1192378"/>
                  </a:lnTo>
                  <a:lnTo>
                    <a:pt x="6199185" y="1235410"/>
                  </a:lnTo>
                  <a:lnTo>
                    <a:pt x="6178991" y="1274349"/>
                  </a:lnTo>
                  <a:lnTo>
                    <a:pt x="6152245" y="1308274"/>
                  </a:lnTo>
                  <a:lnTo>
                    <a:pt x="6119825" y="1336264"/>
                  </a:lnTo>
                  <a:lnTo>
                    <a:pt x="6082611" y="1357397"/>
                  </a:lnTo>
                  <a:lnTo>
                    <a:pt x="6041483" y="1370753"/>
                  </a:lnTo>
                  <a:lnTo>
                    <a:pt x="5997321" y="1375410"/>
                  </a:lnTo>
                  <a:lnTo>
                    <a:pt x="0" y="1375410"/>
                  </a:lnTo>
                  <a:lnTo>
                    <a:pt x="0" y="0"/>
                  </a:lnTo>
                  <a:lnTo>
                    <a:pt x="5997321" y="0"/>
                  </a:lnTo>
                  <a:lnTo>
                    <a:pt x="6041483" y="4656"/>
                  </a:lnTo>
                  <a:lnTo>
                    <a:pt x="6082611" y="18012"/>
                  </a:lnTo>
                  <a:lnTo>
                    <a:pt x="6119825" y="39145"/>
                  </a:lnTo>
                  <a:lnTo>
                    <a:pt x="6152245" y="67135"/>
                  </a:lnTo>
                  <a:lnTo>
                    <a:pt x="6178991" y="101060"/>
                  </a:lnTo>
                  <a:lnTo>
                    <a:pt x="6199185" y="139999"/>
                  </a:lnTo>
                  <a:lnTo>
                    <a:pt x="6211946" y="183031"/>
                  </a:lnTo>
                  <a:lnTo>
                    <a:pt x="6216396" y="229235"/>
                  </a:lnTo>
                  <a:close/>
                </a:path>
              </a:pathLst>
            </a:custGeom>
            <a:ln w="9906">
              <a:solidFill>
                <a:srgbClr val="CCDDD2"/>
              </a:solidFill>
            </a:ln>
          </p:spPr>
          <p:txBody>
            <a:bodyPr wrap="square" lIns="0" tIns="0" rIns="0" bIns="0" rtlCol="0"/>
            <a:lstStyle/>
            <a:p>
              <a:endParaRPr/>
            </a:p>
          </p:txBody>
        </p:sp>
      </p:grpSp>
      <p:sp>
        <p:nvSpPr>
          <p:cNvPr id="15" name="object 15"/>
          <p:cNvSpPr txBox="1"/>
          <p:nvPr/>
        </p:nvSpPr>
        <p:spPr>
          <a:xfrm>
            <a:off x="2500122" y="2726689"/>
            <a:ext cx="5480050" cy="1184275"/>
          </a:xfrm>
          <a:prstGeom prst="rect">
            <a:avLst/>
          </a:prstGeom>
        </p:spPr>
        <p:txBody>
          <a:bodyPr vert="horz" wrap="square" lIns="0" tIns="40005" rIns="0" bIns="0" rtlCol="0">
            <a:spAutoFit/>
          </a:bodyPr>
          <a:lstStyle/>
          <a:p>
            <a:pPr marL="12700" marR="5080">
              <a:lnSpc>
                <a:spcPts val="1730"/>
              </a:lnSpc>
              <a:spcBef>
                <a:spcPts val="315"/>
              </a:spcBef>
            </a:pPr>
            <a:r>
              <a:rPr sz="1600" spc="60" dirty="0">
                <a:latin typeface="Times New Roman"/>
                <a:cs typeface="Times New Roman"/>
              </a:rPr>
              <a:t>Schema</a:t>
            </a:r>
            <a:r>
              <a:rPr sz="1600" spc="-75" dirty="0">
                <a:latin typeface="Times New Roman"/>
                <a:cs typeface="Times New Roman"/>
              </a:rPr>
              <a:t> </a:t>
            </a:r>
            <a:r>
              <a:rPr sz="1600" spc="55" dirty="0">
                <a:latin typeface="Times New Roman"/>
                <a:cs typeface="Times New Roman"/>
              </a:rPr>
              <a:t>modification</a:t>
            </a:r>
            <a:r>
              <a:rPr sz="1600" spc="-75" dirty="0">
                <a:latin typeface="Times New Roman"/>
                <a:cs typeface="Times New Roman"/>
              </a:rPr>
              <a:t> </a:t>
            </a:r>
            <a:r>
              <a:rPr sz="1600" spc="35" dirty="0">
                <a:latin typeface="Times New Roman"/>
                <a:cs typeface="Times New Roman"/>
              </a:rPr>
              <a:t>locks</a:t>
            </a:r>
            <a:r>
              <a:rPr sz="1600" spc="-70" dirty="0">
                <a:latin typeface="Times New Roman"/>
                <a:cs typeface="Times New Roman"/>
              </a:rPr>
              <a:t> </a:t>
            </a:r>
            <a:r>
              <a:rPr sz="1600" spc="40" dirty="0">
                <a:latin typeface="Times New Roman"/>
                <a:cs typeface="Times New Roman"/>
              </a:rPr>
              <a:t>are</a:t>
            </a:r>
            <a:r>
              <a:rPr sz="1600" spc="-60" dirty="0">
                <a:latin typeface="Times New Roman"/>
                <a:cs typeface="Times New Roman"/>
              </a:rPr>
              <a:t> </a:t>
            </a:r>
            <a:r>
              <a:rPr sz="1600" spc="65" dirty="0">
                <a:latin typeface="Times New Roman"/>
                <a:cs typeface="Times New Roman"/>
              </a:rPr>
              <a:t>used</a:t>
            </a:r>
            <a:r>
              <a:rPr sz="1600" spc="-80" dirty="0">
                <a:latin typeface="Times New Roman"/>
                <a:cs typeface="Times New Roman"/>
              </a:rPr>
              <a:t> </a:t>
            </a:r>
            <a:r>
              <a:rPr sz="1600" spc="35" dirty="0">
                <a:latin typeface="Times New Roman"/>
                <a:cs typeface="Times New Roman"/>
              </a:rPr>
              <a:t>by</a:t>
            </a:r>
            <a:r>
              <a:rPr sz="1600" spc="-60" dirty="0">
                <a:latin typeface="Times New Roman"/>
                <a:cs typeface="Times New Roman"/>
              </a:rPr>
              <a:t> </a:t>
            </a:r>
            <a:r>
              <a:rPr sz="1600" spc="50" dirty="0">
                <a:latin typeface="Times New Roman"/>
                <a:cs typeface="Times New Roman"/>
              </a:rPr>
              <a:t>Database</a:t>
            </a:r>
            <a:r>
              <a:rPr sz="1600" spc="-70" dirty="0">
                <a:latin typeface="Times New Roman"/>
                <a:cs typeface="Times New Roman"/>
              </a:rPr>
              <a:t> </a:t>
            </a:r>
            <a:r>
              <a:rPr sz="1600" spc="50" dirty="0">
                <a:latin typeface="Times New Roman"/>
                <a:cs typeface="Times New Roman"/>
              </a:rPr>
              <a:t>Engine</a:t>
            </a:r>
            <a:r>
              <a:rPr sz="1600" spc="-75" dirty="0">
                <a:latin typeface="Times New Roman"/>
                <a:cs typeface="Times New Roman"/>
              </a:rPr>
              <a:t> </a:t>
            </a:r>
            <a:r>
              <a:rPr sz="1600" spc="45" dirty="0">
                <a:latin typeface="Times New Roman"/>
                <a:cs typeface="Times New Roman"/>
              </a:rPr>
              <a:t>while  </a:t>
            </a:r>
            <a:r>
              <a:rPr sz="1600" spc="55" dirty="0">
                <a:latin typeface="Times New Roman"/>
                <a:cs typeface="Times New Roman"/>
              </a:rPr>
              <a:t>performing</a:t>
            </a:r>
            <a:r>
              <a:rPr sz="1600" spc="-70" dirty="0">
                <a:latin typeface="Times New Roman"/>
                <a:cs typeface="Times New Roman"/>
              </a:rPr>
              <a:t> </a:t>
            </a:r>
            <a:r>
              <a:rPr sz="1600" spc="25" dirty="0">
                <a:latin typeface="Times New Roman"/>
                <a:cs typeface="Times New Roman"/>
              </a:rPr>
              <a:t>a</a:t>
            </a:r>
            <a:r>
              <a:rPr sz="1600" spc="-70" dirty="0">
                <a:latin typeface="Times New Roman"/>
                <a:cs typeface="Times New Roman"/>
              </a:rPr>
              <a:t> </a:t>
            </a:r>
            <a:r>
              <a:rPr sz="1600" spc="45" dirty="0">
                <a:latin typeface="Times New Roman"/>
                <a:cs typeface="Times New Roman"/>
              </a:rPr>
              <a:t>table</a:t>
            </a:r>
            <a:r>
              <a:rPr sz="1600" spc="-60" dirty="0">
                <a:latin typeface="Times New Roman"/>
                <a:cs typeface="Times New Roman"/>
              </a:rPr>
              <a:t> </a:t>
            </a:r>
            <a:r>
              <a:rPr sz="1600" spc="70" dirty="0">
                <a:latin typeface="Times New Roman"/>
                <a:cs typeface="Times New Roman"/>
              </a:rPr>
              <a:t>DDL</a:t>
            </a:r>
            <a:r>
              <a:rPr sz="1600" spc="-80" dirty="0">
                <a:latin typeface="Times New Roman"/>
                <a:cs typeface="Times New Roman"/>
              </a:rPr>
              <a:t> </a:t>
            </a:r>
            <a:r>
              <a:rPr sz="1600" spc="70" dirty="0">
                <a:latin typeface="Times New Roman"/>
                <a:cs typeface="Times New Roman"/>
              </a:rPr>
              <a:t>operation</a:t>
            </a:r>
            <a:r>
              <a:rPr sz="1600" spc="-60" dirty="0">
                <a:latin typeface="Times New Roman"/>
                <a:cs typeface="Times New Roman"/>
              </a:rPr>
              <a:t> </a:t>
            </a:r>
            <a:r>
              <a:rPr sz="1600" spc="70" dirty="0">
                <a:latin typeface="Times New Roman"/>
                <a:cs typeface="Times New Roman"/>
              </a:rPr>
              <a:t>such</a:t>
            </a:r>
            <a:r>
              <a:rPr sz="1600" spc="-70" dirty="0">
                <a:latin typeface="Times New Roman"/>
                <a:cs typeface="Times New Roman"/>
              </a:rPr>
              <a:t> </a:t>
            </a:r>
            <a:r>
              <a:rPr sz="1600" spc="15" dirty="0">
                <a:latin typeface="Times New Roman"/>
                <a:cs typeface="Times New Roman"/>
              </a:rPr>
              <a:t>as</a:t>
            </a:r>
            <a:r>
              <a:rPr sz="1600" spc="-70" dirty="0">
                <a:latin typeface="Times New Roman"/>
                <a:cs typeface="Times New Roman"/>
              </a:rPr>
              <a:t> </a:t>
            </a:r>
            <a:r>
              <a:rPr sz="1600" spc="70" dirty="0">
                <a:latin typeface="Times New Roman"/>
                <a:cs typeface="Times New Roman"/>
              </a:rPr>
              <a:t>dropping</a:t>
            </a:r>
            <a:r>
              <a:rPr sz="1600" spc="-80" dirty="0">
                <a:latin typeface="Times New Roman"/>
                <a:cs typeface="Times New Roman"/>
              </a:rPr>
              <a:t> </a:t>
            </a:r>
            <a:r>
              <a:rPr sz="1600" spc="25" dirty="0">
                <a:latin typeface="Times New Roman"/>
                <a:cs typeface="Times New Roman"/>
              </a:rPr>
              <a:t>a</a:t>
            </a:r>
            <a:r>
              <a:rPr sz="1600" spc="-70" dirty="0">
                <a:latin typeface="Times New Roman"/>
                <a:cs typeface="Times New Roman"/>
              </a:rPr>
              <a:t> </a:t>
            </a:r>
            <a:r>
              <a:rPr sz="1600" spc="45" dirty="0">
                <a:latin typeface="Times New Roman"/>
                <a:cs typeface="Times New Roman"/>
              </a:rPr>
              <a:t>table</a:t>
            </a:r>
            <a:r>
              <a:rPr sz="1600" spc="-60" dirty="0">
                <a:latin typeface="Times New Roman"/>
                <a:cs typeface="Times New Roman"/>
              </a:rPr>
              <a:t> </a:t>
            </a:r>
            <a:r>
              <a:rPr sz="1600" spc="70" dirty="0">
                <a:latin typeface="Times New Roman"/>
                <a:cs typeface="Times New Roman"/>
              </a:rPr>
              <a:t>or</a:t>
            </a:r>
            <a:r>
              <a:rPr sz="1600" spc="-70" dirty="0">
                <a:latin typeface="Times New Roman"/>
                <a:cs typeface="Times New Roman"/>
              </a:rPr>
              <a:t> </a:t>
            </a:r>
            <a:r>
              <a:rPr sz="1600" spc="25" dirty="0">
                <a:latin typeface="Times New Roman"/>
                <a:cs typeface="Times New Roman"/>
              </a:rPr>
              <a:t>a  </a:t>
            </a:r>
            <a:r>
              <a:rPr sz="1600" spc="60" dirty="0">
                <a:latin typeface="Times New Roman"/>
                <a:cs typeface="Times New Roman"/>
              </a:rPr>
              <a:t>column.</a:t>
            </a:r>
            <a:endParaRPr sz="1600">
              <a:latin typeface="Times New Roman"/>
              <a:cs typeface="Times New Roman"/>
            </a:endParaRPr>
          </a:p>
          <a:p>
            <a:pPr marL="12700" marR="248285">
              <a:lnSpc>
                <a:spcPts val="1730"/>
              </a:lnSpc>
              <a:spcBef>
                <a:spcPts val="285"/>
              </a:spcBef>
            </a:pPr>
            <a:r>
              <a:rPr sz="1600" spc="60" dirty="0">
                <a:latin typeface="Times New Roman"/>
                <a:cs typeface="Times New Roman"/>
              </a:rPr>
              <a:t>Schema</a:t>
            </a:r>
            <a:r>
              <a:rPr sz="1600" spc="-70" dirty="0">
                <a:latin typeface="Times New Roman"/>
                <a:cs typeface="Times New Roman"/>
              </a:rPr>
              <a:t> </a:t>
            </a:r>
            <a:r>
              <a:rPr sz="1600" spc="35" dirty="0">
                <a:latin typeface="Times New Roman"/>
                <a:cs typeface="Times New Roman"/>
              </a:rPr>
              <a:t>stability</a:t>
            </a:r>
            <a:r>
              <a:rPr sz="1600" spc="-70" dirty="0">
                <a:latin typeface="Times New Roman"/>
                <a:cs typeface="Times New Roman"/>
              </a:rPr>
              <a:t> </a:t>
            </a:r>
            <a:r>
              <a:rPr sz="1600" spc="35" dirty="0">
                <a:latin typeface="Times New Roman"/>
                <a:cs typeface="Times New Roman"/>
              </a:rPr>
              <a:t>locks</a:t>
            </a:r>
            <a:r>
              <a:rPr sz="1600" spc="-65" dirty="0">
                <a:latin typeface="Times New Roman"/>
                <a:cs typeface="Times New Roman"/>
              </a:rPr>
              <a:t> </a:t>
            </a:r>
            <a:r>
              <a:rPr sz="1600" spc="40" dirty="0">
                <a:latin typeface="Times New Roman"/>
                <a:cs typeface="Times New Roman"/>
              </a:rPr>
              <a:t>are</a:t>
            </a:r>
            <a:r>
              <a:rPr sz="1600" spc="-60" dirty="0">
                <a:latin typeface="Times New Roman"/>
                <a:cs typeface="Times New Roman"/>
              </a:rPr>
              <a:t> </a:t>
            </a:r>
            <a:r>
              <a:rPr sz="1600" spc="65" dirty="0">
                <a:latin typeface="Times New Roman"/>
                <a:cs typeface="Times New Roman"/>
              </a:rPr>
              <a:t>used</a:t>
            </a:r>
            <a:r>
              <a:rPr sz="1600" spc="-65" dirty="0">
                <a:latin typeface="Times New Roman"/>
                <a:cs typeface="Times New Roman"/>
              </a:rPr>
              <a:t> </a:t>
            </a:r>
            <a:r>
              <a:rPr sz="1600" spc="35" dirty="0">
                <a:latin typeface="Times New Roman"/>
                <a:cs typeface="Times New Roman"/>
              </a:rPr>
              <a:t>by</a:t>
            </a:r>
            <a:r>
              <a:rPr sz="1600" spc="-65" dirty="0">
                <a:latin typeface="Times New Roman"/>
                <a:cs typeface="Times New Roman"/>
              </a:rPr>
              <a:t> </a:t>
            </a:r>
            <a:r>
              <a:rPr sz="1600" spc="90" dirty="0">
                <a:latin typeface="Times New Roman"/>
                <a:cs typeface="Times New Roman"/>
              </a:rPr>
              <a:t>the</a:t>
            </a:r>
            <a:r>
              <a:rPr sz="1600" spc="-60" dirty="0">
                <a:latin typeface="Times New Roman"/>
                <a:cs typeface="Times New Roman"/>
              </a:rPr>
              <a:t> </a:t>
            </a:r>
            <a:r>
              <a:rPr sz="1600" spc="50" dirty="0">
                <a:latin typeface="Times New Roman"/>
                <a:cs typeface="Times New Roman"/>
              </a:rPr>
              <a:t>database</a:t>
            </a:r>
            <a:r>
              <a:rPr sz="1600" spc="-75" dirty="0">
                <a:latin typeface="Times New Roman"/>
                <a:cs typeface="Times New Roman"/>
              </a:rPr>
              <a:t> </a:t>
            </a:r>
            <a:r>
              <a:rPr sz="1600" spc="55" dirty="0">
                <a:latin typeface="Times New Roman"/>
                <a:cs typeface="Times New Roman"/>
              </a:rPr>
              <a:t>engine</a:t>
            </a:r>
            <a:r>
              <a:rPr sz="1600" spc="-60" dirty="0">
                <a:latin typeface="Times New Roman"/>
                <a:cs typeface="Times New Roman"/>
              </a:rPr>
              <a:t> </a:t>
            </a:r>
            <a:r>
              <a:rPr sz="1600" spc="45" dirty="0">
                <a:latin typeface="Times New Roman"/>
                <a:cs typeface="Times New Roman"/>
              </a:rPr>
              <a:t>while  compiling</a:t>
            </a:r>
            <a:r>
              <a:rPr sz="1600" spc="-90" dirty="0">
                <a:latin typeface="Times New Roman"/>
                <a:cs typeface="Times New Roman"/>
              </a:rPr>
              <a:t> </a:t>
            </a:r>
            <a:r>
              <a:rPr sz="1600" spc="90" dirty="0">
                <a:latin typeface="Times New Roman"/>
                <a:cs typeface="Times New Roman"/>
              </a:rPr>
              <a:t>and</a:t>
            </a:r>
            <a:r>
              <a:rPr sz="1600" spc="-60" dirty="0">
                <a:latin typeface="Times New Roman"/>
                <a:cs typeface="Times New Roman"/>
              </a:rPr>
              <a:t> </a:t>
            </a:r>
            <a:r>
              <a:rPr sz="1600" spc="55" dirty="0">
                <a:latin typeface="Times New Roman"/>
                <a:cs typeface="Times New Roman"/>
              </a:rPr>
              <a:t>executing</a:t>
            </a:r>
            <a:r>
              <a:rPr sz="1600" spc="-60" dirty="0">
                <a:latin typeface="Times New Roman"/>
                <a:cs typeface="Times New Roman"/>
              </a:rPr>
              <a:t> </a:t>
            </a:r>
            <a:r>
              <a:rPr sz="1600" spc="90" dirty="0">
                <a:latin typeface="Times New Roman"/>
                <a:cs typeface="Times New Roman"/>
              </a:rPr>
              <a:t>the</a:t>
            </a:r>
            <a:r>
              <a:rPr sz="1600" spc="-60" dirty="0">
                <a:latin typeface="Times New Roman"/>
                <a:cs typeface="Times New Roman"/>
              </a:rPr>
              <a:t> </a:t>
            </a:r>
            <a:r>
              <a:rPr sz="1600" spc="45" dirty="0">
                <a:latin typeface="Times New Roman"/>
                <a:cs typeface="Times New Roman"/>
              </a:rPr>
              <a:t>queries.</a:t>
            </a:r>
            <a:endParaRPr sz="1600">
              <a:latin typeface="Times New Roman"/>
              <a:cs typeface="Times New Roman"/>
            </a:endParaRPr>
          </a:p>
        </p:txBody>
      </p:sp>
      <p:grpSp>
        <p:nvGrpSpPr>
          <p:cNvPr id="16" name="object 16"/>
          <p:cNvGrpSpPr/>
          <p:nvPr/>
        </p:nvGrpSpPr>
        <p:grpSpPr>
          <a:xfrm>
            <a:off x="467105" y="2723388"/>
            <a:ext cx="2024380" cy="1450340"/>
            <a:chOff x="467105" y="2723388"/>
            <a:chExt cx="2024380" cy="1450340"/>
          </a:xfrm>
        </p:grpSpPr>
        <p:pic>
          <p:nvPicPr>
            <p:cNvPr id="17" name="object 17"/>
            <p:cNvPicPr/>
            <p:nvPr/>
          </p:nvPicPr>
          <p:blipFill>
            <a:blip r:embed="rId3" cstate="print"/>
            <a:stretch>
              <a:fillRect/>
            </a:stretch>
          </p:blipFill>
          <p:spPr>
            <a:xfrm>
              <a:off x="467105" y="2723388"/>
              <a:ext cx="2023872" cy="1450086"/>
            </a:xfrm>
            <a:prstGeom prst="rect">
              <a:avLst/>
            </a:prstGeom>
          </p:spPr>
        </p:pic>
        <p:pic>
          <p:nvPicPr>
            <p:cNvPr id="18" name="object 18"/>
            <p:cNvPicPr/>
            <p:nvPr/>
          </p:nvPicPr>
          <p:blipFill>
            <a:blip r:embed="rId6" cstate="print"/>
            <a:stretch>
              <a:fillRect/>
            </a:stretch>
          </p:blipFill>
          <p:spPr>
            <a:xfrm>
              <a:off x="613409" y="3203448"/>
              <a:ext cx="1775460" cy="555497"/>
            </a:xfrm>
            <a:prstGeom prst="rect">
              <a:avLst/>
            </a:prstGeom>
          </p:spPr>
        </p:pic>
        <p:pic>
          <p:nvPicPr>
            <p:cNvPr id="19" name="object 19"/>
            <p:cNvPicPr/>
            <p:nvPr/>
          </p:nvPicPr>
          <p:blipFill>
            <a:blip r:embed="rId7" cstate="print"/>
            <a:stretch>
              <a:fillRect/>
            </a:stretch>
          </p:blipFill>
          <p:spPr>
            <a:xfrm>
              <a:off x="508253" y="2741676"/>
              <a:ext cx="1948433" cy="1374648"/>
            </a:xfrm>
            <a:prstGeom prst="rect">
              <a:avLst/>
            </a:prstGeom>
          </p:spPr>
        </p:pic>
      </p:grpSp>
      <p:sp>
        <p:nvSpPr>
          <p:cNvPr id="20" name="object 20"/>
          <p:cNvSpPr txBox="1"/>
          <p:nvPr/>
        </p:nvSpPr>
        <p:spPr>
          <a:xfrm>
            <a:off x="779526" y="3232658"/>
            <a:ext cx="1407160" cy="299720"/>
          </a:xfrm>
          <a:prstGeom prst="rect">
            <a:avLst/>
          </a:prstGeom>
        </p:spPr>
        <p:txBody>
          <a:bodyPr vert="horz" wrap="square" lIns="0" tIns="12700" rIns="0" bIns="0" rtlCol="0">
            <a:spAutoFit/>
          </a:bodyPr>
          <a:lstStyle/>
          <a:p>
            <a:pPr marL="12700">
              <a:lnSpc>
                <a:spcPct val="100000"/>
              </a:lnSpc>
              <a:spcBef>
                <a:spcPts val="100"/>
              </a:spcBef>
            </a:pPr>
            <a:r>
              <a:rPr sz="1800" b="1" spc="-150" dirty="0">
                <a:solidFill>
                  <a:srgbClr val="FFFFFF"/>
                </a:solidFill>
                <a:latin typeface="Arial"/>
                <a:cs typeface="Arial"/>
              </a:rPr>
              <a:t>Schema</a:t>
            </a:r>
            <a:r>
              <a:rPr sz="1800" b="1" spc="-235" dirty="0">
                <a:solidFill>
                  <a:srgbClr val="FFFFFF"/>
                </a:solidFill>
                <a:latin typeface="Arial"/>
                <a:cs typeface="Arial"/>
              </a:rPr>
              <a:t> </a:t>
            </a:r>
            <a:r>
              <a:rPr sz="1800" b="1" spc="-140" dirty="0">
                <a:solidFill>
                  <a:srgbClr val="FFFFFF"/>
                </a:solidFill>
                <a:latin typeface="Arial"/>
                <a:cs typeface="Arial"/>
              </a:rPr>
              <a:t>Locks</a:t>
            </a:r>
            <a:endParaRPr sz="1800">
              <a:latin typeface="Arial"/>
              <a:cs typeface="Arial"/>
            </a:endParaRPr>
          </a:p>
        </p:txBody>
      </p:sp>
      <p:grpSp>
        <p:nvGrpSpPr>
          <p:cNvPr id="21" name="object 21"/>
          <p:cNvGrpSpPr/>
          <p:nvPr/>
        </p:nvGrpSpPr>
        <p:grpSpPr>
          <a:xfrm>
            <a:off x="2465704" y="4314316"/>
            <a:ext cx="6176010" cy="1109980"/>
            <a:chOff x="2465704" y="4314316"/>
            <a:chExt cx="6176010" cy="1109980"/>
          </a:xfrm>
        </p:grpSpPr>
        <p:sp>
          <p:nvSpPr>
            <p:cNvPr id="22" name="object 22"/>
            <p:cNvSpPr/>
            <p:nvPr/>
          </p:nvSpPr>
          <p:spPr>
            <a:xfrm>
              <a:off x="2470784" y="4319396"/>
              <a:ext cx="6165850" cy="1099820"/>
            </a:xfrm>
            <a:custGeom>
              <a:avLst/>
              <a:gdLst/>
              <a:ahLst/>
              <a:cxnLst/>
              <a:rect l="l" t="t" r="r" b="b"/>
              <a:pathLst>
                <a:path w="6165850" h="1099820">
                  <a:moveTo>
                    <a:pt x="5948045" y="0"/>
                  </a:moveTo>
                  <a:lnTo>
                    <a:pt x="0" y="0"/>
                  </a:lnTo>
                  <a:lnTo>
                    <a:pt x="0" y="1099565"/>
                  </a:lnTo>
                  <a:lnTo>
                    <a:pt x="5948045" y="1099565"/>
                  </a:lnTo>
                  <a:lnTo>
                    <a:pt x="5997870" y="1094726"/>
                  </a:lnTo>
                  <a:lnTo>
                    <a:pt x="6043608" y="1080940"/>
                  </a:lnTo>
                  <a:lnTo>
                    <a:pt x="6083955" y="1059307"/>
                  </a:lnTo>
                  <a:lnTo>
                    <a:pt x="6117605" y="1030928"/>
                  </a:lnTo>
                  <a:lnTo>
                    <a:pt x="6143256" y="996901"/>
                  </a:lnTo>
                  <a:lnTo>
                    <a:pt x="6159603" y="958327"/>
                  </a:lnTo>
                  <a:lnTo>
                    <a:pt x="6165342" y="916304"/>
                  </a:lnTo>
                  <a:lnTo>
                    <a:pt x="6165342" y="183260"/>
                  </a:lnTo>
                  <a:lnTo>
                    <a:pt x="6159603" y="141238"/>
                  </a:lnTo>
                  <a:lnTo>
                    <a:pt x="6143256" y="102664"/>
                  </a:lnTo>
                  <a:lnTo>
                    <a:pt x="6117605" y="68637"/>
                  </a:lnTo>
                  <a:lnTo>
                    <a:pt x="6083955" y="40258"/>
                  </a:lnTo>
                  <a:lnTo>
                    <a:pt x="6043608" y="18625"/>
                  </a:lnTo>
                  <a:lnTo>
                    <a:pt x="5997870" y="4839"/>
                  </a:lnTo>
                  <a:lnTo>
                    <a:pt x="5948045" y="0"/>
                  </a:lnTo>
                  <a:close/>
                </a:path>
              </a:pathLst>
            </a:custGeom>
            <a:solidFill>
              <a:srgbClr val="D0CDD0">
                <a:alpha val="90194"/>
              </a:srgbClr>
            </a:solidFill>
          </p:spPr>
          <p:txBody>
            <a:bodyPr wrap="square" lIns="0" tIns="0" rIns="0" bIns="0" rtlCol="0"/>
            <a:lstStyle/>
            <a:p>
              <a:endParaRPr/>
            </a:p>
          </p:txBody>
        </p:sp>
        <p:sp>
          <p:nvSpPr>
            <p:cNvPr id="23" name="object 23"/>
            <p:cNvSpPr/>
            <p:nvPr/>
          </p:nvSpPr>
          <p:spPr>
            <a:xfrm>
              <a:off x="2470784" y="4319396"/>
              <a:ext cx="6165850" cy="1099820"/>
            </a:xfrm>
            <a:custGeom>
              <a:avLst/>
              <a:gdLst/>
              <a:ahLst/>
              <a:cxnLst/>
              <a:rect l="l" t="t" r="r" b="b"/>
              <a:pathLst>
                <a:path w="6165850" h="1099820">
                  <a:moveTo>
                    <a:pt x="6165342" y="183260"/>
                  </a:moveTo>
                  <a:lnTo>
                    <a:pt x="6165342" y="916304"/>
                  </a:lnTo>
                  <a:lnTo>
                    <a:pt x="6159603" y="958327"/>
                  </a:lnTo>
                  <a:lnTo>
                    <a:pt x="6143256" y="996901"/>
                  </a:lnTo>
                  <a:lnTo>
                    <a:pt x="6117605" y="1030928"/>
                  </a:lnTo>
                  <a:lnTo>
                    <a:pt x="6083955" y="1059307"/>
                  </a:lnTo>
                  <a:lnTo>
                    <a:pt x="6043608" y="1080940"/>
                  </a:lnTo>
                  <a:lnTo>
                    <a:pt x="5997870" y="1094726"/>
                  </a:lnTo>
                  <a:lnTo>
                    <a:pt x="5948045" y="1099565"/>
                  </a:lnTo>
                  <a:lnTo>
                    <a:pt x="0" y="1099565"/>
                  </a:lnTo>
                  <a:lnTo>
                    <a:pt x="0" y="0"/>
                  </a:lnTo>
                  <a:lnTo>
                    <a:pt x="5948045" y="0"/>
                  </a:lnTo>
                  <a:lnTo>
                    <a:pt x="5997870" y="4839"/>
                  </a:lnTo>
                  <a:lnTo>
                    <a:pt x="6043608" y="18625"/>
                  </a:lnTo>
                  <a:lnTo>
                    <a:pt x="6083955" y="40258"/>
                  </a:lnTo>
                  <a:lnTo>
                    <a:pt x="6117605" y="68637"/>
                  </a:lnTo>
                  <a:lnTo>
                    <a:pt x="6143256" y="102664"/>
                  </a:lnTo>
                  <a:lnTo>
                    <a:pt x="6159603" y="141238"/>
                  </a:lnTo>
                  <a:lnTo>
                    <a:pt x="6165342" y="183260"/>
                  </a:lnTo>
                  <a:close/>
                </a:path>
              </a:pathLst>
            </a:custGeom>
            <a:ln w="9905">
              <a:solidFill>
                <a:srgbClr val="D0CDD0"/>
              </a:solidFill>
            </a:ln>
          </p:spPr>
          <p:txBody>
            <a:bodyPr wrap="square" lIns="0" tIns="0" rIns="0" bIns="0" rtlCol="0"/>
            <a:lstStyle/>
            <a:p>
              <a:endParaRPr/>
            </a:p>
          </p:txBody>
        </p:sp>
      </p:grpSp>
      <p:sp>
        <p:nvSpPr>
          <p:cNvPr id="24" name="object 24"/>
          <p:cNvSpPr txBox="1"/>
          <p:nvPr/>
        </p:nvSpPr>
        <p:spPr>
          <a:xfrm>
            <a:off x="2500122" y="4447032"/>
            <a:ext cx="5753100" cy="746125"/>
          </a:xfrm>
          <a:prstGeom prst="rect">
            <a:avLst/>
          </a:prstGeom>
        </p:spPr>
        <p:txBody>
          <a:bodyPr vert="horz" wrap="square" lIns="0" tIns="12700" rIns="0" bIns="0" rtlCol="0">
            <a:spAutoFit/>
          </a:bodyPr>
          <a:lstStyle/>
          <a:p>
            <a:pPr marL="12700">
              <a:lnSpc>
                <a:spcPts val="1825"/>
              </a:lnSpc>
              <a:spcBef>
                <a:spcPts val="100"/>
              </a:spcBef>
            </a:pPr>
            <a:r>
              <a:rPr sz="1600" spc="70" dirty="0">
                <a:latin typeface="Times New Roman"/>
                <a:cs typeface="Times New Roman"/>
              </a:rPr>
              <a:t>These</a:t>
            </a:r>
            <a:r>
              <a:rPr sz="1600" spc="-70" dirty="0">
                <a:latin typeface="Times New Roman"/>
                <a:cs typeface="Times New Roman"/>
              </a:rPr>
              <a:t> </a:t>
            </a:r>
            <a:r>
              <a:rPr sz="1600" spc="45" dirty="0">
                <a:latin typeface="Times New Roman"/>
                <a:cs typeface="Times New Roman"/>
              </a:rPr>
              <a:t>types</a:t>
            </a:r>
            <a:r>
              <a:rPr sz="1600" spc="-50" dirty="0">
                <a:latin typeface="Times New Roman"/>
                <a:cs typeface="Times New Roman"/>
              </a:rPr>
              <a:t> </a:t>
            </a:r>
            <a:r>
              <a:rPr sz="1600" spc="45" dirty="0">
                <a:latin typeface="Times New Roman"/>
                <a:cs typeface="Times New Roman"/>
              </a:rPr>
              <a:t>of</a:t>
            </a:r>
            <a:r>
              <a:rPr sz="1600" spc="-65" dirty="0">
                <a:latin typeface="Times New Roman"/>
                <a:cs typeface="Times New Roman"/>
              </a:rPr>
              <a:t> </a:t>
            </a:r>
            <a:r>
              <a:rPr sz="1600" spc="35" dirty="0">
                <a:latin typeface="Times New Roman"/>
                <a:cs typeface="Times New Roman"/>
              </a:rPr>
              <a:t>locks</a:t>
            </a:r>
            <a:r>
              <a:rPr sz="1600" spc="-60" dirty="0">
                <a:latin typeface="Times New Roman"/>
                <a:cs typeface="Times New Roman"/>
              </a:rPr>
              <a:t> </a:t>
            </a:r>
            <a:r>
              <a:rPr sz="1600" spc="65" dirty="0">
                <a:latin typeface="Times New Roman"/>
                <a:cs typeface="Times New Roman"/>
              </a:rPr>
              <a:t>protect</a:t>
            </a:r>
            <a:r>
              <a:rPr sz="1600" spc="-55" dirty="0">
                <a:latin typeface="Times New Roman"/>
                <a:cs typeface="Times New Roman"/>
              </a:rPr>
              <a:t> </a:t>
            </a:r>
            <a:r>
              <a:rPr sz="1600" spc="25" dirty="0">
                <a:latin typeface="Times New Roman"/>
                <a:cs typeface="Times New Roman"/>
              </a:rPr>
              <a:t>a</a:t>
            </a:r>
            <a:r>
              <a:rPr sz="1600" spc="-50" dirty="0">
                <a:latin typeface="Times New Roman"/>
                <a:cs typeface="Times New Roman"/>
              </a:rPr>
              <a:t> </a:t>
            </a:r>
            <a:r>
              <a:rPr sz="1600" spc="45" dirty="0">
                <a:latin typeface="Times New Roman"/>
                <a:cs typeface="Times New Roman"/>
              </a:rPr>
              <a:t>collection</a:t>
            </a:r>
            <a:r>
              <a:rPr sz="1600" spc="-65" dirty="0">
                <a:latin typeface="Times New Roman"/>
                <a:cs typeface="Times New Roman"/>
              </a:rPr>
              <a:t> </a:t>
            </a:r>
            <a:r>
              <a:rPr sz="1600" spc="45" dirty="0">
                <a:latin typeface="Times New Roman"/>
                <a:cs typeface="Times New Roman"/>
              </a:rPr>
              <a:t>of</a:t>
            </a:r>
            <a:r>
              <a:rPr sz="1600" spc="-60" dirty="0">
                <a:latin typeface="Times New Roman"/>
                <a:cs typeface="Times New Roman"/>
              </a:rPr>
              <a:t> </a:t>
            </a:r>
            <a:r>
              <a:rPr sz="1600" spc="45" dirty="0">
                <a:latin typeface="Times New Roman"/>
                <a:cs typeface="Times New Roman"/>
              </a:rPr>
              <a:t>rows</a:t>
            </a:r>
            <a:r>
              <a:rPr sz="1600" spc="-70" dirty="0">
                <a:latin typeface="Times New Roman"/>
                <a:cs typeface="Times New Roman"/>
              </a:rPr>
              <a:t> </a:t>
            </a:r>
            <a:r>
              <a:rPr sz="1600" spc="90" dirty="0">
                <a:latin typeface="Times New Roman"/>
                <a:cs typeface="Times New Roman"/>
              </a:rPr>
              <a:t>that</a:t>
            </a:r>
            <a:r>
              <a:rPr sz="1600" spc="-55" dirty="0">
                <a:latin typeface="Times New Roman"/>
                <a:cs typeface="Times New Roman"/>
              </a:rPr>
              <a:t> </a:t>
            </a:r>
            <a:r>
              <a:rPr sz="1600" spc="45" dirty="0">
                <a:latin typeface="Times New Roman"/>
                <a:cs typeface="Times New Roman"/>
              </a:rPr>
              <a:t>are</a:t>
            </a:r>
            <a:r>
              <a:rPr sz="1600" spc="-55" dirty="0">
                <a:latin typeface="Times New Roman"/>
                <a:cs typeface="Times New Roman"/>
              </a:rPr>
              <a:t> </a:t>
            </a:r>
            <a:r>
              <a:rPr sz="1600" spc="30" dirty="0">
                <a:latin typeface="Times New Roman"/>
                <a:cs typeface="Times New Roman"/>
              </a:rPr>
              <a:t>implicitly</a:t>
            </a:r>
            <a:endParaRPr sz="1600">
              <a:latin typeface="Times New Roman"/>
              <a:cs typeface="Times New Roman"/>
            </a:endParaRPr>
          </a:p>
          <a:p>
            <a:pPr marL="12700">
              <a:lnSpc>
                <a:spcPts val="1825"/>
              </a:lnSpc>
            </a:pPr>
            <a:r>
              <a:rPr sz="1600" spc="65" dirty="0">
                <a:latin typeface="Times New Roman"/>
                <a:cs typeface="Times New Roman"/>
              </a:rPr>
              <a:t>present </a:t>
            </a:r>
            <a:r>
              <a:rPr sz="1600" spc="75" dirty="0">
                <a:latin typeface="Times New Roman"/>
                <a:cs typeface="Times New Roman"/>
              </a:rPr>
              <a:t>in</a:t>
            </a:r>
            <a:r>
              <a:rPr sz="1600" spc="-280" dirty="0">
                <a:latin typeface="Times New Roman"/>
                <a:cs typeface="Times New Roman"/>
              </a:rPr>
              <a:t> </a:t>
            </a:r>
            <a:r>
              <a:rPr sz="1600" spc="25" dirty="0">
                <a:latin typeface="Times New Roman"/>
                <a:cs typeface="Times New Roman"/>
              </a:rPr>
              <a:t>a </a:t>
            </a:r>
            <a:r>
              <a:rPr sz="1600" spc="50" dirty="0">
                <a:latin typeface="Times New Roman"/>
                <a:cs typeface="Times New Roman"/>
              </a:rPr>
              <a:t>recordset.</a:t>
            </a:r>
            <a:endParaRPr sz="1600">
              <a:latin typeface="Times New Roman"/>
              <a:cs typeface="Times New Roman"/>
            </a:endParaRPr>
          </a:p>
          <a:p>
            <a:pPr marL="12700">
              <a:lnSpc>
                <a:spcPct val="100000"/>
              </a:lnSpc>
              <a:spcBef>
                <a:spcPts val="100"/>
              </a:spcBef>
            </a:pPr>
            <a:r>
              <a:rPr sz="1600" spc="30" dirty="0">
                <a:latin typeface="Times New Roman"/>
                <a:cs typeface="Times New Roman"/>
              </a:rPr>
              <a:t>Key-range</a:t>
            </a:r>
            <a:r>
              <a:rPr sz="1600" spc="-55" dirty="0">
                <a:latin typeface="Times New Roman"/>
                <a:cs typeface="Times New Roman"/>
              </a:rPr>
              <a:t> </a:t>
            </a:r>
            <a:r>
              <a:rPr sz="1600" spc="35" dirty="0">
                <a:latin typeface="Times New Roman"/>
                <a:cs typeface="Times New Roman"/>
              </a:rPr>
              <a:t>locks</a:t>
            </a:r>
            <a:r>
              <a:rPr sz="1600" spc="-70" dirty="0">
                <a:latin typeface="Times New Roman"/>
                <a:cs typeface="Times New Roman"/>
              </a:rPr>
              <a:t> </a:t>
            </a:r>
            <a:r>
              <a:rPr sz="1600" spc="70" dirty="0">
                <a:latin typeface="Times New Roman"/>
                <a:cs typeface="Times New Roman"/>
              </a:rPr>
              <a:t>prevent</a:t>
            </a:r>
            <a:r>
              <a:rPr sz="1600" spc="-55" dirty="0">
                <a:latin typeface="Times New Roman"/>
                <a:cs typeface="Times New Roman"/>
              </a:rPr>
              <a:t> </a:t>
            </a:r>
            <a:r>
              <a:rPr sz="1600" spc="90" dirty="0">
                <a:latin typeface="Times New Roman"/>
                <a:cs typeface="Times New Roman"/>
              </a:rPr>
              <a:t>phantom</a:t>
            </a:r>
            <a:r>
              <a:rPr sz="1600" spc="-65" dirty="0">
                <a:latin typeface="Times New Roman"/>
                <a:cs typeface="Times New Roman"/>
              </a:rPr>
              <a:t> </a:t>
            </a:r>
            <a:r>
              <a:rPr sz="1600" spc="40" dirty="0">
                <a:latin typeface="Times New Roman"/>
                <a:cs typeface="Times New Roman"/>
              </a:rPr>
              <a:t>reads.</a:t>
            </a:r>
            <a:endParaRPr sz="1600">
              <a:latin typeface="Times New Roman"/>
              <a:cs typeface="Times New Roman"/>
            </a:endParaRPr>
          </a:p>
        </p:txBody>
      </p:sp>
      <p:grpSp>
        <p:nvGrpSpPr>
          <p:cNvPr id="25" name="object 25"/>
          <p:cNvGrpSpPr/>
          <p:nvPr/>
        </p:nvGrpSpPr>
        <p:grpSpPr>
          <a:xfrm>
            <a:off x="467105" y="4166603"/>
            <a:ext cx="2024380" cy="1450340"/>
            <a:chOff x="467105" y="4166603"/>
            <a:chExt cx="2024380" cy="1450340"/>
          </a:xfrm>
        </p:grpSpPr>
        <p:pic>
          <p:nvPicPr>
            <p:cNvPr id="26" name="object 26"/>
            <p:cNvPicPr/>
            <p:nvPr/>
          </p:nvPicPr>
          <p:blipFill>
            <a:blip r:embed="rId3" cstate="print"/>
            <a:stretch>
              <a:fillRect/>
            </a:stretch>
          </p:blipFill>
          <p:spPr>
            <a:xfrm>
              <a:off x="467105" y="4166603"/>
              <a:ext cx="2023872" cy="1450086"/>
            </a:xfrm>
            <a:prstGeom prst="rect">
              <a:avLst/>
            </a:prstGeom>
          </p:spPr>
        </p:pic>
        <p:pic>
          <p:nvPicPr>
            <p:cNvPr id="27" name="object 27"/>
            <p:cNvPicPr/>
            <p:nvPr/>
          </p:nvPicPr>
          <p:blipFill>
            <a:blip r:embed="rId8" cstate="print"/>
            <a:stretch>
              <a:fillRect/>
            </a:stretch>
          </p:blipFill>
          <p:spPr>
            <a:xfrm>
              <a:off x="768095" y="4514050"/>
              <a:ext cx="1466088" cy="811568"/>
            </a:xfrm>
            <a:prstGeom prst="rect">
              <a:avLst/>
            </a:prstGeom>
          </p:spPr>
        </p:pic>
        <p:pic>
          <p:nvPicPr>
            <p:cNvPr id="28" name="object 28"/>
            <p:cNvPicPr/>
            <p:nvPr/>
          </p:nvPicPr>
          <p:blipFill>
            <a:blip r:embed="rId9" cstate="print"/>
            <a:stretch>
              <a:fillRect/>
            </a:stretch>
          </p:blipFill>
          <p:spPr>
            <a:xfrm>
              <a:off x="508253" y="4184904"/>
              <a:ext cx="1948433" cy="1374648"/>
            </a:xfrm>
            <a:prstGeom prst="rect">
              <a:avLst/>
            </a:prstGeom>
          </p:spPr>
        </p:pic>
      </p:grpSp>
      <p:sp>
        <p:nvSpPr>
          <p:cNvPr id="29" name="object 29"/>
          <p:cNvSpPr txBox="1"/>
          <p:nvPr/>
        </p:nvSpPr>
        <p:spPr>
          <a:xfrm>
            <a:off x="934211" y="4543552"/>
            <a:ext cx="1098550" cy="556260"/>
          </a:xfrm>
          <a:prstGeom prst="rect">
            <a:avLst/>
          </a:prstGeom>
        </p:spPr>
        <p:txBody>
          <a:bodyPr vert="horz" wrap="square" lIns="0" tIns="12700" rIns="0" bIns="0" rtlCol="0">
            <a:spAutoFit/>
          </a:bodyPr>
          <a:lstStyle/>
          <a:p>
            <a:pPr algn="ctr">
              <a:lnSpc>
                <a:spcPts val="2090"/>
              </a:lnSpc>
              <a:spcBef>
                <a:spcPts val="100"/>
              </a:spcBef>
            </a:pPr>
            <a:r>
              <a:rPr sz="1800" b="1" spc="-110" dirty="0">
                <a:solidFill>
                  <a:srgbClr val="FFFFFF"/>
                </a:solidFill>
                <a:latin typeface="Arial"/>
                <a:cs typeface="Arial"/>
              </a:rPr>
              <a:t>Key-Range</a:t>
            </a:r>
            <a:endParaRPr sz="1800">
              <a:latin typeface="Arial"/>
              <a:cs typeface="Arial"/>
            </a:endParaRPr>
          </a:p>
          <a:p>
            <a:pPr algn="ctr">
              <a:lnSpc>
                <a:spcPts val="2090"/>
              </a:lnSpc>
            </a:pPr>
            <a:r>
              <a:rPr sz="1800" b="1" spc="-140" dirty="0">
                <a:solidFill>
                  <a:srgbClr val="FFFFFF"/>
                </a:solidFill>
                <a:latin typeface="Arial"/>
                <a:cs typeface="Arial"/>
              </a:rPr>
              <a:t>Locks</a:t>
            </a:r>
            <a:endParaRPr sz="1800">
              <a:latin typeface="Arial"/>
              <a:cs typeface="Arial"/>
            </a:endParaRPr>
          </a:p>
        </p:txBody>
      </p:sp>
      <p:sp>
        <p:nvSpPr>
          <p:cNvPr id="31" name="object 3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22</a:t>
            </a:fld>
            <a:endParaRPr sz="1200"/>
          </a:p>
        </p:txBody>
      </p:sp>
      <p:sp>
        <p:nvSpPr>
          <p:cNvPr id="32" name="object 3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4141" y="36575"/>
            <a:ext cx="5627370" cy="635635"/>
          </a:xfrm>
          <a:prstGeom prst="rect">
            <a:avLst/>
          </a:prstGeom>
        </p:spPr>
        <p:txBody>
          <a:bodyPr vert="horz" wrap="square" lIns="0" tIns="12700" rIns="0" bIns="0" rtlCol="0">
            <a:spAutoFit/>
          </a:bodyPr>
          <a:lstStyle/>
          <a:p>
            <a:pPr marL="12700">
              <a:lnSpc>
                <a:spcPct val="100000"/>
              </a:lnSpc>
              <a:spcBef>
                <a:spcPts val="100"/>
              </a:spcBef>
            </a:pPr>
            <a:r>
              <a:rPr sz="4000" spc="170" dirty="0"/>
              <a:t>Transaction</a:t>
            </a:r>
            <a:r>
              <a:rPr sz="4000" spc="-180" dirty="0"/>
              <a:t> </a:t>
            </a:r>
            <a:r>
              <a:rPr sz="4000" spc="155" dirty="0"/>
              <a:t>Management</a:t>
            </a:r>
            <a:endParaRPr sz="4000"/>
          </a:p>
        </p:txBody>
      </p:sp>
      <p:sp>
        <p:nvSpPr>
          <p:cNvPr id="3" name="object 3"/>
          <p:cNvSpPr/>
          <p:nvPr/>
        </p:nvSpPr>
        <p:spPr>
          <a:xfrm>
            <a:off x="760476" y="1932431"/>
            <a:ext cx="7623175" cy="3492500"/>
          </a:xfrm>
          <a:custGeom>
            <a:avLst/>
            <a:gdLst/>
            <a:ahLst/>
            <a:cxnLst/>
            <a:rect l="l" t="t" r="r" b="b"/>
            <a:pathLst>
              <a:path w="7623175" h="3492500">
                <a:moveTo>
                  <a:pt x="7623048" y="582041"/>
                </a:moveTo>
                <a:lnTo>
                  <a:pt x="7621117" y="534314"/>
                </a:lnTo>
                <a:lnTo>
                  <a:pt x="7615428" y="487641"/>
                </a:lnTo>
                <a:lnTo>
                  <a:pt x="7606119" y="442175"/>
                </a:lnTo>
                <a:lnTo>
                  <a:pt x="7593368" y="398081"/>
                </a:lnTo>
                <a:lnTo>
                  <a:pt x="7577302" y="355498"/>
                </a:lnTo>
                <a:lnTo>
                  <a:pt x="7558075" y="314579"/>
                </a:lnTo>
                <a:lnTo>
                  <a:pt x="7535837" y="275463"/>
                </a:lnTo>
                <a:lnTo>
                  <a:pt x="7510742" y="238302"/>
                </a:lnTo>
                <a:lnTo>
                  <a:pt x="7482929" y="203263"/>
                </a:lnTo>
                <a:lnTo>
                  <a:pt x="7452563" y="170484"/>
                </a:lnTo>
                <a:lnTo>
                  <a:pt x="7419784" y="140119"/>
                </a:lnTo>
                <a:lnTo>
                  <a:pt x="7384745" y="112306"/>
                </a:lnTo>
                <a:lnTo>
                  <a:pt x="7347585" y="87210"/>
                </a:lnTo>
                <a:lnTo>
                  <a:pt x="7308469" y="64973"/>
                </a:lnTo>
                <a:lnTo>
                  <a:pt x="7267549" y="45745"/>
                </a:lnTo>
                <a:lnTo>
                  <a:pt x="7224966" y="29679"/>
                </a:lnTo>
                <a:lnTo>
                  <a:pt x="7180872" y="16929"/>
                </a:lnTo>
                <a:lnTo>
                  <a:pt x="7135406" y="7620"/>
                </a:lnTo>
                <a:lnTo>
                  <a:pt x="7088733" y="1930"/>
                </a:lnTo>
                <a:lnTo>
                  <a:pt x="7041007" y="0"/>
                </a:lnTo>
                <a:lnTo>
                  <a:pt x="582041" y="0"/>
                </a:lnTo>
                <a:lnTo>
                  <a:pt x="534301" y="1930"/>
                </a:lnTo>
                <a:lnTo>
                  <a:pt x="487629" y="7620"/>
                </a:lnTo>
                <a:lnTo>
                  <a:pt x="442163" y="16929"/>
                </a:lnTo>
                <a:lnTo>
                  <a:pt x="398068" y="29679"/>
                </a:lnTo>
                <a:lnTo>
                  <a:pt x="355473" y="45745"/>
                </a:lnTo>
                <a:lnTo>
                  <a:pt x="314553" y="64973"/>
                </a:lnTo>
                <a:lnTo>
                  <a:pt x="275437" y="87210"/>
                </a:lnTo>
                <a:lnTo>
                  <a:pt x="238290" y="112306"/>
                </a:lnTo>
                <a:lnTo>
                  <a:pt x="203250" y="140119"/>
                </a:lnTo>
                <a:lnTo>
                  <a:pt x="170472" y="170484"/>
                </a:lnTo>
                <a:lnTo>
                  <a:pt x="140106" y="203263"/>
                </a:lnTo>
                <a:lnTo>
                  <a:pt x="112293" y="238302"/>
                </a:lnTo>
                <a:lnTo>
                  <a:pt x="87198" y="275463"/>
                </a:lnTo>
                <a:lnTo>
                  <a:pt x="64960" y="314579"/>
                </a:lnTo>
                <a:lnTo>
                  <a:pt x="45732" y="355498"/>
                </a:lnTo>
                <a:lnTo>
                  <a:pt x="29667" y="398081"/>
                </a:lnTo>
                <a:lnTo>
                  <a:pt x="16903" y="442175"/>
                </a:lnTo>
                <a:lnTo>
                  <a:pt x="7607" y="487641"/>
                </a:lnTo>
                <a:lnTo>
                  <a:pt x="1917" y="534314"/>
                </a:lnTo>
                <a:lnTo>
                  <a:pt x="0" y="582041"/>
                </a:lnTo>
                <a:lnTo>
                  <a:pt x="0" y="2910205"/>
                </a:lnTo>
                <a:lnTo>
                  <a:pt x="1917" y="2957944"/>
                </a:lnTo>
                <a:lnTo>
                  <a:pt x="7607" y="3004616"/>
                </a:lnTo>
                <a:lnTo>
                  <a:pt x="16903" y="3050082"/>
                </a:lnTo>
                <a:lnTo>
                  <a:pt x="29667" y="3094177"/>
                </a:lnTo>
                <a:lnTo>
                  <a:pt x="45732" y="3136760"/>
                </a:lnTo>
                <a:lnTo>
                  <a:pt x="64960" y="3177679"/>
                </a:lnTo>
                <a:lnTo>
                  <a:pt x="87198" y="3216795"/>
                </a:lnTo>
                <a:lnTo>
                  <a:pt x="112293" y="3253956"/>
                </a:lnTo>
                <a:lnTo>
                  <a:pt x="140106" y="3288995"/>
                </a:lnTo>
                <a:lnTo>
                  <a:pt x="170472" y="3321774"/>
                </a:lnTo>
                <a:lnTo>
                  <a:pt x="203250" y="3352139"/>
                </a:lnTo>
                <a:lnTo>
                  <a:pt x="238290" y="3379952"/>
                </a:lnTo>
                <a:lnTo>
                  <a:pt x="275437" y="3405047"/>
                </a:lnTo>
                <a:lnTo>
                  <a:pt x="314553" y="3427285"/>
                </a:lnTo>
                <a:lnTo>
                  <a:pt x="355473" y="3446513"/>
                </a:lnTo>
                <a:lnTo>
                  <a:pt x="398068" y="3462578"/>
                </a:lnTo>
                <a:lnTo>
                  <a:pt x="442163" y="3475329"/>
                </a:lnTo>
                <a:lnTo>
                  <a:pt x="487629" y="3484638"/>
                </a:lnTo>
                <a:lnTo>
                  <a:pt x="534301" y="3490328"/>
                </a:lnTo>
                <a:lnTo>
                  <a:pt x="582041" y="3492246"/>
                </a:lnTo>
                <a:lnTo>
                  <a:pt x="7041007" y="3492246"/>
                </a:lnTo>
                <a:lnTo>
                  <a:pt x="7088733" y="3490328"/>
                </a:lnTo>
                <a:lnTo>
                  <a:pt x="7135406" y="3484638"/>
                </a:lnTo>
                <a:lnTo>
                  <a:pt x="7180872" y="3475329"/>
                </a:lnTo>
                <a:lnTo>
                  <a:pt x="7224966" y="3462578"/>
                </a:lnTo>
                <a:lnTo>
                  <a:pt x="7267549" y="3446513"/>
                </a:lnTo>
                <a:lnTo>
                  <a:pt x="7308469" y="3427285"/>
                </a:lnTo>
                <a:lnTo>
                  <a:pt x="7347585" y="3405047"/>
                </a:lnTo>
                <a:lnTo>
                  <a:pt x="7384745" y="3379952"/>
                </a:lnTo>
                <a:lnTo>
                  <a:pt x="7419784" y="3352139"/>
                </a:lnTo>
                <a:lnTo>
                  <a:pt x="7452563" y="3321774"/>
                </a:lnTo>
                <a:lnTo>
                  <a:pt x="7482929" y="3288995"/>
                </a:lnTo>
                <a:lnTo>
                  <a:pt x="7510742" y="3253956"/>
                </a:lnTo>
                <a:lnTo>
                  <a:pt x="7535837" y="3216795"/>
                </a:lnTo>
                <a:lnTo>
                  <a:pt x="7558075" y="3177679"/>
                </a:lnTo>
                <a:lnTo>
                  <a:pt x="7577302" y="3136760"/>
                </a:lnTo>
                <a:lnTo>
                  <a:pt x="7593368" y="3094177"/>
                </a:lnTo>
                <a:lnTo>
                  <a:pt x="7606119" y="3050082"/>
                </a:lnTo>
                <a:lnTo>
                  <a:pt x="7615428" y="3004616"/>
                </a:lnTo>
                <a:lnTo>
                  <a:pt x="7621117" y="2957944"/>
                </a:lnTo>
                <a:lnTo>
                  <a:pt x="7623048" y="2910205"/>
                </a:lnTo>
                <a:lnTo>
                  <a:pt x="7623048" y="582041"/>
                </a:lnTo>
                <a:close/>
              </a:path>
            </a:pathLst>
          </a:custGeom>
          <a:solidFill>
            <a:srgbClr val="8063A1"/>
          </a:solidFill>
        </p:spPr>
        <p:txBody>
          <a:bodyPr wrap="square" lIns="0" tIns="0" rIns="0" bIns="0" rtlCol="0"/>
          <a:lstStyle/>
          <a:p>
            <a:endParaRPr/>
          </a:p>
        </p:txBody>
      </p:sp>
      <p:sp>
        <p:nvSpPr>
          <p:cNvPr id="4" name="object 4"/>
          <p:cNvSpPr txBox="1">
            <a:spLocks noGrp="1"/>
          </p:cNvSpPr>
          <p:nvPr>
            <p:ph type="body" idx="1"/>
          </p:nvPr>
        </p:nvSpPr>
        <p:spPr>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355600" algn="l"/>
              </a:tabLst>
            </a:pPr>
            <a:r>
              <a:rPr spc="110" dirty="0"/>
              <a:t>SQL </a:t>
            </a:r>
            <a:r>
              <a:rPr spc="70" dirty="0"/>
              <a:t>Server </a:t>
            </a:r>
            <a:r>
              <a:rPr spc="80" dirty="0"/>
              <a:t>implements </a:t>
            </a:r>
            <a:r>
              <a:rPr spc="40" dirty="0"/>
              <a:t>several </a:t>
            </a:r>
            <a:r>
              <a:rPr spc="90" dirty="0"/>
              <a:t>transaction </a:t>
            </a:r>
            <a:r>
              <a:rPr spc="65" dirty="0"/>
              <a:t>isolation  </a:t>
            </a:r>
            <a:r>
              <a:rPr spc="25" dirty="0"/>
              <a:t>levels </a:t>
            </a:r>
            <a:r>
              <a:rPr spc="120" dirty="0"/>
              <a:t>that </a:t>
            </a:r>
            <a:r>
              <a:rPr spc="90" dirty="0"/>
              <a:t>ensure </a:t>
            </a:r>
            <a:r>
              <a:rPr spc="125" dirty="0"/>
              <a:t>the </a:t>
            </a:r>
            <a:r>
              <a:rPr spc="160" dirty="0"/>
              <a:t>ACID </a:t>
            </a:r>
            <a:r>
              <a:rPr spc="80" dirty="0"/>
              <a:t>properties </a:t>
            </a:r>
            <a:r>
              <a:rPr spc="65" dirty="0"/>
              <a:t>of </a:t>
            </a:r>
            <a:r>
              <a:rPr spc="85" dirty="0"/>
              <a:t>these  </a:t>
            </a:r>
            <a:r>
              <a:rPr spc="75" dirty="0"/>
              <a:t>transactions.</a:t>
            </a:r>
          </a:p>
          <a:p>
            <a:pPr marL="355600" marR="5080" indent="-342900" algn="just">
              <a:lnSpc>
                <a:spcPct val="100000"/>
              </a:lnSpc>
              <a:spcBef>
                <a:spcPts val="5"/>
              </a:spcBef>
              <a:buFont typeface="Wingdings"/>
              <a:buChar char=""/>
              <a:tabLst>
                <a:tab pos="355600" algn="l"/>
              </a:tabLst>
            </a:pPr>
            <a:r>
              <a:rPr spc="90" dirty="0"/>
              <a:t>In </a:t>
            </a:r>
            <a:r>
              <a:rPr spc="40" dirty="0"/>
              <a:t>reality, </a:t>
            </a:r>
            <a:r>
              <a:rPr spc="75" dirty="0"/>
              <a:t>it </a:t>
            </a:r>
            <a:r>
              <a:rPr spc="80" dirty="0"/>
              <a:t>means </a:t>
            </a:r>
            <a:r>
              <a:rPr spc="125" dirty="0"/>
              <a:t>that </a:t>
            </a:r>
            <a:r>
              <a:rPr spc="75" dirty="0"/>
              <a:t>it </a:t>
            </a:r>
            <a:r>
              <a:rPr spc="55" dirty="0"/>
              <a:t>uses </a:t>
            </a:r>
            <a:r>
              <a:rPr spc="45" dirty="0"/>
              <a:t>locks </a:t>
            </a:r>
            <a:r>
              <a:rPr spc="120" dirty="0"/>
              <a:t>to </a:t>
            </a:r>
            <a:r>
              <a:rPr spc="45" dirty="0"/>
              <a:t>facilitate  </a:t>
            </a:r>
            <a:r>
              <a:rPr spc="75" dirty="0"/>
              <a:t>transactional </a:t>
            </a:r>
            <a:r>
              <a:rPr spc="20" dirty="0"/>
              <a:t>access </a:t>
            </a:r>
            <a:r>
              <a:rPr spc="120" dirty="0"/>
              <a:t>to </a:t>
            </a:r>
            <a:r>
              <a:rPr spc="85" dirty="0"/>
              <a:t>shared </a:t>
            </a:r>
            <a:r>
              <a:rPr spc="65" dirty="0"/>
              <a:t>database resources </a:t>
            </a:r>
            <a:r>
              <a:rPr spc="125" dirty="0"/>
              <a:t>and  </a:t>
            </a:r>
            <a:r>
              <a:rPr spc="30" dirty="0"/>
              <a:t>also,</a:t>
            </a:r>
            <a:r>
              <a:rPr spc="-105" dirty="0"/>
              <a:t> </a:t>
            </a:r>
            <a:r>
              <a:rPr spc="100" dirty="0"/>
              <a:t>prevent</a:t>
            </a:r>
            <a:r>
              <a:rPr spc="-100" dirty="0"/>
              <a:t> </a:t>
            </a:r>
            <a:r>
              <a:rPr spc="125" dirty="0"/>
              <a:t>the</a:t>
            </a:r>
            <a:r>
              <a:rPr spc="-90" dirty="0"/>
              <a:t> </a:t>
            </a:r>
            <a:r>
              <a:rPr spc="80" dirty="0"/>
              <a:t>interference</a:t>
            </a:r>
            <a:r>
              <a:rPr spc="-100" dirty="0"/>
              <a:t> </a:t>
            </a:r>
            <a:r>
              <a:rPr spc="90" dirty="0"/>
              <a:t>between</a:t>
            </a:r>
            <a:r>
              <a:rPr spc="-90" dirty="0"/>
              <a:t> </a:t>
            </a:r>
            <a:r>
              <a:rPr spc="125" dirty="0"/>
              <a:t>the</a:t>
            </a:r>
            <a:r>
              <a:rPr spc="-100" dirty="0"/>
              <a:t> </a:t>
            </a:r>
            <a:r>
              <a:rPr spc="75" dirty="0"/>
              <a:t>transactions.</a:t>
            </a: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23</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3871595" cy="574040"/>
          </a:xfrm>
          <a:prstGeom prst="rect">
            <a:avLst/>
          </a:prstGeom>
        </p:spPr>
        <p:txBody>
          <a:bodyPr vert="horz" wrap="square" lIns="0" tIns="12700" rIns="0" bIns="0" rtlCol="0">
            <a:spAutoFit/>
          </a:bodyPr>
          <a:lstStyle/>
          <a:p>
            <a:pPr marL="12700">
              <a:lnSpc>
                <a:spcPct val="100000"/>
              </a:lnSpc>
              <a:spcBef>
                <a:spcPts val="100"/>
              </a:spcBef>
            </a:pPr>
            <a:r>
              <a:rPr sz="3600" spc="155" dirty="0"/>
              <a:t>Transaction </a:t>
            </a:r>
            <a:r>
              <a:rPr sz="3600" spc="30" dirty="0"/>
              <a:t>Log</a:t>
            </a:r>
            <a:r>
              <a:rPr sz="3600" spc="-490" dirty="0"/>
              <a:t> </a:t>
            </a:r>
            <a:r>
              <a:rPr sz="3600" spc="-225" dirty="0"/>
              <a:t>1-2</a:t>
            </a:r>
            <a:endParaRPr sz="3600"/>
          </a:p>
        </p:txBody>
      </p:sp>
      <p:sp>
        <p:nvSpPr>
          <p:cNvPr id="3" name="object 3"/>
          <p:cNvSpPr/>
          <p:nvPr/>
        </p:nvSpPr>
        <p:spPr>
          <a:xfrm>
            <a:off x="461010" y="870965"/>
            <a:ext cx="8444230" cy="2224405"/>
          </a:xfrm>
          <a:custGeom>
            <a:avLst/>
            <a:gdLst/>
            <a:ahLst/>
            <a:cxnLst/>
            <a:rect l="l" t="t" r="r" b="b"/>
            <a:pathLst>
              <a:path w="8444230" h="2224405">
                <a:moveTo>
                  <a:pt x="8443722" y="370713"/>
                </a:moveTo>
                <a:lnTo>
                  <a:pt x="8440826" y="324218"/>
                </a:lnTo>
                <a:lnTo>
                  <a:pt x="8432394" y="279450"/>
                </a:lnTo>
                <a:lnTo>
                  <a:pt x="8418766" y="236740"/>
                </a:lnTo>
                <a:lnTo>
                  <a:pt x="8400275" y="196456"/>
                </a:lnTo>
                <a:lnTo>
                  <a:pt x="8377288" y="158927"/>
                </a:lnTo>
                <a:lnTo>
                  <a:pt x="8350148" y="124523"/>
                </a:lnTo>
                <a:lnTo>
                  <a:pt x="8319198" y="93573"/>
                </a:lnTo>
                <a:lnTo>
                  <a:pt x="8284794" y="66433"/>
                </a:lnTo>
                <a:lnTo>
                  <a:pt x="8247266" y="43446"/>
                </a:lnTo>
                <a:lnTo>
                  <a:pt x="8206981" y="24955"/>
                </a:lnTo>
                <a:lnTo>
                  <a:pt x="8164271" y="11328"/>
                </a:lnTo>
                <a:lnTo>
                  <a:pt x="8119504" y="2895"/>
                </a:lnTo>
                <a:lnTo>
                  <a:pt x="8073009" y="0"/>
                </a:lnTo>
                <a:lnTo>
                  <a:pt x="370713" y="0"/>
                </a:lnTo>
                <a:lnTo>
                  <a:pt x="324205" y="2895"/>
                </a:lnTo>
                <a:lnTo>
                  <a:pt x="279425" y="11328"/>
                </a:lnTo>
                <a:lnTo>
                  <a:pt x="236728" y="24955"/>
                </a:lnTo>
                <a:lnTo>
                  <a:pt x="196430" y="43446"/>
                </a:lnTo>
                <a:lnTo>
                  <a:pt x="158915" y="66433"/>
                </a:lnTo>
                <a:lnTo>
                  <a:pt x="124498" y="93573"/>
                </a:lnTo>
                <a:lnTo>
                  <a:pt x="93548" y="124523"/>
                </a:lnTo>
                <a:lnTo>
                  <a:pt x="66408" y="158927"/>
                </a:lnTo>
                <a:lnTo>
                  <a:pt x="43434" y="196456"/>
                </a:lnTo>
                <a:lnTo>
                  <a:pt x="24942" y="236740"/>
                </a:lnTo>
                <a:lnTo>
                  <a:pt x="11315" y="279450"/>
                </a:lnTo>
                <a:lnTo>
                  <a:pt x="2882" y="324218"/>
                </a:lnTo>
                <a:lnTo>
                  <a:pt x="0" y="370713"/>
                </a:lnTo>
                <a:lnTo>
                  <a:pt x="0" y="1853565"/>
                </a:lnTo>
                <a:lnTo>
                  <a:pt x="2882" y="1900072"/>
                </a:lnTo>
                <a:lnTo>
                  <a:pt x="11315" y="1944839"/>
                </a:lnTo>
                <a:lnTo>
                  <a:pt x="24942" y="1987550"/>
                </a:lnTo>
                <a:lnTo>
                  <a:pt x="43434" y="2027834"/>
                </a:lnTo>
                <a:lnTo>
                  <a:pt x="66408" y="2065362"/>
                </a:lnTo>
                <a:lnTo>
                  <a:pt x="93548" y="2099767"/>
                </a:lnTo>
                <a:lnTo>
                  <a:pt x="124498" y="2130717"/>
                </a:lnTo>
                <a:lnTo>
                  <a:pt x="158915" y="2157857"/>
                </a:lnTo>
                <a:lnTo>
                  <a:pt x="196430" y="2180844"/>
                </a:lnTo>
                <a:lnTo>
                  <a:pt x="236728" y="2199335"/>
                </a:lnTo>
                <a:lnTo>
                  <a:pt x="279425" y="2212962"/>
                </a:lnTo>
                <a:lnTo>
                  <a:pt x="324205" y="2221395"/>
                </a:lnTo>
                <a:lnTo>
                  <a:pt x="370713" y="2224278"/>
                </a:lnTo>
                <a:lnTo>
                  <a:pt x="8073009" y="2224278"/>
                </a:lnTo>
                <a:lnTo>
                  <a:pt x="8119504" y="2221395"/>
                </a:lnTo>
                <a:lnTo>
                  <a:pt x="8164271" y="2212962"/>
                </a:lnTo>
                <a:lnTo>
                  <a:pt x="8206981" y="2199335"/>
                </a:lnTo>
                <a:lnTo>
                  <a:pt x="8247266" y="2180844"/>
                </a:lnTo>
                <a:lnTo>
                  <a:pt x="8284794" y="2157857"/>
                </a:lnTo>
                <a:lnTo>
                  <a:pt x="8319198" y="2130717"/>
                </a:lnTo>
                <a:lnTo>
                  <a:pt x="8350148" y="2099767"/>
                </a:lnTo>
                <a:lnTo>
                  <a:pt x="8377288" y="2065362"/>
                </a:lnTo>
                <a:lnTo>
                  <a:pt x="8400275" y="2027834"/>
                </a:lnTo>
                <a:lnTo>
                  <a:pt x="8418766" y="1987550"/>
                </a:lnTo>
                <a:lnTo>
                  <a:pt x="8432394" y="1944839"/>
                </a:lnTo>
                <a:lnTo>
                  <a:pt x="8440826" y="1900072"/>
                </a:lnTo>
                <a:lnTo>
                  <a:pt x="8443722" y="1853565"/>
                </a:lnTo>
                <a:lnTo>
                  <a:pt x="8443722" y="370713"/>
                </a:lnTo>
                <a:close/>
              </a:path>
            </a:pathLst>
          </a:custGeom>
          <a:solidFill>
            <a:srgbClr val="49452A"/>
          </a:solidFill>
        </p:spPr>
        <p:txBody>
          <a:bodyPr wrap="square" lIns="0" tIns="0" rIns="0" bIns="0" rtlCol="0"/>
          <a:lstStyle/>
          <a:p>
            <a:endParaRPr/>
          </a:p>
        </p:txBody>
      </p:sp>
      <p:sp>
        <p:nvSpPr>
          <p:cNvPr id="4" name="object 4"/>
          <p:cNvSpPr txBox="1"/>
          <p:nvPr/>
        </p:nvSpPr>
        <p:spPr>
          <a:xfrm>
            <a:off x="876808" y="1123695"/>
            <a:ext cx="7728584" cy="1703070"/>
          </a:xfrm>
          <a:prstGeom prst="rect">
            <a:avLst/>
          </a:prstGeom>
        </p:spPr>
        <p:txBody>
          <a:bodyPr vert="horz" wrap="square" lIns="0" tIns="13335" rIns="0" bIns="0" rtlCol="0">
            <a:spAutoFit/>
          </a:bodyPr>
          <a:lstStyle/>
          <a:p>
            <a:pPr marL="355600" marR="6350" indent="-342900" algn="just">
              <a:lnSpc>
                <a:spcPct val="100000"/>
              </a:lnSpc>
              <a:spcBef>
                <a:spcPts val="105"/>
              </a:spcBef>
              <a:buFont typeface="Wingdings"/>
              <a:buChar char=""/>
              <a:tabLst>
                <a:tab pos="355600" algn="l"/>
              </a:tabLst>
            </a:pPr>
            <a:r>
              <a:rPr sz="2200" spc="95" dirty="0">
                <a:solidFill>
                  <a:srgbClr val="FFFFFF"/>
                </a:solidFill>
                <a:latin typeface="Times New Roman"/>
                <a:cs typeface="Times New Roman"/>
              </a:rPr>
              <a:t>Transaction </a:t>
            </a:r>
            <a:r>
              <a:rPr sz="2200" spc="20" dirty="0">
                <a:solidFill>
                  <a:srgbClr val="FFFFFF"/>
                </a:solidFill>
                <a:latin typeface="Times New Roman"/>
                <a:cs typeface="Times New Roman"/>
              </a:rPr>
              <a:t>log </a:t>
            </a:r>
            <a:r>
              <a:rPr sz="2200" spc="5" dirty="0">
                <a:solidFill>
                  <a:srgbClr val="FFFFFF"/>
                </a:solidFill>
                <a:latin typeface="Times New Roman"/>
                <a:cs typeface="Times New Roman"/>
              </a:rPr>
              <a:t>is </a:t>
            </a:r>
            <a:r>
              <a:rPr sz="2200" spc="35" dirty="0">
                <a:solidFill>
                  <a:srgbClr val="FFFFFF"/>
                </a:solidFill>
                <a:latin typeface="Times New Roman"/>
                <a:cs typeface="Times New Roman"/>
              </a:rPr>
              <a:t>a </a:t>
            </a:r>
            <a:r>
              <a:rPr sz="2200" spc="40" dirty="0">
                <a:solidFill>
                  <a:srgbClr val="FFFFFF"/>
                </a:solidFill>
                <a:latin typeface="Times New Roman"/>
                <a:cs typeface="Times New Roman"/>
              </a:rPr>
              <a:t>critical </a:t>
            </a:r>
            <a:r>
              <a:rPr sz="2200" spc="114" dirty="0">
                <a:solidFill>
                  <a:srgbClr val="FFFFFF"/>
                </a:solidFill>
                <a:latin typeface="Times New Roman"/>
                <a:cs typeface="Times New Roman"/>
              </a:rPr>
              <a:t>component </a:t>
            </a:r>
            <a:r>
              <a:rPr sz="2200" spc="65" dirty="0">
                <a:solidFill>
                  <a:srgbClr val="FFFFFF"/>
                </a:solidFill>
                <a:latin typeface="Times New Roman"/>
                <a:cs typeface="Times New Roman"/>
              </a:rPr>
              <a:t>of </a:t>
            </a:r>
            <a:r>
              <a:rPr sz="2200" spc="125" dirty="0">
                <a:solidFill>
                  <a:srgbClr val="FFFFFF"/>
                </a:solidFill>
                <a:latin typeface="Times New Roman"/>
                <a:cs typeface="Times New Roman"/>
              </a:rPr>
              <a:t>the </a:t>
            </a:r>
            <a:r>
              <a:rPr sz="2200" spc="65" dirty="0">
                <a:solidFill>
                  <a:srgbClr val="FFFFFF"/>
                </a:solidFill>
                <a:latin typeface="Times New Roman"/>
                <a:cs typeface="Times New Roman"/>
              </a:rPr>
              <a:t>database </a:t>
            </a:r>
            <a:r>
              <a:rPr sz="2200" spc="125" dirty="0">
                <a:solidFill>
                  <a:srgbClr val="FFFFFF"/>
                </a:solidFill>
                <a:latin typeface="Times New Roman"/>
                <a:cs typeface="Times New Roman"/>
              </a:rPr>
              <a:t>and</a:t>
            </a:r>
            <a:r>
              <a:rPr sz="2200" spc="-355" dirty="0">
                <a:solidFill>
                  <a:srgbClr val="FFFFFF"/>
                </a:solidFill>
                <a:latin typeface="Times New Roman"/>
                <a:cs typeface="Times New Roman"/>
              </a:rPr>
              <a:t> </a:t>
            </a:r>
            <a:r>
              <a:rPr sz="2200" spc="15" dirty="0">
                <a:solidFill>
                  <a:srgbClr val="FFFFFF"/>
                </a:solidFill>
                <a:latin typeface="Times New Roman"/>
                <a:cs typeface="Times New Roman"/>
              </a:rPr>
              <a:t>if  </a:t>
            </a:r>
            <a:r>
              <a:rPr sz="2200" spc="35" dirty="0">
                <a:solidFill>
                  <a:srgbClr val="FFFFFF"/>
                </a:solidFill>
                <a:latin typeface="Times New Roman"/>
                <a:cs typeface="Times New Roman"/>
              </a:rPr>
              <a:t>a</a:t>
            </a:r>
            <a:r>
              <a:rPr sz="2200" spc="-5" dirty="0">
                <a:solidFill>
                  <a:srgbClr val="FFFFFF"/>
                </a:solidFill>
                <a:latin typeface="Times New Roman"/>
                <a:cs typeface="Times New Roman"/>
              </a:rPr>
              <a:t> </a:t>
            </a:r>
            <a:r>
              <a:rPr sz="2200" spc="50" dirty="0">
                <a:solidFill>
                  <a:srgbClr val="FFFFFF"/>
                </a:solidFill>
                <a:latin typeface="Times New Roman"/>
                <a:cs typeface="Times New Roman"/>
              </a:rPr>
              <a:t>system</a:t>
            </a:r>
            <a:r>
              <a:rPr sz="2200" dirty="0">
                <a:solidFill>
                  <a:srgbClr val="FFFFFF"/>
                </a:solidFill>
                <a:latin typeface="Times New Roman"/>
                <a:cs typeface="Times New Roman"/>
              </a:rPr>
              <a:t> </a:t>
            </a:r>
            <a:r>
              <a:rPr sz="2200" spc="50" dirty="0">
                <a:solidFill>
                  <a:srgbClr val="FFFFFF"/>
                </a:solidFill>
                <a:latin typeface="Times New Roman"/>
                <a:cs typeface="Times New Roman"/>
              </a:rPr>
              <a:t>failure</a:t>
            </a:r>
            <a:r>
              <a:rPr sz="2200" spc="-15" dirty="0">
                <a:solidFill>
                  <a:srgbClr val="FFFFFF"/>
                </a:solidFill>
                <a:latin typeface="Times New Roman"/>
                <a:cs typeface="Times New Roman"/>
              </a:rPr>
              <a:t> </a:t>
            </a:r>
            <a:r>
              <a:rPr sz="2200" spc="55" dirty="0">
                <a:solidFill>
                  <a:srgbClr val="FFFFFF"/>
                </a:solidFill>
                <a:latin typeface="Times New Roman"/>
                <a:cs typeface="Times New Roman"/>
              </a:rPr>
              <a:t>occurs,</a:t>
            </a:r>
            <a:r>
              <a:rPr sz="2200" spc="-10"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15" dirty="0">
                <a:solidFill>
                  <a:srgbClr val="FFFFFF"/>
                </a:solidFill>
                <a:latin typeface="Times New Roman"/>
                <a:cs typeface="Times New Roman"/>
              </a:rPr>
              <a:t> </a:t>
            </a:r>
            <a:r>
              <a:rPr sz="2200" spc="85" dirty="0">
                <a:solidFill>
                  <a:srgbClr val="FFFFFF"/>
                </a:solidFill>
                <a:latin typeface="Times New Roman"/>
                <a:cs typeface="Times New Roman"/>
              </a:rPr>
              <a:t>transaction</a:t>
            </a:r>
            <a:r>
              <a:rPr sz="2200" dirty="0">
                <a:solidFill>
                  <a:srgbClr val="FFFFFF"/>
                </a:solidFill>
                <a:latin typeface="Times New Roman"/>
                <a:cs typeface="Times New Roman"/>
              </a:rPr>
              <a:t> </a:t>
            </a:r>
            <a:r>
              <a:rPr sz="2200" spc="20" dirty="0">
                <a:solidFill>
                  <a:srgbClr val="FFFFFF"/>
                </a:solidFill>
                <a:latin typeface="Times New Roman"/>
                <a:cs typeface="Times New Roman"/>
              </a:rPr>
              <a:t>log</a:t>
            </a:r>
            <a:r>
              <a:rPr sz="2200" spc="-5" dirty="0">
                <a:solidFill>
                  <a:srgbClr val="FFFFFF"/>
                </a:solidFill>
                <a:latin typeface="Times New Roman"/>
                <a:cs typeface="Times New Roman"/>
              </a:rPr>
              <a:t> </a:t>
            </a:r>
            <a:r>
              <a:rPr sz="2200" spc="15" dirty="0">
                <a:solidFill>
                  <a:srgbClr val="FFFFFF"/>
                </a:solidFill>
                <a:latin typeface="Times New Roman"/>
                <a:cs typeface="Times New Roman"/>
              </a:rPr>
              <a:t>will</a:t>
            </a:r>
            <a:r>
              <a:rPr sz="2200" spc="-10" dirty="0">
                <a:solidFill>
                  <a:srgbClr val="FFFFFF"/>
                </a:solidFill>
                <a:latin typeface="Times New Roman"/>
                <a:cs typeface="Times New Roman"/>
              </a:rPr>
              <a:t> </a:t>
            </a:r>
            <a:r>
              <a:rPr sz="2200" spc="75" dirty="0">
                <a:solidFill>
                  <a:srgbClr val="FFFFFF"/>
                </a:solidFill>
                <a:latin typeface="Times New Roman"/>
                <a:cs typeface="Times New Roman"/>
              </a:rPr>
              <a:t>be</a:t>
            </a:r>
            <a:r>
              <a:rPr sz="2200" spc="-10" dirty="0">
                <a:solidFill>
                  <a:srgbClr val="FFFFFF"/>
                </a:solidFill>
                <a:latin typeface="Times New Roman"/>
                <a:cs typeface="Times New Roman"/>
              </a:rPr>
              <a:t> </a:t>
            </a:r>
            <a:r>
              <a:rPr sz="2200" spc="85" dirty="0">
                <a:solidFill>
                  <a:srgbClr val="FFFFFF"/>
                </a:solidFill>
                <a:latin typeface="Times New Roman"/>
                <a:cs typeface="Times New Roman"/>
              </a:rPr>
              <a:t>required</a:t>
            </a:r>
            <a:r>
              <a:rPr sz="2200" spc="-10" dirty="0">
                <a:solidFill>
                  <a:srgbClr val="FFFFFF"/>
                </a:solidFill>
                <a:latin typeface="Times New Roman"/>
                <a:cs typeface="Times New Roman"/>
              </a:rPr>
              <a:t> </a:t>
            </a:r>
            <a:r>
              <a:rPr sz="2200" spc="114" dirty="0">
                <a:solidFill>
                  <a:srgbClr val="FFFFFF"/>
                </a:solidFill>
                <a:latin typeface="Times New Roman"/>
                <a:cs typeface="Times New Roman"/>
              </a:rPr>
              <a:t>to  </a:t>
            </a:r>
            <a:r>
              <a:rPr sz="2200" spc="75" dirty="0">
                <a:solidFill>
                  <a:srgbClr val="FFFFFF"/>
                </a:solidFill>
                <a:latin typeface="Times New Roman"/>
                <a:cs typeface="Times New Roman"/>
              </a:rPr>
              <a:t>bring</a:t>
            </a:r>
            <a:r>
              <a:rPr sz="2200" spc="-95"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100" dirty="0">
                <a:solidFill>
                  <a:srgbClr val="FFFFFF"/>
                </a:solidFill>
                <a:latin typeface="Times New Roman"/>
                <a:cs typeface="Times New Roman"/>
              </a:rPr>
              <a:t> </a:t>
            </a:r>
            <a:r>
              <a:rPr sz="2200" spc="65" dirty="0">
                <a:solidFill>
                  <a:srgbClr val="FFFFFF"/>
                </a:solidFill>
                <a:latin typeface="Times New Roman"/>
                <a:cs typeface="Times New Roman"/>
              </a:rPr>
              <a:t>database</a:t>
            </a:r>
            <a:r>
              <a:rPr sz="2200" spc="-110" dirty="0">
                <a:solidFill>
                  <a:srgbClr val="FFFFFF"/>
                </a:solidFill>
                <a:latin typeface="Times New Roman"/>
                <a:cs typeface="Times New Roman"/>
              </a:rPr>
              <a:t> </a:t>
            </a:r>
            <a:r>
              <a:rPr sz="2200" spc="120" dirty="0">
                <a:solidFill>
                  <a:srgbClr val="FFFFFF"/>
                </a:solidFill>
                <a:latin typeface="Times New Roman"/>
                <a:cs typeface="Times New Roman"/>
              </a:rPr>
              <a:t>to</a:t>
            </a:r>
            <a:r>
              <a:rPr sz="2200" spc="-100" dirty="0">
                <a:solidFill>
                  <a:srgbClr val="FFFFFF"/>
                </a:solidFill>
                <a:latin typeface="Times New Roman"/>
                <a:cs typeface="Times New Roman"/>
              </a:rPr>
              <a:t> </a:t>
            </a:r>
            <a:r>
              <a:rPr sz="2200" spc="35" dirty="0">
                <a:solidFill>
                  <a:srgbClr val="FFFFFF"/>
                </a:solidFill>
                <a:latin typeface="Times New Roman"/>
                <a:cs typeface="Times New Roman"/>
              </a:rPr>
              <a:t>a</a:t>
            </a:r>
            <a:r>
              <a:rPr sz="2200" spc="-90" dirty="0">
                <a:solidFill>
                  <a:srgbClr val="FFFFFF"/>
                </a:solidFill>
                <a:latin typeface="Times New Roman"/>
                <a:cs typeface="Times New Roman"/>
              </a:rPr>
              <a:t> </a:t>
            </a:r>
            <a:r>
              <a:rPr sz="2200" spc="85" dirty="0">
                <a:solidFill>
                  <a:srgbClr val="FFFFFF"/>
                </a:solidFill>
                <a:latin typeface="Times New Roman"/>
                <a:cs typeface="Times New Roman"/>
              </a:rPr>
              <a:t>consistent</a:t>
            </a:r>
            <a:r>
              <a:rPr sz="2200" spc="-105" dirty="0">
                <a:solidFill>
                  <a:srgbClr val="FFFFFF"/>
                </a:solidFill>
                <a:latin typeface="Times New Roman"/>
                <a:cs typeface="Times New Roman"/>
              </a:rPr>
              <a:t> </a:t>
            </a:r>
            <a:r>
              <a:rPr sz="2200" spc="70" dirty="0">
                <a:solidFill>
                  <a:srgbClr val="FFFFFF"/>
                </a:solidFill>
                <a:latin typeface="Times New Roman"/>
                <a:cs typeface="Times New Roman"/>
              </a:rPr>
              <a:t>data.</a:t>
            </a:r>
            <a:endParaRPr sz="2200">
              <a:latin typeface="Times New Roman"/>
              <a:cs typeface="Times New Roman"/>
            </a:endParaRPr>
          </a:p>
          <a:p>
            <a:pPr marL="355600" marR="5080" indent="-342900" algn="just">
              <a:lnSpc>
                <a:spcPct val="100000"/>
              </a:lnSpc>
              <a:buFont typeface="Wingdings"/>
              <a:buChar char=""/>
              <a:tabLst>
                <a:tab pos="355600" algn="l"/>
              </a:tabLst>
            </a:pPr>
            <a:r>
              <a:rPr sz="2200" spc="145" dirty="0">
                <a:solidFill>
                  <a:srgbClr val="FFFFFF"/>
                </a:solidFill>
                <a:latin typeface="Times New Roman"/>
                <a:cs typeface="Times New Roman"/>
              </a:rPr>
              <a:t>The </a:t>
            </a:r>
            <a:r>
              <a:rPr sz="2200" spc="90" dirty="0">
                <a:solidFill>
                  <a:srgbClr val="FFFFFF"/>
                </a:solidFill>
                <a:latin typeface="Times New Roman"/>
                <a:cs typeface="Times New Roman"/>
              </a:rPr>
              <a:t>transaction </a:t>
            </a:r>
            <a:r>
              <a:rPr sz="2200" spc="20" dirty="0">
                <a:solidFill>
                  <a:srgbClr val="FFFFFF"/>
                </a:solidFill>
                <a:latin typeface="Times New Roman"/>
                <a:cs typeface="Times New Roman"/>
              </a:rPr>
              <a:t>log </a:t>
            </a:r>
            <a:r>
              <a:rPr sz="2200" spc="95" dirty="0">
                <a:solidFill>
                  <a:srgbClr val="FFFFFF"/>
                </a:solidFill>
                <a:latin typeface="Times New Roman"/>
                <a:cs typeface="Times New Roman"/>
              </a:rPr>
              <a:t>should </a:t>
            </a:r>
            <a:r>
              <a:rPr sz="2200" spc="145" dirty="0">
                <a:solidFill>
                  <a:srgbClr val="FFFFFF"/>
                </a:solidFill>
                <a:latin typeface="Times New Roman"/>
                <a:cs typeface="Times New Roman"/>
              </a:rPr>
              <a:t>not </a:t>
            </a:r>
            <a:r>
              <a:rPr sz="2200" spc="70" dirty="0">
                <a:solidFill>
                  <a:srgbClr val="FFFFFF"/>
                </a:solidFill>
                <a:latin typeface="Times New Roman"/>
                <a:cs typeface="Times New Roman"/>
              </a:rPr>
              <a:t>be </a:t>
            </a:r>
            <a:r>
              <a:rPr sz="2200" spc="90" dirty="0">
                <a:solidFill>
                  <a:srgbClr val="FFFFFF"/>
                </a:solidFill>
                <a:latin typeface="Times New Roman"/>
                <a:cs typeface="Times New Roman"/>
              </a:rPr>
              <a:t>moved </a:t>
            </a:r>
            <a:r>
              <a:rPr sz="2200" spc="95" dirty="0">
                <a:solidFill>
                  <a:srgbClr val="FFFFFF"/>
                </a:solidFill>
                <a:latin typeface="Times New Roman"/>
                <a:cs typeface="Times New Roman"/>
              </a:rPr>
              <a:t>or </a:t>
            </a:r>
            <a:r>
              <a:rPr sz="2200" spc="75" dirty="0">
                <a:solidFill>
                  <a:srgbClr val="FFFFFF"/>
                </a:solidFill>
                <a:latin typeface="Times New Roman"/>
                <a:cs typeface="Times New Roman"/>
              </a:rPr>
              <a:t>deleted </a:t>
            </a:r>
            <a:r>
              <a:rPr sz="2200" spc="100" dirty="0">
                <a:solidFill>
                  <a:srgbClr val="FFFFFF"/>
                </a:solidFill>
                <a:latin typeface="Times New Roman"/>
                <a:cs typeface="Times New Roman"/>
              </a:rPr>
              <a:t>until  </a:t>
            </a:r>
            <a:r>
              <a:rPr sz="2200" spc="65" dirty="0">
                <a:solidFill>
                  <a:srgbClr val="FFFFFF"/>
                </a:solidFill>
                <a:latin typeface="Times New Roman"/>
                <a:cs typeface="Times New Roman"/>
              </a:rPr>
              <a:t>users</a:t>
            </a:r>
            <a:r>
              <a:rPr sz="2200" spc="-105" dirty="0">
                <a:solidFill>
                  <a:srgbClr val="FFFFFF"/>
                </a:solidFill>
                <a:latin typeface="Times New Roman"/>
                <a:cs typeface="Times New Roman"/>
              </a:rPr>
              <a:t> </a:t>
            </a:r>
            <a:r>
              <a:rPr sz="2200" spc="114" dirty="0">
                <a:solidFill>
                  <a:srgbClr val="FFFFFF"/>
                </a:solidFill>
                <a:latin typeface="Times New Roman"/>
                <a:cs typeface="Times New Roman"/>
              </a:rPr>
              <a:t>understand</a:t>
            </a:r>
            <a:r>
              <a:rPr sz="2200" spc="-120"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100" dirty="0">
                <a:solidFill>
                  <a:srgbClr val="FFFFFF"/>
                </a:solidFill>
                <a:latin typeface="Times New Roman"/>
                <a:cs typeface="Times New Roman"/>
              </a:rPr>
              <a:t> </a:t>
            </a:r>
            <a:r>
              <a:rPr sz="2200" spc="80" dirty="0">
                <a:solidFill>
                  <a:srgbClr val="FFFFFF"/>
                </a:solidFill>
                <a:latin typeface="Times New Roman"/>
                <a:cs typeface="Times New Roman"/>
              </a:rPr>
              <a:t>consequences</a:t>
            </a:r>
            <a:r>
              <a:rPr sz="2200" spc="-110" dirty="0">
                <a:solidFill>
                  <a:srgbClr val="FFFFFF"/>
                </a:solidFill>
                <a:latin typeface="Times New Roman"/>
                <a:cs typeface="Times New Roman"/>
              </a:rPr>
              <a:t> </a:t>
            </a:r>
            <a:r>
              <a:rPr sz="2200" spc="65" dirty="0">
                <a:solidFill>
                  <a:srgbClr val="FFFFFF"/>
                </a:solidFill>
                <a:latin typeface="Times New Roman"/>
                <a:cs typeface="Times New Roman"/>
              </a:rPr>
              <a:t>of</a:t>
            </a:r>
            <a:r>
              <a:rPr sz="2200" spc="-85" dirty="0">
                <a:solidFill>
                  <a:srgbClr val="FFFFFF"/>
                </a:solidFill>
                <a:latin typeface="Times New Roman"/>
                <a:cs typeface="Times New Roman"/>
              </a:rPr>
              <a:t> </a:t>
            </a:r>
            <a:r>
              <a:rPr sz="2200" spc="85" dirty="0">
                <a:solidFill>
                  <a:srgbClr val="FFFFFF"/>
                </a:solidFill>
                <a:latin typeface="Times New Roman"/>
                <a:cs typeface="Times New Roman"/>
              </a:rPr>
              <a:t>doing</a:t>
            </a:r>
            <a:r>
              <a:rPr sz="2200" spc="-100" dirty="0">
                <a:solidFill>
                  <a:srgbClr val="FFFFFF"/>
                </a:solidFill>
                <a:latin typeface="Times New Roman"/>
                <a:cs typeface="Times New Roman"/>
              </a:rPr>
              <a:t> </a:t>
            </a:r>
            <a:r>
              <a:rPr sz="2200" spc="50" dirty="0">
                <a:solidFill>
                  <a:srgbClr val="FFFFFF"/>
                </a:solidFill>
                <a:latin typeface="Times New Roman"/>
                <a:cs typeface="Times New Roman"/>
              </a:rPr>
              <a:t>it.</a:t>
            </a:r>
            <a:endParaRPr sz="2200">
              <a:latin typeface="Times New Roman"/>
              <a:cs typeface="Times New Roman"/>
            </a:endParaRPr>
          </a:p>
        </p:txBody>
      </p:sp>
      <p:grpSp>
        <p:nvGrpSpPr>
          <p:cNvPr id="5" name="object 5"/>
          <p:cNvGrpSpPr/>
          <p:nvPr/>
        </p:nvGrpSpPr>
        <p:grpSpPr>
          <a:xfrm>
            <a:off x="577595" y="3519716"/>
            <a:ext cx="8204200" cy="948690"/>
            <a:chOff x="577595" y="3519716"/>
            <a:chExt cx="8204200" cy="948690"/>
          </a:xfrm>
        </p:grpSpPr>
        <p:pic>
          <p:nvPicPr>
            <p:cNvPr id="6" name="object 6"/>
            <p:cNvPicPr/>
            <p:nvPr/>
          </p:nvPicPr>
          <p:blipFill>
            <a:blip r:embed="rId3" cstate="print"/>
            <a:stretch>
              <a:fillRect/>
            </a:stretch>
          </p:blipFill>
          <p:spPr>
            <a:xfrm>
              <a:off x="577595" y="3519716"/>
              <a:ext cx="8203692" cy="848829"/>
            </a:xfrm>
            <a:prstGeom prst="rect">
              <a:avLst/>
            </a:prstGeom>
          </p:spPr>
        </p:pic>
        <p:pic>
          <p:nvPicPr>
            <p:cNvPr id="7" name="object 7"/>
            <p:cNvPicPr/>
            <p:nvPr/>
          </p:nvPicPr>
          <p:blipFill>
            <a:blip r:embed="rId4" cstate="print"/>
            <a:stretch>
              <a:fillRect/>
            </a:stretch>
          </p:blipFill>
          <p:spPr>
            <a:xfrm>
              <a:off x="685037" y="3539515"/>
              <a:ext cx="7988046" cy="928852"/>
            </a:xfrm>
            <a:prstGeom prst="rect">
              <a:avLst/>
            </a:prstGeom>
          </p:spPr>
        </p:pic>
        <p:sp>
          <p:nvSpPr>
            <p:cNvPr id="8" name="object 8"/>
            <p:cNvSpPr/>
            <p:nvPr/>
          </p:nvSpPr>
          <p:spPr>
            <a:xfrm>
              <a:off x="618743" y="3537966"/>
              <a:ext cx="8128634" cy="773430"/>
            </a:xfrm>
            <a:custGeom>
              <a:avLst/>
              <a:gdLst/>
              <a:ahLst/>
              <a:cxnLst/>
              <a:rect l="l" t="t" r="r" b="b"/>
              <a:pathLst>
                <a:path w="8128634" h="773429">
                  <a:moveTo>
                    <a:pt x="8128254" y="0"/>
                  </a:moveTo>
                  <a:lnTo>
                    <a:pt x="0" y="0"/>
                  </a:lnTo>
                  <a:lnTo>
                    <a:pt x="0" y="773430"/>
                  </a:lnTo>
                  <a:lnTo>
                    <a:pt x="8128254" y="773430"/>
                  </a:lnTo>
                  <a:lnTo>
                    <a:pt x="8128254" y="0"/>
                  </a:lnTo>
                  <a:close/>
                </a:path>
              </a:pathLst>
            </a:custGeom>
            <a:solidFill>
              <a:srgbClr val="13997E"/>
            </a:solidFill>
          </p:spPr>
          <p:txBody>
            <a:bodyPr wrap="square" lIns="0" tIns="0" rIns="0" bIns="0" rtlCol="0"/>
            <a:lstStyle/>
            <a:p>
              <a:endParaRPr/>
            </a:p>
          </p:txBody>
        </p:sp>
      </p:grpSp>
      <p:sp>
        <p:nvSpPr>
          <p:cNvPr id="9" name="object 9"/>
          <p:cNvSpPr txBox="1"/>
          <p:nvPr/>
        </p:nvSpPr>
        <p:spPr>
          <a:xfrm>
            <a:off x="957325" y="3586226"/>
            <a:ext cx="7449184" cy="513080"/>
          </a:xfrm>
          <a:prstGeom prst="rect">
            <a:avLst/>
          </a:prstGeom>
        </p:spPr>
        <p:txBody>
          <a:bodyPr vert="horz" wrap="square" lIns="0" tIns="12065" rIns="0" bIns="0" rtlCol="0">
            <a:spAutoFit/>
          </a:bodyPr>
          <a:lstStyle/>
          <a:p>
            <a:pPr marL="12700">
              <a:lnSpc>
                <a:spcPct val="100000"/>
              </a:lnSpc>
              <a:spcBef>
                <a:spcPts val="95"/>
              </a:spcBef>
            </a:pPr>
            <a:r>
              <a:rPr sz="3200" spc="150" dirty="0">
                <a:solidFill>
                  <a:srgbClr val="171717"/>
                </a:solidFill>
                <a:latin typeface="Times New Roman"/>
                <a:cs typeface="Times New Roman"/>
              </a:rPr>
              <a:t>Operations</a:t>
            </a:r>
            <a:r>
              <a:rPr sz="3200" spc="-110" dirty="0">
                <a:solidFill>
                  <a:srgbClr val="171717"/>
                </a:solidFill>
                <a:latin typeface="Times New Roman"/>
                <a:cs typeface="Times New Roman"/>
              </a:rPr>
              <a:t> </a:t>
            </a:r>
            <a:r>
              <a:rPr sz="3200" spc="160" dirty="0">
                <a:solidFill>
                  <a:srgbClr val="171717"/>
                </a:solidFill>
                <a:latin typeface="Times New Roman"/>
                <a:cs typeface="Times New Roman"/>
              </a:rPr>
              <a:t>Supported</a:t>
            </a:r>
            <a:r>
              <a:rPr sz="3200" spc="-95" dirty="0">
                <a:solidFill>
                  <a:srgbClr val="171717"/>
                </a:solidFill>
                <a:latin typeface="Times New Roman"/>
                <a:cs typeface="Times New Roman"/>
              </a:rPr>
              <a:t> </a:t>
            </a:r>
            <a:r>
              <a:rPr sz="3200" spc="-65" dirty="0">
                <a:solidFill>
                  <a:srgbClr val="171717"/>
                </a:solidFill>
                <a:latin typeface="Times New Roman"/>
                <a:cs typeface="Times New Roman"/>
              </a:rPr>
              <a:t>By</a:t>
            </a:r>
            <a:r>
              <a:rPr sz="3200" spc="-114" dirty="0">
                <a:solidFill>
                  <a:srgbClr val="171717"/>
                </a:solidFill>
                <a:latin typeface="Times New Roman"/>
                <a:cs typeface="Times New Roman"/>
              </a:rPr>
              <a:t> </a:t>
            </a:r>
            <a:r>
              <a:rPr sz="3200" spc="135" dirty="0">
                <a:solidFill>
                  <a:srgbClr val="171717"/>
                </a:solidFill>
                <a:latin typeface="Times New Roman"/>
                <a:cs typeface="Times New Roman"/>
              </a:rPr>
              <a:t>Transaction</a:t>
            </a:r>
            <a:r>
              <a:rPr sz="3200" spc="-95" dirty="0">
                <a:solidFill>
                  <a:srgbClr val="171717"/>
                </a:solidFill>
                <a:latin typeface="Times New Roman"/>
                <a:cs typeface="Times New Roman"/>
              </a:rPr>
              <a:t> </a:t>
            </a:r>
            <a:r>
              <a:rPr sz="3200" spc="25" dirty="0">
                <a:solidFill>
                  <a:srgbClr val="171717"/>
                </a:solidFill>
                <a:latin typeface="Times New Roman"/>
                <a:cs typeface="Times New Roman"/>
              </a:rPr>
              <a:t>Log</a:t>
            </a:r>
            <a:endParaRPr sz="3200">
              <a:latin typeface="Times New Roman"/>
              <a:cs typeface="Times New Roman"/>
            </a:endParaRPr>
          </a:p>
        </p:txBody>
      </p:sp>
      <p:grpSp>
        <p:nvGrpSpPr>
          <p:cNvPr id="10" name="object 10"/>
          <p:cNvGrpSpPr/>
          <p:nvPr/>
        </p:nvGrpSpPr>
        <p:grpSpPr>
          <a:xfrm>
            <a:off x="528066" y="4312145"/>
            <a:ext cx="1750695" cy="1613535"/>
            <a:chOff x="528066" y="4312145"/>
            <a:chExt cx="1750695" cy="1613535"/>
          </a:xfrm>
        </p:grpSpPr>
        <p:pic>
          <p:nvPicPr>
            <p:cNvPr id="11" name="object 11"/>
            <p:cNvPicPr/>
            <p:nvPr/>
          </p:nvPicPr>
          <p:blipFill>
            <a:blip r:embed="rId5" cstate="print"/>
            <a:stretch>
              <a:fillRect/>
            </a:stretch>
          </p:blipFill>
          <p:spPr>
            <a:xfrm>
              <a:off x="577596" y="4312145"/>
              <a:ext cx="1700783" cy="1613154"/>
            </a:xfrm>
            <a:prstGeom prst="rect">
              <a:avLst/>
            </a:prstGeom>
          </p:spPr>
        </p:pic>
        <p:pic>
          <p:nvPicPr>
            <p:cNvPr id="12" name="object 12"/>
            <p:cNvPicPr/>
            <p:nvPr/>
          </p:nvPicPr>
          <p:blipFill>
            <a:blip r:embed="rId6" cstate="print"/>
            <a:stretch>
              <a:fillRect/>
            </a:stretch>
          </p:blipFill>
          <p:spPr>
            <a:xfrm>
              <a:off x="528066" y="4670298"/>
              <a:ext cx="1425702" cy="941057"/>
            </a:xfrm>
            <a:prstGeom prst="rect">
              <a:avLst/>
            </a:prstGeom>
          </p:spPr>
        </p:pic>
        <p:sp>
          <p:nvSpPr>
            <p:cNvPr id="13" name="object 13"/>
            <p:cNvSpPr/>
            <p:nvPr/>
          </p:nvSpPr>
          <p:spPr>
            <a:xfrm>
              <a:off x="618744" y="4330446"/>
              <a:ext cx="1625600" cy="1537970"/>
            </a:xfrm>
            <a:custGeom>
              <a:avLst/>
              <a:gdLst/>
              <a:ahLst/>
              <a:cxnLst/>
              <a:rect l="l" t="t" r="r" b="b"/>
              <a:pathLst>
                <a:path w="1625600" h="1537970">
                  <a:moveTo>
                    <a:pt x="1625345" y="0"/>
                  </a:moveTo>
                  <a:lnTo>
                    <a:pt x="0" y="0"/>
                  </a:lnTo>
                  <a:lnTo>
                    <a:pt x="0" y="1537715"/>
                  </a:lnTo>
                  <a:lnTo>
                    <a:pt x="1625345" y="1537715"/>
                  </a:lnTo>
                  <a:lnTo>
                    <a:pt x="1625345" y="0"/>
                  </a:lnTo>
                  <a:close/>
                </a:path>
              </a:pathLst>
            </a:custGeom>
            <a:solidFill>
              <a:srgbClr val="8EB4E2"/>
            </a:solidFill>
          </p:spPr>
          <p:txBody>
            <a:bodyPr wrap="square" lIns="0" tIns="0" rIns="0" bIns="0" rtlCol="0"/>
            <a:lstStyle/>
            <a:p>
              <a:endParaRPr/>
            </a:p>
          </p:txBody>
        </p:sp>
      </p:grpSp>
      <p:sp>
        <p:nvSpPr>
          <p:cNvPr id="14" name="object 14"/>
          <p:cNvSpPr txBox="1"/>
          <p:nvPr/>
        </p:nvSpPr>
        <p:spPr>
          <a:xfrm>
            <a:off x="678687" y="4695952"/>
            <a:ext cx="1090295" cy="708660"/>
          </a:xfrm>
          <a:prstGeom prst="rect">
            <a:avLst/>
          </a:prstGeom>
        </p:spPr>
        <p:txBody>
          <a:bodyPr vert="horz" wrap="square" lIns="0" tIns="40005" rIns="0" bIns="0" rtlCol="0">
            <a:spAutoFit/>
          </a:bodyPr>
          <a:lstStyle/>
          <a:p>
            <a:pPr marL="12700" marR="5080">
              <a:lnSpc>
                <a:spcPts val="1730"/>
              </a:lnSpc>
              <a:spcBef>
                <a:spcPts val="315"/>
              </a:spcBef>
            </a:pPr>
            <a:r>
              <a:rPr sz="1600" spc="55" dirty="0">
                <a:solidFill>
                  <a:srgbClr val="171717"/>
                </a:solidFill>
                <a:latin typeface="Times New Roman"/>
                <a:cs typeface="Times New Roman"/>
              </a:rPr>
              <a:t>Individual  transactions  </a:t>
            </a:r>
            <a:r>
              <a:rPr sz="1600" spc="40" dirty="0">
                <a:solidFill>
                  <a:srgbClr val="171717"/>
                </a:solidFill>
                <a:latin typeface="Times New Roman"/>
                <a:cs typeface="Times New Roman"/>
              </a:rPr>
              <a:t>recovery</a:t>
            </a:r>
            <a:endParaRPr sz="1600">
              <a:latin typeface="Times New Roman"/>
              <a:cs typeface="Times New Roman"/>
            </a:endParaRPr>
          </a:p>
        </p:txBody>
      </p:sp>
      <p:grpSp>
        <p:nvGrpSpPr>
          <p:cNvPr id="15" name="object 15"/>
          <p:cNvGrpSpPr/>
          <p:nvPr/>
        </p:nvGrpSpPr>
        <p:grpSpPr>
          <a:xfrm>
            <a:off x="2153411" y="4312145"/>
            <a:ext cx="1750695" cy="1613535"/>
            <a:chOff x="2153411" y="4312145"/>
            <a:chExt cx="1750695" cy="1613535"/>
          </a:xfrm>
        </p:grpSpPr>
        <p:pic>
          <p:nvPicPr>
            <p:cNvPr id="16" name="object 16"/>
            <p:cNvPicPr/>
            <p:nvPr/>
          </p:nvPicPr>
          <p:blipFill>
            <a:blip r:embed="rId5" cstate="print"/>
            <a:stretch>
              <a:fillRect/>
            </a:stretch>
          </p:blipFill>
          <p:spPr>
            <a:xfrm>
              <a:off x="2202941" y="4312145"/>
              <a:ext cx="1700783" cy="1613154"/>
            </a:xfrm>
            <a:prstGeom prst="rect">
              <a:avLst/>
            </a:prstGeom>
          </p:spPr>
        </p:pic>
        <p:pic>
          <p:nvPicPr>
            <p:cNvPr id="17" name="object 17"/>
            <p:cNvPicPr/>
            <p:nvPr/>
          </p:nvPicPr>
          <p:blipFill>
            <a:blip r:embed="rId7" cstate="print"/>
            <a:stretch>
              <a:fillRect/>
            </a:stretch>
          </p:blipFill>
          <p:spPr>
            <a:xfrm>
              <a:off x="2153411" y="4450829"/>
              <a:ext cx="1646682" cy="1379982"/>
            </a:xfrm>
            <a:prstGeom prst="rect">
              <a:avLst/>
            </a:prstGeom>
          </p:spPr>
        </p:pic>
        <p:pic>
          <p:nvPicPr>
            <p:cNvPr id="18" name="object 18"/>
            <p:cNvPicPr/>
            <p:nvPr/>
          </p:nvPicPr>
          <p:blipFill>
            <a:blip r:embed="rId8" cstate="print"/>
            <a:stretch>
              <a:fillRect/>
            </a:stretch>
          </p:blipFill>
          <p:spPr>
            <a:xfrm>
              <a:off x="2244089" y="4330446"/>
              <a:ext cx="1625346" cy="1537715"/>
            </a:xfrm>
            <a:prstGeom prst="rect">
              <a:avLst/>
            </a:prstGeom>
          </p:spPr>
        </p:pic>
      </p:grpSp>
      <p:sp>
        <p:nvSpPr>
          <p:cNvPr id="19" name="object 19"/>
          <p:cNvSpPr txBox="1"/>
          <p:nvPr/>
        </p:nvSpPr>
        <p:spPr>
          <a:xfrm>
            <a:off x="2304033" y="4476496"/>
            <a:ext cx="1309370" cy="1147445"/>
          </a:xfrm>
          <a:prstGeom prst="rect">
            <a:avLst/>
          </a:prstGeom>
        </p:spPr>
        <p:txBody>
          <a:bodyPr vert="horz" wrap="square" lIns="0" tIns="40005" rIns="0" bIns="0" rtlCol="0">
            <a:spAutoFit/>
          </a:bodyPr>
          <a:lstStyle/>
          <a:p>
            <a:pPr marL="12700" marR="5080">
              <a:lnSpc>
                <a:spcPts val="1730"/>
              </a:lnSpc>
              <a:spcBef>
                <a:spcPts val="315"/>
              </a:spcBef>
            </a:pPr>
            <a:r>
              <a:rPr sz="1600" spc="55" dirty="0">
                <a:solidFill>
                  <a:srgbClr val="171717"/>
                </a:solidFill>
                <a:latin typeface="Times New Roman"/>
                <a:cs typeface="Times New Roman"/>
              </a:rPr>
              <a:t>Incomplete  </a:t>
            </a:r>
            <a:r>
              <a:rPr sz="1600" spc="60" dirty="0">
                <a:solidFill>
                  <a:srgbClr val="171717"/>
                </a:solidFill>
                <a:latin typeface="Times New Roman"/>
                <a:cs typeface="Times New Roman"/>
              </a:rPr>
              <a:t>transactions  </a:t>
            </a:r>
            <a:r>
              <a:rPr sz="1600" spc="40" dirty="0">
                <a:solidFill>
                  <a:srgbClr val="171717"/>
                </a:solidFill>
                <a:latin typeface="Times New Roman"/>
                <a:cs typeface="Times New Roman"/>
              </a:rPr>
              <a:t>recovery</a:t>
            </a:r>
            <a:r>
              <a:rPr sz="1600" spc="-140" dirty="0">
                <a:solidFill>
                  <a:srgbClr val="171717"/>
                </a:solidFill>
                <a:latin typeface="Times New Roman"/>
                <a:cs typeface="Times New Roman"/>
              </a:rPr>
              <a:t> </a:t>
            </a:r>
            <a:r>
              <a:rPr sz="1600" spc="90" dirty="0">
                <a:solidFill>
                  <a:srgbClr val="171717"/>
                </a:solidFill>
                <a:latin typeface="Times New Roman"/>
                <a:cs typeface="Times New Roman"/>
              </a:rPr>
              <a:t>when  </a:t>
            </a:r>
            <a:r>
              <a:rPr sz="1600" spc="80" dirty="0">
                <a:solidFill>
                  <a:srgbClr val="171717"/>
                </a:solidFill>
                <a:latin typeface="Times New Roman"/>
                <a:cs typeface="Times New Roman"/>
              </a:rPr>
              <a:t>SQL </a:t>
            </a:r>
            <a:r>
              <a:rPr sz="1600" spc="50" dirty="0">
                <a:solidFill>
                  <a:srgbClr val="171717"/>
                </a:solidFill>
                <a:latin typeface="Times New Roman"/>
                <a:cs typeface="Times New Roman"/>
              </a:rPr>
              <a:t>Server  starts</a:t>
            </a:r>
            <a:endParaRPr sz="1600">
              <a:latin typeface="Times New Roman"/>
              <a:cs typeface="Times New Roman"/>
            </a:endParaRPr>
          </a:p>
        </p:txBody>
      </p:sp>
      <p:grpSp>
        <p:nvGrpSpPr>
          <p:cNvPr id="20" name="object 20"/>
          <p:cNvGrpSpPr/>
          <p:nvPr/>
        </p:nvGrpSpPr>
        <p:grpSpPr>
          <a:xfrm>
            <a:off x="3778758" y="4312145"/>
            <a:ext cx="1750695" cy="1613535"/>
            <a:chOff x="3778758" y="4312145"/>
            <a:chExt cx="1750695" cy="1613535"/>
          </a:xfrm>
        </p:grpSpPr>
        <p:pic>
          <p:nvPicPr>
            <p:cNvPr id="21" name="object 21"/>
            <p:cNvPicPr/>
            <p:nvPr/>
          </p:nvPicPr>
          <p:blipFill>
            <a:blip r:embed="rId5" cstate="print"/>
            <a:stretch>
              <a:fillRect/>
            </a:stretch>
          </p:blipFill>
          <p:spPr>
            <a:xfrm>
              <a:off x="3828288" y="4312145"/>
              <a:ext cx="1700784" cy="1613154"/>
            </a:xfrm>
            <a:prstGeom prst="rect">
              <a:avLst/>
            </a:prstGeom>
          </p:spPr>
        </p:pic>
        <p:pic>
          <p:nvPicPr>
            <p:cNvPr id="22" name="object 22"/>
            <p:cNvPicPr/>
            <p:nvPr/>
          </p:nvPicPr>
          <p:blipFill>
            <a:blip r:embed="rId9" cstate="print"/>
            <a:stretch>
              <a:fillRect/>
            </a:stretch>
          </p:blipFill>
          <p:spPr>
            <a:xfrm>
              <a:off x="3778758" y="4670298"/>
              <a:ext cx="1570482" cy="941057"/>
            </a:xfrm>
            <a:prstGeom prst="rect">
              <a:avLst/>
            </a:prstGeom>
          </p:spPr>
        </p:pic>
        <p:pic>
          <p:nvPicPr>
            <p:cNvPr id="23" name="object 23"/>
            <p:cNvPicPr/>
            <p:nvPr/>
          </p:nvPicPr>
          <p:blipFill>
            <a:blip r:embed="rId10" cstate="print"/>
            <a:stretch>
              <a:fillRect/>
            </a:stretch>
          </p:blipFill>
          <p:spPr>
            <a:xfrm>
              <a:off x="3869436" y="4330446"/>
              <a:ext cx="1625346" cy="1537715"/>
            </a:xfrm>
            <a:prstGeom prst="rect">
              <a:avLst/>
            </a:prstGeom>
          </p:spPr>
        </p:pic>
      </p:grpSp>
      <p:sp>
        <p:nvSpPr>
          <p:cNvPr id="24" name="object 24"/>
          <p:cNvSpPr txBox="1"/>
          <p:nvPr/>
        </p:nvSpPr>
        <p:spPr>
          <a:xfrm>
            <a:off x="3929379" y="4695952"/>
            <a:ext cx="1234440" cy="708660"/>
          </a:xfrm>
          <a:prstGeom prst="rect">
            <a:avLst/>
          </a:prstGeom>
        </p:spPr>
        <p:txBody>
          <a:bodyPr vert="horz" wrap="square" lIns="0" tIns="40005" rIns="0" bIns="0" rtlCol="0">
            <a:spAutoFit/>
          </a:bodyPr>
          <a:lstStyle/>
          <a:p>
            <a:pPr marL="12700" marR="5080">
              <a:lnSpc>
                <a:spcPts val="1730"/>
              </a:lnSpc>
              <a:spcBef>
                <a:spcPts val="315"/>
              </a:spcBef>
            </a:pPr>
            <a:r>
              <a:rPr sz="1600" spc="55" dirty="0">
                <a:solidFill>
                  <a:srgbClr val="171717"/>
                </a:solidFill>
                <a:latin typeface="Times New Roman"/>
                <a:cs typeface="Times New Roman"/>
              </a:rPr>
              <a:t>Transactional  </a:t>
            </a:r>
            <a:r>
              <a:rPr sz="1600" spc="50" dirty="0">
                <a:solidFill>
                  <a:srgbClr val="171717"/>
                </a:solidFill>
                <a:latin typeface="Times New Roman"/>
                <a:cs typeface="Times New Roman"/>
              </a:rPr>
              <a:t>replication  </a:t>
            </a:r>
            <a:r>
              <a:rPr sz="1600" spc="75" dirty="0">
                <a:solidFill>
                  <a:srgbClr val="171717"/>
                </a:solidFill>
                <a:latin typeface="Times New Roman"/>
                <a:cs typeface="Times New Roman"/>
              </a:rPr>
              <a:t>support</a:t>
            </a:r>
            <a:endParaRPr sz="1600">
              <a:latin typeface="Times New Roman"/>
              <a:cs typeface="Times New Roman"/>
            </a:endParaRPr>
          </a:p>
        </p:txBody>
      </p:sp>
      <p:grpSp>
        <p:nvGrpSpPr>
          <p:cNvPr id="25" name="object 25"/>
          <p:cNvGrpSpPr/>
          <p:nvPr/>
        </p:nvGrpSpPr>
        <p:grpSpPr>
          <a:xfrm>
            <a:off x="5404103" y="4312145"/>
            <a:ext cx="1754505" cy="1613535"/>
            <a:chOff x="5404103" y="4312145"/>
            <a:chExt cx="1754505" cy="1613535"/>
          </a:xfrm>
        </p:grpSpPr>
        <p:pic>
          <p:nvPicPr>
            <p:cNvPr id="26" name="object 26"/>
            <p:cNvPicPr/>
            <p:nvPr/>
          </p:nvPicPr>
          <p:blipFill>
            <a:blip r:embed="rId5" cstate="print"/>
            <a:stretch>
              <a:fillRect/>
            </a:stretch>
          </p:blipFill>
          <p:spPr>
            <a:xfrm>
              <a:off x="5453633" y="4312145"/>
              <a:ext cx="1700784" cy="1613154"/>
            </a:xfrm>
            <a:prstGeom prst="rect">
              <a:avLst/>
            </a:prstGeom>
          </p:spPr>
        </p:pic>
        <p:pic>
          <p:nvPicPr>
            <p:cNvPr id="27" name="object 27"/>
            <p:cNvPicPr/>
            <p:nvPr/>
          </p:nvPicPr>
          <p:blipFill>
            <a:blip r:embed="rId11" cstate="print"/>
            <a:stretch>
              <a:fillRect/>
            </a:stretch>
          </p:blipFill>
          <p:spPr>
            <a:xfrm>
              <a:off x="5404103" y="4450829"/>
              <a:ext cx="1754124" cy="1379982"/>
            </a:xfrm>
            <a:prstGeom prst="rect">
              <a:avLst/>
            </a:prstGeom>
          </p:spPr>
        </p:pic>
        <p:sp>
          <p:nvSpPr>
            <p:cNvPr id="28" name="object 28"/>
            <p:cNvSpPr/>
            <p:nvPr/>
          </p:nvSpPr>
          <p:spPr>
            <a:xfrm>
              <a:off x="5494781" y="4330446"/>
              <a:ext cx="1625600" cy="1537970"/>
            </a:xfrm>
            <a:custGeom>
              <a:avLst/>
              <a:gdLst/>
              <a:ahLst/>
              <a:cxnLst/>
              <a:rect l="l" t="t" r="r" b="b"/>
              <a:pathLst>
                <a:path w="1625600" h="1537970">
                  <a:moveTo>
                    <a:pt x="1625345" y="0"/>
                  </a:moveTo>
                  <a:lnTo>
                    <a:pt x="0" y="0"/>
                  </a:lnTo>
                  <a:lnTo>
                    <a:pt x="0" y="1537715"/>
                  </a:lnTo>
                  <a:lnTo>
                    <a:pt x="1625345" y="1537715"/>
                  </a:lnTo>
                  <a:lnTo>
                    <a:pt x="1625345" y="0"/>
                  </a:lnTo>
                  <a:close/>
                </a:path>
              </a:pathLst>
            </a:custGeom>
            <a:solidFill>
              <a:srgbClr val="F9C090"/>
            </a:solidFill>
          </p:spPr>
          <p:txBody>
            <a:bodyPr wrap="square" lIns="0" tIns="0" rIns="0" bIns="0" rtlCol="0"/>
            <a:lstStyle/>
            <a:p>
              <a:endParaRPr/>
            </a:p>
          </p:txBody>
        </p:sp>
      </p:grpSp>
      <p:sp>
        <p:nvSpPr>
          <p:cNvPr id="29" name="object 29"/>
          <p:cNvSpPr txBox="1"/>
          <p:nvPr/>
        </p:nvSpPr>
        <p:spPr>
          <a:xfrm>
            <a:off x="5554726" y="4476496"/>
            <a:ext cx="1419860" cy="1147445"/>
          </a:xfrm>
          <a:prstGeom prst="rect">
            <a:avLst/>
          </a:prstGeom>
        </p:spPr>
        <p:txBody>
          <a:bodyPr vert="horz" wrap="square" lIns="0" tIns="40005" rIns="0" bIns="0" rtlCol="0">
            <a:spAutoFit/>
          </a:bodyPr>
          <a:lstStyle/>
          <a:p>
            <a:pPr marL="12700" marR="5080">
              <a:lnSpc>
                <a:spcPts val="1730"/>
              </a:lnSpc>
              <a:spcBef>
                <a:spcPts val="315"/>
              </a:spcBef>
            </a:pPr>
            <a:r>
              <a:rPr sz="1600" spc="45" dirty="0">
                <a:solidFill>
                  <a:srgbClr val="171717"/>
                </a:solidFill>
                <a:latin typeface="Times New Roman"/>
                <a:cs typeface="Times New Roman"/>
              </a:rPr>
              <a:t>Disaster  </a:t>
            </a:r>
            <a:r>
              <a:rPr sz="1600" spc="40" dirty="0">
                <a:solidFill>
                  <a:srgbClr val="171717"/>
                </a:solidFill>
                <a:latin typeface="Times New Roman"/>
                <a:cs typeface="Times New Roman"/>
              </a:rPr>
              <a:t>recovery  </a:t>
            </a:r>
            <a:r>
              <a:rPr sz="1600" spc="60" dirty="0">
                <a:solidFill>
                  <a:srgbClr val="171717"/>
                </a:solidFill>
                <a:latin typeface="Times New Roman"/>
                <a:cs typeface="Times New Roman"/>
              </a:rPr>
              <a:t>solutions </a:t>
            </a:r>
            <a:r>
              <a:rPr sz="1600" spc="90" dirty="0">
                <a:solidFill>
                  <a:srgbClr val="171717"/>
                </a:solidFill>
                <a:latin typeface="Times New Roman"/>
                <a:cs typeface="Times New Roman"/>
              </a:rPr>
              <a:t>and  </a:t>
            </a:r>
            <a:r>
              <a:rPr sz="1600" spc="65" dirty="0">
                <a:solidFill>
                  <a:srgbClr val="171717"/>
                </a:solidFill>
                <a:latin typeface="Times New Roman"/>
                <a:cs typeface="Times New Roman"/>
              </a:rPr>
              <a:t>high</a:t>
            </a:r>
            <a:r>
              <a:rPr sz="1600" spc="-130" dirty="0">
                <a:solidFill>
                  <a:srgbClr val="171717"/>
                </a:solidFill>
                <a:latin typeface="Times New Roman"/>
                <a:cs typeface="Times New Roman"/>
              </a:rPr>
              <a:t> </a:t>
            </a:r>
            <a:r>
              <a:rPr sz="1600" spc="25" dirty="0">
                <a:solidFill>
                  <a:srgbClr val="171717"/>
                </a:solidFill>
                <a:latin typeface="Times New Roman"/>
                <a:cs typeface="Times New Roman"/>
              </a:rPr>
              <a:t>availability  </a:t>
            </a:r>
            <a:r>
              <a:rPr sz="1600" spc="75" dirty="0">
                <a:solidFill>
                  <a:srgbClr val="171717"/>
                </a:solidFill>
                <a:latin typeface="Times New Roman"/>
                <a:cs typeface="Times New Roman"/>
              </a:rPr>
              <a:t>support</a:t>
            </a:r>
            <a:endParaRPr sz="1600">
              <a:latin typeface="Times New Roman"/>
              <a:cs typeface="Times New Roman"/>
            </a:endParaRPr>
          </a:p>
        </p:txBody>
      </p:sp>
      <p:grpSp>
        <p:nvGrpSpPr>
          <p:cNvPr id="30" name="object 30"/>
          <p:cNvGrpSpPr/>
          <p:nvPr/>
        </p:nvGrpSpPr>
        <p:grpSpPr>
          <a:xfrm>
            <a:off x="7029450" y="4231398"/>
            <a:ext cx="1750060" cy="1826895"/>
            <a:chOff x="7029450" y="4231398"/>
            <a:chExt cx="1750060" cy="1826895"/>
          </a:xfrm>
        </p:grpSpPr>
        <p:pic>
          <p:nvPicPr>
            <p:cNvPr id="31" name="object 31"/>
            <p:cNvPicPr/>
            <p:nvPr/>
          </p:nvPicPr>
          <p:blipFill>
            <a:blip r:embed="rId5" cstate="print"/>
            <a:stretch>
              <a:fillRect/>
            </a:stretch>
          </p:blipFill>
          <p:spPr>
            <a:xfrm>
              <a:off x="7078980" y="4312145"/>
              <a:ext cx="1700022" cy="1613154"/>
            </a:xfrm>
            <a:prstGeom prst="rect">
              <a:avLst/>
            </a:prstGeom>
          </p:spPr>
        </p:pic>
        <p:pic>
          <p:nvPicPr>
            <p:cNvPr id="32" name="object 32"/>
            <p:cNvPicPr/>
            <p:nvPr/>
          </p:nvPicPr>
          <p:blipFill>
            <a:blip r:embed="rId12" cstate="print"/>
            <a:stretch>
              <a:fillRect/>
            </a:stretch>
          </p:blipFill>
          <p:spPr>
            <a:xfrm>
              <a:off x="7029450" y="4231398"/>
              <a:ext cx="1722881" cy="1826514"/>
            </a:xfrm>
            <a:prstGeom prst="rect">
              <a:avLst/>
            </a:prstGeom>
          </p:spPr>
        </p:pic>
        <p:sp>
          <p:nvSpPr>
            <p:cNvPr id="33" name="object 33"/>
            <p:cNvSpPr/>
            <p:nvPr/>
          </p:nvSpPr>
          <p:spPr>
            <a:xfrm>
              <a:off x="7120127" y="4330445"/>
              <a:ext cx="1624965" cy="1537970"/>
            </a:xfrm>
            <a:custGeom>
              <a:avLst/>
              <a:gdLst/>
              <a:ahLst/>
              <a:cxnLst/>
              <a:rect l="l" t="t" r="r" b="b"/>
              <a:pathLst>
                <a:path w="1624965" h="1537970">
                  <a:moveTo>
                    <a:pt x="1624583" y="0"/>
                  </a:moveTo>
                  <a:lnTo>
                    <a:pt x="0" y="0"/>
                  </a:lnTo>
                  <a:lnTo>
                    <a:pt x="0" y="1537715"/>
                  </a:lnTo>
                  <a:lnTo>
                    <a:pt x="1624583" y="1537715"/>
                  </a:lnTo>
                  <a:lnTo>
                    <a:pt x="1624583" y="0"/>
                  </a:lnTo>
                  <a:close/>
                </a:path>
              </a:pathLst>
            </a:custGeom>
            <a:solidFill>
              <a:srgbClr val="D99593"/>
            </a:solidFill>
          </p:spPr>
          <p:txBody>
            <a:bodyPr wrap="square" lIns="0" tIns="0" rIns="0" bIns="0" rtlCol="0"/>
            <a:lstStyle/>
            <a:p>
              <a:endParaRPr/>
            </a:p>
          </p:txBody>
        </p:sp>
      </p:grpSp>
      <p:sp>
        <p:nvSpPr>
          <p:cNvPr id="34" name="object 34"/>
          <p:cNvSpPr txBox="1"/>
          <p:nvPr/>
        </p:nvSpPr>
        <p:spPr>
          <a:xfrm>
            <a:off x="7180071" y="4257040"/>
            <a:ext cx="1386205" cy="1594485"/>
          </a:xfrm>
          <a:prstGeom prst="rect">
            <a:avLst/>
          </a:prstGeom>
        </p:spPr>
        <p:txBody>
          <a:bodyPr vert="horz" wrap="square" lIns="0" tIns="36194" rIns="0" bIns="0" rtlCol="0">
            <a:spAutoFit/>
          </a:bodyPr>
          <a:lstStyle/>
          <a:p>
            <a:pPr marL="12700" marR="5080">
              <a:lnSpc>
                <a:spcPct val="90500"/>
              </a:lnSpc>
              <a:spcBef>
                <a:spcPts val="284"/>
              </a:spcBef>
            </a:pPr>
            <a:r>
              <a:rPr sz="1600" spc="40" dirty="0">
                <a:solidFill>
                  <a:srgbClr val="171717"/>
                </a:solidFill>
                <a:latin typeface="Times New Roman"/>
                <a:cs typeface="Times New Roman"/>
              </a:rPr>
              <a:t>Roll </a:t>
            </a:r>
            <a:r>
              <a:rPr sz="1600" spc="45" dirty="0">
                <a:solidFill>
                  <a:srgbClr val="171717"/>
                </a:solidFill>
                <a:latin typeface="Times New Roman"/>
                <a:cs typeface="Times New Roman"/>
              </a:rPr>
              <a:t>back</a:t>
            </a:r>
            <a:r>
              <a:rPr sz="1600" spc="-305" dirty="0">
                <a:solidFill>
                  <a:srgbClr val="171717"/>
                </a:solidFill>
                <a:latin typeface="Times New Roman"/>
                <a:cs typeface="Times New Roman"/>
              </a:rPr>
              <a:t> </a:t>
            </a:r>
            <a:r>
              <a:rPr sz="1600" spc="25" dirty="0">
                <a:solidFill>
                  <a:srgbClr val="171717"/>
                </a:solidFill>
                <a:latin typeface="Times New Roman"/>
                <a:cs typeface="Times New Roman"/>
              </a:rPr>
              <a:t>a </a:t>
            </a:r>
            <a:r>
              <a:rPr sz="1600" spc="10" dirty="0">
                <a:solidFill>
                  <a:srgbClr val="171717"/>
                </a:solidFill>
                <a:latin typeface="Times New Roman"/>
                <a:cs typeface="Times New Roman"/>
              </a:rPr>
              <a:t>file,  </a:t>
            </a:r>
            <a:r>
              <a:rPr sz="1600" spc="60" dirty="0">
                <a:solidFill>
                  <a:srgbClr val="171717"/>
                </a:solidFill>
                <a:latin typeface="Times New Roman"/>
                <a:cs typeface="Times New Roman"/>
              </a:rPr>
              <a:t>restored  </a:t>
            </a:r>
            <a:r>
              <a:rPr sz="1600" spc="45" dirty="0">
                <a:solidFill>
                  <a:srgbClr val="171717"/>
                </a:solidFill>
                <a:latin typeface="Times New Roman"/>
                <a:cs typeface="Times New Roman"/>
              </a:rPr>
              <a:t>database,  </a:t>
            </a:r>
            <a:r>
              <a:rPr sz="1600" spc="40" dirty="0">
                <a:solidFill>
                  <a:srgbClr val="171717"/>
                </a:solidFill>
                <a:latin typeface="Times New Roman"/>
                <a:cs typeface="Times New Roman"/>
              </a:rPr>
              <a:t>filegroup, </a:t>
            </a:r>
            <a:r>
              <a:rPr sz="1600" spc="70" dirty="0">
                <a:solidFill>
                  <a:srgbClr val="171717"/>
                </a:solidFill>
                <a:latin typeface="Times New Roman"/>
                <a:cs typeface="Times New Roman"/>
              </a:rPr>
              <a:t>or  </a:t>
            </a:r>
            <a:r>
              <a:rPr sz="1600" spc="30" dirty="0">
                <a:solidFill>
                  <a:srgbClr val="171717"/>
                </a:solidFill>
                <a:latin typeface="Times New Roman"/>
                <a:cs typeface="Times New Roman"/>
              </a:rPr>
              <a:t>page </a:t>
            </a:r>
            <a:r>
              <a:rPr sz="1600" spc="55" dirty="0">
                <a:solidFill>
                  <a:srgbClr val="171717"/>
                </a:solidFill>
                <a:latin typeface="Times New Roman"/>
                <a:cs typeface="Times New Roman"/>
              </a:rPr>
              <a:t>forward</a:t>
            </a:r>
            <a:r>
              <a:rPr sz="1600" spc="-225" dirty="0">
                <a:solidFill>
                  <a:srgbClr val="171717"/>
                </a:solidFill>
                <a:latin typeface="Times New Roman"/>
                <a:cs typeface="Times New Roman"/>
              </a:rPr>
              <a:t> </a:t>
            </a:r>
            <a:r>
              <a:rPr sz="1600" spc="85" dirty="0">
                <a:solidFill>
                  <a:srgbClr val="171717"/>
                </a:solidFill>
                <a:latin typeface="Times New Roman"/>
                <a:cs typeface="Times New Roman"/>
              </a:rPr>
              <a:t>to  </a:t>
            </a:r>
            <a:r>
              <a:rPr sz="1600" spc="90" dirty="0">
                <a:solidFill>
                  <a:srgbClr val="171717"/>
                </a:solidFill>
                <a:latin typeface="Times New Roman"/>
                <a:cs typeface="Times New Roman"/>
              </a:rPr>
              <a:t>the </a:t>
            </a:r>
            <a:r>
              <a:rPr sz="1600" spc="85" dirty="0">
                <a:solidFill>
                  <a:srgbClr val="171717"/>
                </a:solidFill>
                <a:latin typeface="Times New Roman"/>
                <a:cs typeface="Times New Roman"/>
              </a:rPr>
              <a:t>point </a:t>
            </a:r>
            <a:r>
              <a:rPr sz="1600" spc="45" dirty="0">
                <a:solidFill>
                  <a:srgbClr val="171717"/>
                </a:solidFill>
                <a:latin typeface="Times New Roman"/>
                <a:cs typeface="Times New Roman"/>
              </a:rPr>
              <a:t>of  </a:t>
            </a:r>
            <a:r>
              <a:rPr sz="1600" spc="40" dirty="0">
                <a:solidFill>
                  <a:srgbClr val="171717"/>
                </a:solidFill>
                <a:latin typeface="Times New Roman"/>
                <a:cs typeface="Times New Roman"/>
              </a:rPr>
              <a:t>failure</a:t>
            </a:r>
            <a:endParaRPr sz="1600">
              <a:latin typeface="Times New Roman"/>
              <a:cs typeface="Times New Roman"/>
            </a:endParaRPr>
          </a:p>
        </p:txBody>
      </p:sp>
      <p:sp>
        <p:nvSpPr>
          <p:cNvPr id="36" name="object 3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24</a:t>
            </a:fld>
            <a:endParaRPr sz="1200"/>
          </a:p>
        </p:txBody>
      </p:sp>
      <p:sp>
        <p:nvSpPr>
          <p:cNvPr id="37" name="object 3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3930015" cy="574040"/>
          </a:xfrm>
          <a:prstGeom prst="rect">
            <a:avLst/>
          </a:prstGeom>
        </p:spPr>
        <p:txBody>
          <a:bodyPr vert="horz" wrap="square" lIns="0" tIns="12700" rIns="0" bIns="0" rtlCol="0">
            <a:spAutoFit/>
          </a:bodyPr>
          <a:lstStyle/>
          <a:p>
            <a:pPr marL="12700">
              <a:lnSpc>
                <a:spcPct val="100000"/>
              </a:lnSpc>
              <a:spcBef>
                <a:spcPts val="100"/>
              </a:spcBef>
            </a:pPr>
            <a:r>
              <a:rPr sz="3600" spc="155" dirty="0"/>
              <a:t>Transaction </a:t>
            </a:r>
            <a:r>
              <a:rPr sz="3600" spc="30" dirty="0"/>
              <a:t>Log</a:t>
            </a:r>
            <a:r>
              <a:rPr sz="3600" spc="-490" dirty="0"/>
              <a:t> </a:t>
            </a:r>
            <a:r>
              <a:rPr sz="3600" spc="-70" dirty="0"/>
              <a:t>2-2</a:t>
            </a:r>
            <a:endParaRPr sz="3600"/>
          </a:p>
        </p:txBody>
      </p:sp>
      <p:pic>
        <p:nvPicPr>
          <p:cNvPr id="3" name="object 3"/>
          <p:cNvPicPr/>
          <p:nvPr/>
        </p:nvPicPr>
        <p:blipFill>
          <a:blip r:embed="rId3" cstate="print"/>
          <a:stretch>
            <a:fillRect/>
          </a:stretch>
        </p:blipFill>
        <p:spPr>
          <a:xfrm>
            <a:off x="872489" y="1069086"/>
            <a:ext cx="7568183" cy="4994148"/>
          </a:xfrm>
          <a:prstGeom prst="rect">
            <a:avLst/>
          </a:prstGeom>
        </p:spPr>
      </p:pic>
      <p:sp>
        <p:nvSpPr>
          <p:cNvPr id="4" name="object 4"/>
          <p:cNvSpPr txBox="1"/>
          <p:nvPr/>
        </p:nvSpPr>
        <p:spPr>
          <a:xfrm>
            <a:off x="3627373" y="6061709"/>
            <a:ext cx="1802130" cy="238760"/>
          </a:xfrm>
          <a:prstGeom prst="rect">
            <a:avLst/>
          </a:prstGeom>
        </p:spPr>
        <p:txBody>
          <a:bodyPr vert="horz" wrap="square" lIns="0" tIns="12065" rIns="0" bIns="0" rtlCol="0">
            <a:spAutoFit/>
          </a:bodyPr>
          <a:lstStyle/>
          <a:p>
            <a:pPr marL="12700">
              <a:lnSpc>
                <a:spcPct val="100000"/>
              </a:lnSpc>
              <a:spcBef>
                <a:spcPts val="95"/>
              </a:spcBef>
            </a:pPr>
            <a:r>
              <a:rPr sz="1400" b="1" spc="-65" dirty="0">
                <a:latin typeface="Arial"/>
                <a:cs typeface="Arial"/>
              </a:rPr>
              <a:t>Catalog </a:t>
            </a:r>
            <a:r>
              <a:rPr sz="1400" b="1" dirty="0">
                <a:latin typeface="Arial"/>
                <a:cs typeface="Arial"/>
              </a:rPr>
              <a:t>View</a:t>
            </a:r>
            <a:r>
              <a:rPr sz="1400" b="1" spc="-250" dirty="0">
                <a:latin typeface="Arial"/>
                <a:cs typeface="Arial"/>
              </a:rPr>
              <a:t> </a:t>
            </a:r>
            <a:r>
              <a:rPr sz="1400" b="1" spc="-65" dirty="0">
                <a:latin typeface="Arial"/>
                <a:cs typeface="Arial"/>
              </a:rPr>
              <a:t>Columns</a:t>
            </a:r>
            <a:endParaRPr sz="14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25</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139950" cy="635635"/>
          </a:xfrm>
          <a:prstGeom prst="rect">
            <a:avLst/>
          </a:prstGeom>
        </p:spPr>
        <p:txBody>
          <a:bodyPr vert="horz" wrap="square" lIns="0" tIns="12700" rIns="0" bIns="0" rtlCol="0">
            <a:spAutoFit/>
          </a:bodyPr>
          <a:lstStyle/>
          <a:p>
            <a:pPr marL="12700">
              <a:lnSpc>
                <a:spcPct val="100000"/>
              </a:lnSpc>
              <a:spcBef>
                <a:spcPts val="100"/>
              </a:spcBef>
            </a:pPr>
            <a:r>
              <a:rPr sz="4000" spc="155" dirty="0"/>
              <a:t>Summary</a:t>
            </a:r>
            <a:endParaRPr sz="4000"/>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14/</a:t>
            </a:r>
            <a:r>
              <a:rPr sz="1800" spc="-262" baseline="4629" dirty="0"/>
              <a:t> </a:t>
            </a:r>
            <a:fld id="{81D60167-4931-47E6-BA6A-407CBD079E47}" type="slidenum">
              <a:rPr sz="1200" spc="-5" dirty="0"/>
              <a:t>26</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p:nvPr/>
        </p:nvSpPr>
        <p:spPr>
          <a:xfrm>
            <a:off x="345440" y="759205"/>
            <a:ext cx="8453755" cy="5391150"/>
          </a:xfrm>
          <a:prstGeom prst="rect">
            <a:avLst/>
          </a:prstGeom>
        </p:spPr>
        <p:txBody>
          <a:bodyPr vert="horz" wrap="square" lIns="0" tIns="12700" rIns="0" bIns="0" rtlCol="0">
            <a:spAutoFit/>
          </a:bodyPr>
          <a:lstStyle/>
          <a:p>
            <a:pPr marL="353695" indent="-341630">
              <a:lnSpc>
                <a:spcPct val="100000"/>
              </a:lnSpc>
              <a:spcBef>
                <a:spcPts val="100"/>
              </a:spcBef>
              <a:buSzPct val="90909"/>
              <a:buFont typeface="Calibri"/>
              <a:buChar char="●"/>
              <a:tabLst>
                <a:tab pos="353695" algn="l"/>
                <a:tab pos="354330" algn="l"/>
              </a:tabLst>
            </a:pPr>
            <a:r>
              <a:rPr sz="2200" spc="195" dirty="0">
                <a:latin typeface="Times New Roman"/>
                <a:cs typeface="Times New Roman"/>
              </a:rPr>
              <a:t>A</a:t>
            </a:r>
            <a:r>
              <a:rPr sz="2200" spc="-90" dirty="0">
                <a:latin typeface="Times New Roman"/>
                <a:cs typeface="Times New Roman"/>
              </a:rPr>
              <a:t> </a:t>
            </a:r>
            <a:r>
              <a:rPr sz="2200" spc="90" dirty="0">
                <a:latin typeface="Times New Roman"/>
                <a:cs typeface="Times New Roman"/>
              </a:rPr>
              <a:t>transaction</a:t>
            </a:r>
            <a:r>
              <a:rPr sz="2200" spc="-100" dirty="0">
                <a:latin typeface="Times New Roman"/>
                <a:cs typeface="Times New Roman"/>
              </a:rPr>
              <a:t> </a:t>
            </a:r>
            <a:r>
              <a:rPr sz="2200" spc="5" dirty="0">
                <a:latin typeface="Times New Roman"/>
                <a:cs typeface="Times New Roman"/>
              </a:rPr>
              <a:t>is</a:t>
            </a:r>
            <a:r>
              <a:rPr sz="2200" spc="-85" dirty="0">
                <a:latin typeface="Times New Roman"/>
                <a:cs typeface="Times New Roman"/>
              </a:rPr>
              <a:t> </a:t>
            </a:r>
            <a:r>
              <a:rPr sz="2200" spc="35" dirty="0">
                <a:latin typeface="Times New Roman"/>
                <a:cs typeface="Times New Roman"/>
              </a:rPr>
              <a:t>a</a:t>
            </a:r>
            <a:r>
              <a:rPr sz="2200" spc="-85" dirty="0">
                <a:latin typeface="Times New Roman"/>
                <a:cs typeface="Times New Roman"/>
              </a:rPr>
              <a:t> </a:t>
            </a:r>
            <a:r>
              <a:rPr sz="2200" spc="80" dirty="0">
                <a:latin typeface="Times New Roman"/>
                <a:cs typeface="Times New Roman"/>
              </a:rPr>
              <a:t>sequence</a:t>
            </a:r>
            <a:r>
              <a:rPr sz="2200" spc="-105" dirty="0">
                <a:latin typeface="Times New Roman"/>
                <a:cs typeface="Times New Roman"/>
              </a:rPr>
              <a:t> </a:t>
            </a:r>
            <a:r>
              <a:rPr sz="2200" spc="65" dirty="0">
                <a:latin typeface="Times New Roman"/>
                <a:cs typeface="Times New Roman"/>
              </a:rPr>
              <a:t>of</a:t>
            </a:r>
            <a:r>
              <a:rPr sz="2200" spc="-90" dirty="0">
                <a:latin typeface="Times New Roman"/>
                <a:cs typeface="Times New Roman"/>
              </a:rPr>
              <a:t> </a:t>
            </a:r>
            <a:r>
              <a:rPr sz="2200" spc="85" dirty="0">
                <a:latin typeface="Times New Roman"/>
                <a:cs typeface="Times New Roman"/>
              </a:rPr>
              <a:t>operations</a:t>
            </a:r>
            <a:r>
              <a:rPr sz="2200" spc="-105" dirty="0">
                <a:latin typeface="Times New Roman"/>
                <a:cs typeface="Times New Roman"/>
              </a:rPr>
              <a:t> </a:t>
            </a:r>
            <a:r>
              <a:rPr sz="2200" spc="125" dirty="0">
                <a:latin typeface="Times New Roman"/>
                <a:cs typeface="Times New Roman"/>
              </a:rPr>
              <a:t>that</a:t>
            </a:r>
            <a:r>
              <a:rPr sz="2200" spc="-95" dirty="0">
                <a:latin typeface="Times New Roman"/>
                <a:cs typeface="Times New Roman"/>
              </a:rPr>
              <a:t> </a:t>
            </a:r>
            <a:r>
              <a:rPr sz="2200" spc="70" dirty="0">
                <a:latin typeface="Times New Roman"/>
                <a:cs typeface="Times New Roman"/>
              </a:rPr>
              <a:t>works</a:t>
            </a:r>
            <a:r>
              <a:rPr sz="2200" spc="-100" dirty="0">
                <a:latin typeface="Times New Roman"/>
                <a:cs typeface="Times New Roman"/>
              </a:rPr>
              <a:t> </a:t>
            </a:r>
            <a:r>
              <a:rPr sz="2200" spc="20" dirty="0">
                <a:latin typeface="Times New Roman"/>
                <a:cs typeface="Times New Roman"/>
              </a:rPr>
              <a:t>as</a:t>
            </a:r>
            <a:r>
              <a:rPr sz="2200" spc="-85" dirty="0">
                <a:latin typeface="Times New Roman"/>
                <a:cs typeface="Times New Roman"/>
              </a:rPr>
              <a:t> </a:t>
            </a:r>
            <a:r>
              <a:rPr sz="2200" spc="35" dirty="0">
                <a:latin typeface="Times New Roman"/>
                <a:cs typeface="Times New Roman"/>
              </a:rPr>
              <a:t>a</a:t>
            </a:r>
            <a:r>
              <a:rPr sz="2200" spc="-95" dirty="0">
                <a:latin typeface="Times New Roman"/>
                <a:cs typeface="Times New Roman"/>
              </a:rPr>
              <a:t> </a:t>
            </a:r>
            <a:r>
              <a:rPr sz="2200" spc="40" dirty="0">
                <a:latin typeface="Times New Roman"/>
                <a:cs typeface="Times New Roman"/>
              </a:rPr>
              <a:t>single</a:t>
            </a:r>
            <a:r>
              <a:rPr sz="2200" spc="-90" dirty="0">
                <a:latin typeface="Times New Roman"/>
                <a:cs typeface="Times New Roman"/>
              </a:rPr>
              <a:t> </a:t>
            </a:r>
            <a:r>
              <a:rPr sz="2200" spc="105" dirty="0">
                <a:latin typeface="Times New Roman"/>
                <a:cs typeface="Times New Roman"/>
              </a:rPr>
              <a:t>unit.</a:t>
            </a:r>
            <a:endParaRPr sz="2200">
              <a:latin typeface="Times New Roman"/>
              <a:cs typeface="Times New Roman"/>
            </a:endParaRPr>
          </a:p>
          <a:p>
            <a:pPr marL="353695" marR="5715" indent="-341630" algn="just">
              <a:lnSpc>
                <a:spcPct val="100000"/>
              </a:lnSpc>
              <a:buSzPct val="90909"/>
              <a:buFont typeface="Calibri"/>
              <a:buChar char="●"/>
              <a:tabLst>
                <a:tab pos="354330" algn="l"/>
              </a:tabLst>
            </a:pPr>
            <a:r>
              <a:rPr sz="2200" spc="55" dirty="0">
                <a:latin typeface="Times New Roman"/>
                <a:cs typeface="Times New Roman"/>
              </a:rPr>
              <a:t>BEGIN</a:t>
            </a:r>
            <a:r>
              <a:rPr sz="2200" dirty="0">
                <a:latin typeface="Times New Roman"/>
                <a:cs typeface="Times New Roman"/>
              </a:rPr>
              <a:t> </a:t>
            </a:r>
            <a:r>
              <a:rPr sz="2200" spc="170" dirty="0">
                <a:latin typeface="Times New Roman"/>
                <a:cs typeface="Times New Roman"/>
              </a:rPr>
              <a:t>TRANSACTION</a:t>
            </a:r>
            <a:r>
              <a:rPr sz="2200" spc="10" dirty="0">
                <a:latin typeface="Times New Roman"/>
                <a:cs typeface="Times New Roman"/>
              </a:rPr>
              <a:t> </a:t>
            </a:r>
            <a:r>
              <a:rPr sz="2200" spc="70" dirty="0">
                <a:latin typeface="Times New Roman"/>
                <a:cs typeface="Times New Roman"/>
              </a:rPr>
              <a:t>marks</a:t>
            </a:r>
            <a:r>
              <a:rPr sz="2200" spc="-5" dirty="0">
                <a:latin typeface="Times New Roman"/>
                <a:cs typeface="Times New Roman"/>
              </a:rPr>
              <a:t> </a:t>
            </a:r>
            <a:r>
              <a:rPr sz="2200" spc="120" dirty="0">
                <a:latin typeface="Times New Roman"/>
                <a:cs typeface="Times New Roman"/>
              </a:rPr>
              <a:t>the</a:t>
            </a:r>
            <a:r>
              <a:rPr sz="2200" spc="5" dirty="0">
                <a:latin typeface="Times New Roman"/>
                <a:cs typeface="Times New Roman"/>
              </a:rPr>
              <a:t> </a:t>
            </a:r>
            <a:r>
              <a:rPr sz="2200" spc="80" dirty="0">
                <a:latin typeface="Times New Roman"/>
                <a:cs typeface="Times New Roman"/>
              </a:rPr>
              <a:t>beginning</a:t>
            </a:r>
            <a:r>
              <a:rPr sz="2200" spc="15" dirty="0">
                <a:latin typeface="Times New Roman"/>
                <a:cs typeface="Times New Roman"/>
              </a:rPr>
              <a:t> </a:t>
            </a:r>
            <a:r>
              <a:rPr sz="2200" spc="114" dirty="0">
                <a:latin typeface="Times New Roman"/>
                <a:cs typeface="Times New Roman"/>
              </a:rPr>
              <a:t>point</a:t>
            </a:r>
            <a:r>
              <a:rPr sz="2200" dirty="0">
                <a:latin typeface="Times New Roman"/>
                <a:cs typeface="Times New Roman"/>
              </a:rPr>
              <a:t> </a:t>
            </a:r>
            <a:r>
              <a:rPr sz="2200" spc="65" dirty="0">
                <a:latin typeface="Times New Roman"/>
                <a:cs typeface="Times New Roman"/>
              </a:rPr>
              <a:t>of</a:t>
            </a:r>
            <a:r>
              <a:rPr sz="2200" spc="10" dirty="0">
                <a:latin typeface="Times New Roman"/>
                <a:cs typeface="Times New Roman"/>
              </a:rPr>
              <a:t> </a:t>
            </a:r>
            <a:r>
              <a:rPr sz="2200" spc="114" dirty="0">
                <a:latin typeface="Times New Roman"/>
                <a:cs typeface="Times New Roman"/>
              </a:rPr>
              <a:t>an</a:t>
            </a:r>
            <a:r>
              <a:rPr sz="2200" spc="10" dirty="0">
                <a:latin typeface="Times New Roman"/>
                <a:cs typeface="Times New Roman"/>
              </a:rPr>
              <a:t> </a:t>
            </a:r>
            <a:r>
              <a:rPr sz="2200" spc="55" dirty="0">
                <a:latin typeface="Times New Roman"/>
                <a:cs typeface="Times New Roman"/>
              </a:rPr>
              <a:t>explicit  </a:t>
            </a:r>
            <a:r>
              <a:rPr sz="2200" spc="95" dirty="0">
                <a:latin typeface="Times New Roman"/>
                <a:cs typeface="Times New Roman"/>
              </a:rPr>
              <a:t>or </a:t>
            </a:r>
            <a:r>
              <a:rPr sz="2200" spc="30" dirty="0">
                <a:latin typeface="Times New Roman"/>
                <a:cs typeface="Times New Roman"/>
              </a:rPr>
              <a:t>local</a:t>
            </a:r>
            <a:r>
              <a:rPr sz="2200" spc="-295" dirty="0">
                <a:latin typeface="Times New Roman"/>
                <a:cs typeface="Times New Roman"/>
              </a:rPr>
              <a:t> </a:t>
            </a:r>
            <a:r>
              <a:rPr sz="2200" spc="80" dirty="0">
                <a:latin typeface="Times New Roman"/>
                <a:cs typeface="Times New Roman"/>
              </a:rPr>
              <a:t>transaction.</a:t>
            </a:r>
            <a:endParaRPr sz="2200">
              <a:latin typeface="Times New Roman"/>
              <a:cs typeface="Times New Roman"/>
            </a:endParaRPr>
          </a:p>
          <a:p>
            <a:pPr marL="353695" marR="5715" indent="-341630" algn="just">
              <a:lnSpc>
                <a:spcPct val="100000"/>
              </a:lnSpc>
              <a:buSzPct val="90909"/>
              <a:buFont typeface="Calibri"/>
              <a:buChar char="●"/>
              <a:tabLst>
                <a:tab pos="354330" algn="l"/>
              </a:tabLst>
            </a:pPr>
            <a:r>
              <a:rPr sz="2200" spc="150" dirty="0">
                <a:latin typeface="Times New Roman"/>
                <a:cs typeface="Times New Roman"/>
              </a:rPr>
              <a:t>COMMIT </a:t>
            </a:r>
            <a:r>
              <a:rPr sz="2200" spc="170" dirty="0">
                <a:latin typeface="Times New Roman"/>
                <a:cs typeface="Times New Roman"/>
              </a:rPr>
              <a:t>TRANSACTION </a:t>
            </a:r>
            <a:r>
              <a:rPr sz="2200" spc="70" dirty="0">
                <a:latin typeface="Times New Roman"/>
                <a:cs typeface="Times New Roman"/>
              </a:rPr>
              <a:t>marks </a:t>
            </a:r>
            <a:r>
              <a:rPr sz="2200" spc="114" dirty="0">
                <a:latin typeface="Times New Roman"/>
                <a:cs typeface="Times New Roman"/>
              </a:rPr>
              <a:t>an </a:t>
            </a:r>
            <a:r>
              <a:rPr sz="2200" spc="130" dirty="0">
                <a:latin typeface="Times New Roman"/>
                <a:cs typeface="Times New Roman"/>
              </a:rPr>
              <a:t>end </a:t>
            </a:r>
            <a:r>
              <a:rPr sz="2200" spc="65" dirty="0">
                <a:latin typeface="Times New Roman"/>
                <a:cs typeface="Times New Roman"/>
              </a:rPr>
              <a:t>of </a:t>
            </a:r>
            <a:r>
              <a:rPr sz="2200" spc="35" dirty="0">
                <a:latin typeface="Times New Roman"/>
                <a:cs typeface="Times New Roman"/>
              </a:rPr>
              <a:t>a </a:t>
            </a:r>
            <a:r>
              <a:rPr sz="2200" spc="45" dirty="0">
                <a:latin typeface="Times New Roman"/>
                <a:cs typeface="Times New Roman"/>
              </a:rPr>
              <a:t>successful</a:t>
            </a:r>
            <a:r>
              <a:rPr sz="2200" spc="-254" dirty="0">
                <a:latin typeface="Times New Roman"/>
                <a:cs typeface="Times New Roman"/>
              </a:rPr>
              <a:t> </a:t>
            </a:r>
            <a:r>
              <a:rPr sz="2200" spc="50" dirty="0">
                <a:latin typeface="Times New Roman"/>
                <a:cs typeface="Times New Roman"/>
              </a:rPr>
              <a:t>implicit  </a:t>
            </a:r>
            <a:r>
              <a:rPr sz="2200" spc="95" dirty="0">
                <a:latin typeface="Times New Roman"/>
                <a:cs typeface="Times New Roman"/>
              </a:rPr>
              <a:t>or </a:t>
            </a:r>
            <a:r>
              <a:rPr sz="2200" spc="55" dirty="0">
                <a:latin typeface="Times New Roman"/>
                <a:cs typeface="Times New Roman"/>
              </a:rPr>
              <a:t>explicit</a:t>
            </a:r>
            <a:r>
              <a:rPr sz="2200" spc="-290" dirty="0">
                <a:latin typeface="Times New Roman"/>
                <a:cs typeface="Times New Roman"/>
              </a:rPr>
              <a:t> </a:t>
            </a:r>
            <a:r>
              <a:rPr sz="2200" spc="80" dirty="0">
                <a:latin typeface="Times New Roman"/>
                <a:cs typeface="Times New Roman"/>
              </a:rPr>
              <a:t>transaction.</a:t>
            </a:r>
            <a:endParaRPr sz="2200">
              <a:latin typeface="Times New Roman"/>
              <a:cs typeface="Times New Roman"/>
            </a:endParaRPr>
          </a:p>
          <a:p>
            <a:pPr marL="353695" marR="5080" indent="-341630" algn="just">
              <a:lnSpc>
                <a:spcPct val="100000"/>
              </a:lnSpc>
              <a:buSzPct val="90909"/>
              <a:buFont typeface="Calibri"/>
              <a:buChar char="●"/>
              <a:tabLst>
                <a:tab pos="354330" algn="l"/>
              </a:tabLst>
            </a:pPr>
            <a:r>
              <a:rPr sz="2200" spc="95" dirty="0">
                <a:latin typeface="Times New Roman"/>
                <a:cs typeface="Times New Roman"/>
              </a:rPr>
              <a:t>ROLLBACK with </a:t>
            </a:r>
            <a:r>
              <a:rPr sz="2200" spc="114" dirty="0">
                <a:latin typeface="Times New Roman"/>
                <a:cs typeface="Times New Roman"/>
              </a:rPr>
              <a:t>an </a:t>
            </a:r>
            <a:r>
              <a:rPr sz="2200" spc="85" dirty="0">
                <a:latin typeface="Times New Roman"/>
                <a:cs typeface="Times New Roman"/>
              </a:rPr>
              <a:t>optional </a:t>
            </a:r>
            <a:r>
              <a:rPr sz="2200" spc="75" dirty="0">
                <a:latin typeface="Times New Roman"/>
                <a:cs typeface="Times New Roman"/>
              </a:rPr>
              <a:t>keyword </a:t>
            </a:r>
            <a:r>
              <a:rPr sz="2200" spc="185" dirty="0">
                <a:latin typeface="Times New Roman"/>
                <a:cs typeface="Times New Roman"/>
              </a:rPr>
              <a:t>WORK </a:t>
            </a:r>
            <a:r>
              <a:rPr sz="2200" spc="40" dirty="0">
                <a:latin typeface="Times New Roman"/>
                <a:cs typeface="Times New Roman"/>
              </a:rPr>
              <a:t>rolls </a:t>
            </a:r>
            <a:r>
              <a:rPr sz="2200" spc="65" dirty="0">
                <a:latin typeface="Times New Roman"/>
                <a:cs typeface="Times New Roman"/>
              </a:rPr>
              <a:t>back </a:t>
            </a:r>
            <a:r>
              <a:rPr sz="2200" spc="35" dirty="0">
                <a:latin typeface="Times New Roman"/>
                <a:cs typeface="Times New Roman"/>
              </a:rPr>
              <a:t>a </a:t>
            </a:r>
            <a:r>
              <a:rPr sz="2200" spc="60" dirty="0">
                <a:latin typeface="Times New Roman"/>
                <a:cs typeface="Times New Roman"/>
              </a:rPr>
              <a:t>user-  </a:t>
            </a:r>
            <a:r>
              <a:rPr sz="2200" spc="45" dirty="0">
                <a:latin typeface="Times New Roman"/>
                <a:cs typeface="Times New Roman"/>
              </a:rPr>
              <a:t>specified</a:t>
            </a:r>
            <a:r>
              <a:rPr sz="2200" spc="-90" dirty="0">
                <a:latin typeface="Times New Roman"/>
                <a:cs typeface="Times New Roman"/>
              </a:rPr>
              <a:t> </a:t>
            </a:r>
            <a:r>
              <a:rPr sz="2200" spc="90" dirty="0">
                <a:latin typeface="Times New Roman"/>
                <a:cs typeface="Times New Roman"/>
              </a:rPr>
              <a:t>transaction</a:t>
            </a:r>
            <a:r>
              <a:rPr sz="2200" spc="-114" dirty="0">
                <a:latin typeface="Times New Roman"/>
                <a:cs typeface="Times New Roman"/>
              </a:rPr>
              <a:t> </a:t>
            </a:r>
            <a:r>
              <a:rPr sz="2200" spc="120" dirty="0">
                <a:latin typeface="Times New Roman"/>
                <a:cs typeface="Times New Roman"/>
              </a:rPr>
              <a:t>to</a:t>
            </a:r>
            <a:r>
              <a:rPr sz="2200" spc="-95" dirty="0">
                <a:latin typeface="Times New Roman"/>
                <a:cs typeface="Times New Roman"/>
              </a:rPr>
              <a:t> </a:t>
            </a:r>
            <a:r>
              <a:rPr sz="2200" spc="125" dirty="0">
                <a:latin typeface="Times New Roman"/>
                <a:cs typeface="Times New Roman"/>
              </a:rPr>
              <a:t>the</a:t>
            </a:r>
            <a:r>
              <a:rPr sz="2200" spc="-95" dirty="0">
                <a:latin typeface="Times New Roman"/>
                <a:cs typeface="Times New Roman"/>
              </a:rPr>
              <a:t> </a:t>
            </a:r>
            <a:r>
              <a:rPr sz="2200" spc="80" dirty="0">
                <a:latin typeface="Times New Roman"/>
                <a:cs typeface="Times New Roman"/>
              </a:rPr>
              <a:t>beginning</a:t>
            </a:r>
            <a:r>
              <a:rPr sz="2200" spc="-105" dirty="0">
                <a:latin typeface="Times New Roman"/>
                <a:cs typeface="Times New Roman"/>
              </a:rPr>
              <a:t> </a:t>
            </a:r>
            <a:r>
              <a:rPr sz="2200" spc="65" dirty="0">
                <a:latin typeface="Times New Roman"/>
                <a:cs typeface="Times New Roman"/>
              </a:rPr>
              <a:t>of</a:t>
            </a:r>
            <a:r>
              <a:rPr sz="2200" spc="-90" dirty="0">
                <a:latin typeface="Times New Roman"/>
                <a:cs typeface="Times New Roman"/>
              </a:rPr>
              <a:t> </a:t>
            </a:r>
            <a:r>
              <a:rPr sz="2200" spc="125" dirty="0">
                <a:latin typeface="Times New Roman"/>
                <a:cs typeface="Times New Roman"/>
              </a:rPr>
              <a:t>the</a:t>
            </a:r>
            <a:r>
              <a:rPr sz="2200" spc="-95" dirty="0">
                <a:latin typeface="Times New Roman"/>
                <a:cs typeface="Times New Roman"/>
              </a:rPr>
              <a:t> </a:t>
            </a:r>
            <a:r>
              <a:rPr sz="2200" spc="80" dirty="0">
                <a:latin typeface="Times New Roman"/>
                <a:cs typeface="Times New Roman"/>
              </a:rPr>
              <a:t>transaction.</a:t>
            </a:r>
            <a:endParaRPr sz="2200">
              <a:latin typeface="Times New Roman"/>
              <a:cs typeface="Times New Roman"/>
            </a:endParaRPr>
          </a:p>
          <a:p>
            <a:pPr marL="353695" marR="5715" indent="-341630" algn="just">
              <a:lnSpc>
                <a:spcPct val="100000"/>
              </a:lnSpc>
              <a:spcBef>
                <a:spcPts val="5"/>
              </a:spcBef>
              <a:buSzPct val="90909"/>
              <a:buFont typeface="Calibri"/>
              <a:buChar char="●"/>
              <a:tabLst>
                <a:tab pos="354330" algn="l"/>
              </a:tabLst>
            </a:pPr>
            <a:r>
              <a:rPr sz="2200" spc="120" dirty="0">
                <a:latin typeface="Times New Roman"/>
                <a:cs typeface="Times New Roman"/>
              </a:rPr>
              <a:t>@@TRANCOUNT </a:t>
            </a:r>
            <a:r>
              <a:rPr sz="2200" spc="5" dirty="0">
                <a:latin typeface="Times New Roman"/>
                <a:cs typeface="Times New Roman"/>
              </a:rPr>
              <a:t>is </a:t>
            </a:r>
            <a:r>
              <a:rPr sz="2200" spc="35" dirty="0">
                <a:latin typeface="Times New Roman"/>
                <a:cs typeface="Times New Roman"/>
              </a:rPr>
              <a:t>a </a:t>
            </a:r>
            <a:r>
              <a:rPr sz="2200" spc="50" dirty="0">
                <a:latin typeface="Times New Roman"/>
                <a:cs typeface="Times New Roman"/>
              </a:rPr>
              <a:t>system </a:t>
            </a:r>
            <a:r>
              <a:rPr sz="2200" spc="105" dirty="0">
                <a:latin typeface="Times New Roman"/>
                <a:cs typeface="Times New Roman"/>
              </a:rPr>
              <a:t>function </a:t>
            </a:r>
            <a:r>
              <a:rPr sz="2200" spc="125" dirty="0">
                <a:latin typeface="Times New Roman"/>
                <a:cs typeface="Times New Roman"/>
              </a:rPr>
              <a:t>that </a:t>
            </a:r>
            <a:r>
              <a:rPr sz="2200" spc="105" dirty="0">
                <a:latin typeface="Times New Roman"/>
                <a:cs typeface="Times New Roman"/>
              </a:rPr>
              <a:t>returns </a:t>
            </a:r>
            <a:r>
              <a:rPr sz="2200" spc="35" dirty="0">
                <a:latin typeface="Times New Roman"/>
                <a:cs typeface="Times New Roman"/>
              </a:rPr>
              <a:t>a </a:t>
            </a:r>
            <a:r>
              <a:rPr sz="2200" spc="114" dirty="0">
                <a:latin typeface="Times New Roman"/>
                <a:cs typeface="Times New Roman"/>
              </a:rPr>
              <a:t>number </a:t>
            </a:r>
            <a:r>
              <a:rPr sz="2200" spc="65" dirty="0">
                <a:latin typeface="Times New Roman"/>
                <a:cs typeface="Times New Roman"/>
              </a:rPr>
              <a:t>of  </a:t>
            </a:r>
            <a:r>
              <a:rPr sz="2200" spc="55" dirty="0">
                <a:latin typeface="Times New Roman"/>
                <a:cs typeface="Times New Roman"/>
              </a:rPr>
              <a:t>BEGIN </a:t>
            </a:r>
            <a:r>
              <a:rPr sz="2200" spc="170" dirty="0">
                <a:latin typeface="Times New Roman"/>
                <a:cs typeface="Times New Roman"/>
              </a:rPr>
              <a:t>TRANSACTION </a:t>
            </a:r>
            <a:r>
              <a:rPr sz="2200" spc="85" dirty="0">
                <a:latin typeface="Times New Roman"/>
                <a:cs typeface="Times New Roman"/>
              </a:rPr>
              <a:t>statements </a:t>
            </a:r>
            <a:r>
              <a:rPr sz="2200" spc="125" dirty="0">
                <a:latin typeface="Times New Roman"/>
                <a:cs typeface="Times New Roman"/>
              </a:rPr>
              <a:t>that </a:t>
            </a:r>
            <a:r>
              <a:rPr sz="2200" spc="80" dirty="0">
                <a:latin typeface="Times New Roman"/>
                <a:cs typeface="Times New Roman"/>
              </a:rPr>
              <a:t>occur </a:t>
            </a:r>
            <a:r>
              <a:rPr sz="2200" spc="100" dirty="0">
                <a:latin typeface="Times New Roman"/>
                <a:cs typeface="Times New Roman"/>
              </a:rPr>
              <a:t>in </a:t>
            </a:r>
            <a:r>
              <a:rPr sz="2200" spc="125" dirty="0">
                <a:latin typeface="Times New Roman"/>
                <a:cs typeface="Times New Roman"/>
              </a:rPr>
              <a:t>the </a:t>
            </a:r>
            <a:r>
              <a:rPr sz="2200" spc="105" dirty="0">
                <a:latin typeface="Times New Roman"/>
                <a:cs typeface="Times New Roman"/>
              </a:rPr>
              <a:t>current  </a:t>
            </a:r>
            <a:r>
              <a:rPr sz="2200" spc="95" dirty="0">
                <a:latin typeface="Times New Roman"/>
                <a:cs typeface="Times New Roman"/>
              </a:rPr>
              <a:t>connection.</a:t>
            </a:r>
            <a:endParaRPr sz="2200">
              <a:latin typeface="Times New Roman"/>
              <a:cs typeface="Times New Roman"/>
            </a:endParaRPr>
          </a:p>
          <a:p>
            <a:pPr marL="353695" marR="5715" indent="-341630" algn="just">
              <a:lnSpc>
                <a:spcPct val="100000"/>
              </a:lnSpc>
              <a:buSzPct val="90909"/>
              <a:buFont typeface="Calibri"/>
              <a:buChar char="●"/>
              <a:tabLst>
                <a:tab pos="354330" algn="l"/>
              </a:tabLst>
            </a:pPr>
            <a:r>
              <a:rPr sz="2200" spc="65" dirty="0">
                <a:latin typeface="Times New Roman"/>
                <a:cs typeface="Times New Roman"/>
              </a:rPr>
              <a:t>Isolation </a:t>
            </a:r>
            <a:r>
              <a:rPr sz="2200" spc="25" dirty="0">
                <a:latin typeface="Times New Roman"/>
                <a:cs typeface="Times New Roman"/>
              </a:rPr>
              <a:t>levels </a:t>
            </a:r>
            <a:r>
              <a:rPr sz="2200" spc="55" dirty="0">
                <a:latin typeface="Times New Roman"/>
                <a:cs typeface="Times New Roman"/>
              </a:rPr>
              <a:t>are </a:t>
            </a:r>
            <a:r>
              <a:rPr sz="2200" spc="85" dirty="0">
                <a:latin typeface="Times New Roman"/>
                <a:cs typeface="Times New Roman"/>
              </a:rPr>
              <a:t>provided </a:t>
            </a:r>
            <a:r>
              <a:rPr sz="2200" spc="50" dirty="0">
                <a:latin typeface="Times New Roman"/>
                <a:cs typeface="Times New Roman"/>
              </a:rPr>
              <a:t>by </a:t>
            </a:r>
            <a:r>
              <a:rPr sz="2200" spc="125" dirty="0">
                <a:latin typeface="Times New Roman"/>
                <a:cs typeface="Times New Roman"/>
              </a:rPr>
              <a:t>the </a:t>
            </a:r>
            <a:r>
              <a:rPr sz="2200" spc="90" dirty="0">
                <a:latin typeface="Times New Roman"/>
                <a:cs typeface="Times New Roman"/>
              </a:rPr>
              <a:t>transaction </a:t>
            </a:r>
            <a:r>
              <a:rPr sz="2200" spc="120" dirty="0">
                <a:latin typeface="Times New Roman"/>
                <a:cs typeface="Times New Roman"/>
              </a:rPr>
              <a:t>to </a:t>
            </a:r>
            <a:r>
              <a:rPr sz="2200" spc="55" dirty="0">
                <a:latin typeface="Times New Roman"/>
                <a:cs typeface="Times New Roman"/>
              </a:rPr>
              <a:t>describe </a:t>
            </a:r>
            <a:r>
              <a:rPr sz="2200" spc="120" dirty="0">
                <a:latin typeface="Times New Roman"/>
                <a:cs typeface="Times New Roman"/>
              </a:rPr>
              <a:t>the  </a:t>
            </a:r>
            <a:r>
              <a:rPr sz="2200" spc="110" dirty="0">
                <a:latin typeface="Times New Roman"/>
                <a:cs typeface="Times New Roman"/>
              </a:rPr>
              <a:t>extent </a:t>
            </a:r>
            <a:r>
              <a:rPr sz="2200" spc="120" dirty="0">
                <a:latin typeface="Times New Roman"/>
                <a:cs typeface="Times New Roman"/>
              </a:rPr>
              <a:t>to </a:t>
            </a:r>
            <a:r>
              <a:rPr sz="2200" spc="90" dirty="0">
                <a:latin typeface="Times New Roman"/>
                <a:cs typeface="Times New Roman"/>
              </a:rPr>
              <a:t>which </a:t>
            </a:r>
            <a:r>
              <a:rPr sz="2200" spc="35" dirty="0">
                <a:latin typeface="Times New Roman"/>
                <a:cs typeface="Times New Roman"/>
              </a:rPr>
              <a:t>a </a:t>
            </a:r>
            <a:r>
              <a:rPr sz="2200" spc="40" dirty="0">
                <a:latin typeface="Times New Roman"/>
                <a:cs typeface="Times New Roman"/>
              </a:rPr>
              <a:t>single </a:t>
            </a:r>
            <a:r>
              <a:rPr sz="2200" spc="90" dirty="0">
                <a:latin typeface="Times New Roman"/>
                <a:cs typeface="Times New Roman"/>
              </a:rPr>
              <a:t>transaction </a:t>
            </a:r>
            <a:r>
              <a:rPr sz="2200" spc="100" dirty="0">
                <a:latin typeface="Times New Roman"/>
                <a:cs typeface="Times New Roman"/>
              </a:rPr>
              <a:t>must </a:t>
            </a:r>
            <a:r>
              <a:rPr sz="2200" spc="75" dirty="0">
                <a:latin typeface="Times New Roman"/>
                <a:cs typeface="Times New Roman"/>
              </a:rPr>
              <a:t>be </a:t>
            </a:r>
            <a:r>
              <a:rPr sz="2200" spc="60" dirty="0">
                <a:latin typeface="Times New Roman"/>
                <a:cs typeface="Times New Roman"/>
              </a:rPr>
              <a:t>isolated </a:t>
            </a:r>
            <a:r>
              <a:rPr sz="2200" spc="80" dirty="0">
                <a:latin typeface="Times New Roman"/>
                <a:cs typeface="Times New Roman"/>
              </a:rPr>
              <a:t>from</a:t>
            </a:r>
            <a:r>
              <a:rPr sz="2200" spc="-35" dirty="0">
                <a:latin typeface="Times New Roman"/>
                <a:cs typeface="Times New Roman"/>
              </a:rPr>
              <a:t> </a:t>
            </a:r>
            <a:r>
              <a:rPr sz="2200" spc="65" dirty="0">
                <a:latin typeface="Times New Roman"/>
                <a:cs typeface="Times New Roman"/>
              </a:rPr>
              <a:t>changes  </a:t>
            </a:r>
            <a:r>
              <a:rPr sz="2200" spc="85" dirty="0">
                <a:latin typeface="Times New Roman"/>
                <a:cs typeface="Times New Roman"/>
              </a:rPr>
              <a:t>made</a:t>
            </a:r>
            <a:r>
              <a:rPr sz="2200" spc="-100" dirty="0">
                <a:latin typeface="Times New Roman"/>
                <a:cs typeface="Times New Roman"/>
              </a:rPr>
              <a:t> </a:t>
            </a:r>
            <a:r>
              <a:rPr sz="2200" spc="50" dirty="0">
                <a:latin typeface="Times New Roman"/>
                <a:cs typeface="Times New Roman"/>
              </a:rPr>
              <a:t>by</a:t>
            </a:r>
            <a:r>
              <a:rPr sz="2200" spc="-90" dirty="0">
                <a:latin typeface="Times New Roman"/>
                <a:cs typeface="Times New Roman"/>
              </a:rPr>
              <a:t> </a:t>
            </a:r>
            <a:r>
              <a:rPr sz="2200" spc="114" dirty="0">
                <a:latin typeface="Times New Roman"/>
                <a:cs typeface="Times New Roman"/>
              </a:rPr>
              <a:t>other</a:t>
            </a:r>
            <a:r>
              <a:rPr sz="2200" spc="-110" dirty="0">
                <a:latin typeface="Times New Roman"/>
                <a:cs typeface="Times New Roman"/>
              </a:rPr>
              <a:t> </a:t>
            </a:r>
            <a:r>
              <a:rPr sz="2200" spc="75" dirty="0">
                <a:latin typeface="Times New Roman"/>
                <a:cs typeface="Times New Roman"/>
              </a:rPr>
              <a:t>transactions.</a:t>
            </a:r>
            <a:endParaRPr sz="2200">
              <a:latin typeface="Times New Roman"/>
              <a:cs typeface="Times New Roman"/>
            </a:endParaRPr>
          </a:p>
          <a:p>
            <a:pPr marL="353695" marR="5080" indent="-341630" algn="just">
              <a:lnSpc>
                <a:spcPct val="100000"/>
              </a:lnSpc>
              <a:buSzPct val="90909"/>
              <a:buFont typeface="Calibri"/>
              <a:buChar char="●"/>
              <a:tabLst>
                <a:tab pos="354330" algn="l"/>
              </a:tabLst>
            </a:pPr>
            <a:r>
              <a:rPr sz="2200" spc="150" dirty="0">
                <a:latin typeface="Times New Roman"/>
                <a:cs typeface="Times New Roman"/>
              </a:rPr>
              <a:t>The </a:t>
            </a:r>
            <a:r>
              <a:rPr sz="2200" spc="110" dirty="0">
                <a:latin typeface="Times New Roman"/>
                <a:cs typeface="Times New Roman"/>
              </a:rPr>
              <a:t>SQL </a:t>
            </a:r>
            <a:r>
              <a:rPr sz="2200" spc="70" dirty="0">
                <a:latin typeface="Times New Roman"/>
                <a:cs typeface="Times New Roman"/>
              </a:rPr>
              <a:t>Server </a:t>
            </a:r>
            <a:r>
              <a:rPr sz="2200" spc="65" dirty="0">
                <a:latin typeface="Times New Roman"/>
                <a:cs typeface="Times New Roman"/>
              </a:rPr>
              <a:t>Database </a:t>
            </a:r>
            <a:r>
              <a:rPr sz="2200" spc="70" dirty="0">
                <a:latin typeface="Times New Roman"/>
                <a:cs typeface="Times New Roman"/>
              </a:rPr>
              <a:t>Engine </a:t>
            </a:r>
            <a:r>
              <a:rPr sz="2200" spc="45" dirty="0">
                <a:latin typeface="Times New Roman"/>
                <a:cs typeface="Times New Roman"/>
              </a:rPr>
              <a:t>locks </a:t>
            </a:r>
            <a:r>
              <a:rPr sz="2200" spc="125" dirty="0">
                <a:latin typeface="Times New Roman"/>
                <a:cs typeface="Times New Roman"/>
              </a:rPr>
              <a:t>the </a:t>
            </a:r>
            <a:r>
              <a:rPr sz="2200" spc="60" dirty="0">
                <a:latin typeface="Times New Roman"/>
                <a:cs typeface="Times New Roman"/>
              </a:rPr>
              <a:t>resources</a:t>
            </a:r>
            <a:r>
              <a:rPr sz="2200" spc="670" dirty="0">
                <a:latin typeface="Times New Roman"/>
                <a:cs typeface="Times New Roman"/>
              </a:rPr>
              <a:t> </a:t>
            </a:r>
            <a:r>
              <a:rPr sz="2200" spc="70" dirty="0">
                <a:latin typeface="Times New Roman"/>
                <a:cs typeface="Times New Roman"/>
              </a:rPr>
              <a:t>using  </a:t>
            </a:r>
            <a:r>
              <a:rPr sz="2200" spc="80" dirty="0">
                <a:latin typeface="Times New Roman"/>
                <a:cs typeface="Times New Roman"/>
              </a:rPr>
              <a:t>different </a:t>
            </a:r>
            <a:r>
              <a:rPr sz="2200" spc="50" dirty="0">
                <a:latin typeface="Times New Roman"/>
                <a:cs typeface="Times New Roman"/>
              </a:rPr>
              <a:t>lock </a:t>
            </a:r>
            <a:r>
              <a:rPr sz="2200" spc="65" dirty="0">
                <a:latin typeface="Times New Roman"/>
                <a:cs typeface="Times New Roman"/>
              </a:rPr>
              <a:t>modes, </a:t>
            </a:r>
            <a:r>
              <a:rPr sz="2200" spc="90" dirty="0">
                <a:latin typeface="Times New Roman"/>
                <a:cs typeface="Times New Roman"/>
              </a:rPr>
              <a:t>which determine </a:t>
            </a:r>
            <a:r>
              <a:rPr sz="2200" spc="125" dirty="0">
                <a:latin typeface="Times New Roman"/>
                <a:cs typeface="Times New Roman"/>
              </a:rPr>
              <a:t>the </a:t>
            </a:r>
            <a:r>
              <a:rPr sz="2200" spc="60" dirty="0">
                <a:latin typeface="Times New Roman"/>
                <a:cs typeface="Times New Roman"/>
              </a:rPr>
              <a:t>resources </a:t>
            </a:r>
            <a:r>
              <a:rPr sz="2200" spc="125" dirty="0">
                <a:latin typeface="Times New Roman"/>
                <a:cs typeface="Times New Roman"/>
              </a:rPr>
              <a:t>that </a:t>
            </a:r>
            <a:r>
              <a:rPr sz="2200" spc="60" dirty="0">
                <a:latin typeface="Times New Roman"/>
                <a:cs typeface="Times New Roman"/>
              </a:rPr>
              <a:t>are  </a:t>
            </a:r>
            <a:r>
              <a:rPr sz="2200" spc="30" dirty="0">
                <a:latin typeface="Times New Roman"/>
                <a:cs typeface="Times New Roman"/>
              </a:rPr>
              <a:t>accessible</a:t>
            </a:r>
            <a:r>
              <a:rPr sz="2200" spc="-100" dirty="0">
                <a:latin typeface="Times New Roman"/>
                <a:cs typeface="Times New Roman"/>
              </a:rPr>
              <a:t> </a:t>
            </a:r>
            <a:r>
              <a:rPr sz="2200" spc="120" dirty="0">
                <a:latin typeface="Times New Roman"/>
                <a:cs typeface="Times New Roman"/>
              </a:rPr>
              <a:t>to</a:t>
            </a:r>
            <a:r>
              <a:rPr sz="2200" spc="-100" dirty="0">
                <a:latin typeface="Times New Roman"/>
                <a:cs typeface="Times New Roman"/>
              </a:rPr>
              <a:t> </a:t>
            </a:r>
            <a:r>
              <a:rPr sz="2200" spc="105" dirty="0">
                <a:latin typeface="Times New Roman"/>
                <a:cs typeface="Times New Roman"/>
              </a:rPr>
              <a:t>concurrent</a:t>
            </a:r>
            <a:r>
              <a:rPr sz="2200" spc="-100" dirty="0">
                <a:latin typeface="Times New Roman"/>
                <a:cs typeface="Times New Roman"/>
              </a:rPr>
              <a:t> </a:t>
            </a:r>
            <a:r>
              <a:rPr sz="2200" spc="75" dirty="0">
                <a:latin typeface="Times New Roman"/>
                <a:cs typeface="Times New Roman"/>
              </a:rPr>
              <a:t>transactions.</a:t>
            </a:r>
            <a:endParaRPr sz="22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476</TotalTime>
  <Words>4807</Words>
  <Application>Microsoft Office PowerPoint</Application>
  <PresentationFormat>On-screen Show (4:3)</PresentationFormat>
  <Paragraphs>405</Paragraphs>
  <Slides>26</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Book Antiqua</vt:lpstr>
      <vt:lpstr>Calibri</vt:lpstr>
      <vt:lpstr>Courier New</vt:lpstr>
      <vt:lpstr>Palatino Linotype</vt:lpstr>
      <vt:lpstr>Segoe UI Symbol</vt:lpstr>
      <vt:lpstr>Times New Roman</vt:lpstr>
      <vt:lpstr>Wingdings</vt:lpstr>
      <vt:lpstr>Office Theme</vt:lpstr>
      <vt:lpstr>Data Management with  SQL Server</vt:lpstr>
      <vt:lpstr>Objectives</vt:lpstr>
      <vt:lpstr>Introduction</vt:lpstr>
      <vt:lpstr>Need for Transactions 1-4</vt:lpstr>
      <vt:lpstr>Need for Transactions 2-4</vt:lpstr>
      <vt:lpstr>Need for Transactions 3-4</vt:lpstr>
      <vt:lpstr>Need for Transactions 4-4</vt:lpstr>
      <vt:lpstr>Controlling Transactions</vt:lpstr>
      <vt:lpstr>Starting and Ending Transactions Using Transact-SQL 1-3</vt:lpstr>
      <vt:lpstr>Starting and Ending Transactions Using Transact-SQL 2-3</vt:lpstr>
      <vt:lpstr>Starting and Ending Transactions Using Transact-SQL 3-3</vt:lpstr>
      <vt:lpstr>The @@TRANCOUNT</vt:lpstr>
      <vt:lpstr>Marking a Transaction</vt:lpstr>
      <vt:lpstr>Create Marked Transactions</vt:lpstr>
      <vt:lpstr>Differences Between Implicit and Explicit Transactions</vt:lpstr>
      <vt:lpstr>Isolation Levels 1-2</vt:lpstr>
      <vt:lpstr>Isolation Levels 2-2</vt:lpstr>
      <vt:lpstr>Scope and Different Types of Locks 1-5</vt:lpstr>
      <vt:lpstr>Scope and Different Types of Locks 2-5</vt:lpstr>
      <vt:lpstr>Scope and Different Types of Locks 3-5</vt:lpstr>
      <vt:lpstr>Scope and Different Types of Locks 4-5</vt:lpstr>
      <vt:lpstr>Scope and Different Types of Locks 5-5</vt:lpstr>
      <vt:lpstr>Transaction Management</vt:lpstr>
      <vt:lpstr>Transaction Log 1-2</vt:lpstr>
      <vt:lpstr>Transaction Log 2-2</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Aptech Limited</dc:creator>
  <cp:lastModifiedBy>Nguyen Phat Tai (FE FAI HCM)</cp:lastModifiedBy>
  <cp:revision>227</cp:revision>
  <dcterms:created xsi:type="dcterms:W3CDTF">2021-10-11T16:11:45Z</dcterms:created>
  <dcterms:modified xsi:type="dcterms:W3CDTF">2021-10-28T03:06:26Z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2021-05-25T00:00:00Z</vt:filetime>
  </property>
  <property fmtid="{D5CDD505-2E9C-101B-9397-08002B2CF9AE}" pid="3" name="Creator">
    <vt:lpwstr>Microsoft® PowerPoint® 2019</vt:lpwstr>
  </property>
  <property fmtid="{D5CDD505-2E9C-101B-9397-08002B2CF9AE}" pid="4" name="LastSaved">
    <vt:filetime>2021-10-11T00:00:00Z</vt:filetime>
  </property>
</Properties>
</file>