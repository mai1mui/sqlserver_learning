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357" r:id="rId3"/>
    <p:sldId id="420" r:id="rId4"/>
    <p:sldId id="422" r:id="rId5"/>
    <p:sldId id="423" r:id="rId6"/>
    <p:sldId id="424" r:id="rId7"/>
    <p:sldId id="429" r:id="rId8"/>
    <p:sldId id="431" r:id="rId9"/>
    <p:sldId id="435" r:id="rId10"/>
    <p:sldId id="436" r:id="rId11"/>
    <p:sldId id="434" r:id="rId12"/>
    <p:sldId id="438" r:id="rId13"/>
    <p:sldId id="452" r:id="rId14"/>
    <p:sldId id="439" r:id="rId15"/>
    <p:sldId id="440" r:id="rId16"/>
    <p:sldId id="441" r:id="rId17"/>
    <p:sldId id="444" r:id="rId18"/>
    <p:sldId id="446" r:id="rId19"/>
    <p:sldId id="448" r:id="rId20"/>
    <p:sldId id="450" r:id="rId21"/>
    <p:sldId id="453" r:id="rId22"/>
    <p:sldId id="454" r:id="rId23"/>
    <p:sldId id="456" r:id="rId24"/>
    <p:sldId id="451"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500" autoAdjust="0"/>
  </p:normalViewPr>
  <p:slideViewPr>
    <p:cSldViewPr>
      <p:cViewPr varScale="1">
        <p:scale>
          <a:sx n="67" d="100"/>
          <a:sy n="67" d="100"/>
        </p:scale>
        <p:origin x="1906"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346CAC-A78E-4DA3-B22E-CEA49EBE422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D9B449A0-FF94-4713-9A9A-058D7F6B71B9}">
      <dgm:prSet phldrT="[Text]" custT="1"/>
      <dgm:spPr/>
      <dgm:t>
        <a:bodyPr/>
        <a:lstStyle/>
        <a:p>
          <a:r>
            <a:rPr lang="en-US" sz="1400" b="1" dirty="0">
              <a:latin typeface="Calibri" pitchFamily="34" charset="0"/>
              <a:cs typeface="Calibri" pitchFamily="34" charset="0"/>
            </a:rPr>
            <a:t>need not have a seed and increment value specified. If they are not specified, a default value of </a:t>
          </a:r>
          <a:r>
            <a:rPr lang="en-US" sz="1400" b="1" dirty="0">
              <a:latin typeface="Courier New" pitchFamily="49" charset="0"/>
              <a:cs typeface="Courier New" pitchFamily="49" charset="0"/>
            </a:rPr>
            <a:t>1</a:t>
          </a:r>
          <a:r>
            <a:rPr lang="en-US" sz="1400" b="1" dirty="0">
              <a:latin typeface="Calibri" pitchFamily="34" charset="0"/>
              <a:cs typeface="Calibri" pitchFamily="34" charset="0"/>
            </a:rPr>
            <a:t> will be used for both.</a:t>
          </a:r>
        </a:p>
      </dgm:t>
    </dgm:pt>
    <dgm:pt modelId="{72FECDBD-928B-4253-9CFE-B1ABEE0A78E1}" type="parTrans" cxnId="{A7FFA459-88E6-4BF9-990E-9E839F2CA561}">
      <dgm:prSet/>
      <dgm:spPr/>
      <dgm:t>
        <a:bodyPr/>
        <a:lstStyle/>
        <a:p>
          <a:endParaRPr lang="en-US"/>
        </a:p>
      </dgm:t>
    </dgm:pt>
    <dgm:pt modelId="{2764F4CA-6CE4-44EA-8523-B18B98402A7E}" type="sibTrans" cxnId="{A7FFA459-88E6-4BF9-990E-9E839F2CA561}">
      <dgm:prSet/>
      <dgm:spPr/>
      <dgm:t>
        <a:bodyPr/>
        <a:lstStyle/>
        <a:p>
          <a:endParaRPr lang="en-US"/>
        </a:p>
      </dgm:t>
    </dgm:pt>
    <dgm:pt modelId="{E2855558-389B-4591-8564-2A29B4C32D65}">
      <dgm:prSet phldrT="[Text]" custT="1"/>
      <dgm:spPr/>
      <dgm:t>
        <a:bodyPr/>
        <a:lstStyle/>
        <a:p>
          <a:r>
            <a:rPr lang="en-US" sz="1600" b="1" dirty="0">
              <a:solidFill>
                <a:schemeClr val="bg1"/>
              </a:solidFill>
              <a:latin typeface="Calibri" pitchFamily="34" charset="0"/>
              <a:cs typeface="Calibri" pitchFamily="34" charset="0"/>
            </a:rPr>
            <a:t>A table cannot have more than one column with </a:t>
          </a:r>
          <a:r>
            <a:rPr lang="en-US" sz="1600" b="0" dirty="0">
              <a:solidFill>
                <a:schemeClr val="bg1"/>
              </a:solidFill>
              <a:latin typeface="Courier New" pitchFamily="49" charset="0"/>
              <a:cs typeface="Courier New" pitchFamily="49" charset="0"/>
            </a:rPr>
            <a:t>IDENTITY</a:t>
          </a:r>
          <a:r>
            <a:rPr lang="en-US" sz="1600" b="1" dirty="0">
              <a:solidFill>
                <a:schemeClr val="bg1"/>
              </a:solidFill>
              <a:latin typeface="Calibri" pitchFamily="34" charset="0"/>
              <a:cs typeface="Calibri" pitchFamily="34" charset="0"/>
            </a:rPr>
            <a:t> property.</a:t>
          </a:r>
        </a:p>
      </dgm:t>
    </dgm:pt>
    <dgm:pt modelId="{9FD20762-DA87-4087-803C-2ABA29AE61C3}" type="parTrans" cxnId="{48FB9AF0-E794-4529-A85F-670858982857}">
      <dgm:prSet/>
      <dgm:spPr/>
      <dgm:t>
        <a:bodyPr/>
        <a:lstStyle/>
        <a:p>
          <a:endParaRPr lang="en-US"/>
        </a:p>
      </dgm:t>
    </dgm:pt>
    <dgm:pt modelId="{E3CCE1FE-8395-4CE0-ADA9-5054E68F59BF}" type="sibTrans" cxnId="{48FB9AF0-E794-4529-A85F-670858982857}">
      <dgm:prSet/>
      <dgm:spPr/>
      <dgm:t>
        <a:bodyPr/>
        <a:lstStyle/>
        <a:p>
          <a:endParaRPr lang="en-US"/>
        </a:p>
      </dgm:t>
    </dgm:pt>
    <dgm:pt modelId="{AF1790DE-E36E-4506-8B4B-73498403BC3A}">
      <dgm:prSet phldrT="[Text]" custT="1"/>
      <dgm:spPr/>
      <dgm:t>
        <a:bodyPr/>
        <a:lstStyle/>
        <a:p>
          <a:r>
            <a:rPr lang="en-US" sz="1600" b="1" dirty="0">
              <a:solidFill>
                <a:schemeClr val="bg1"/>
              </a:solidFill>
              <a:latin typeface="Calibri" pitchFamily="34" charset="0"/>
              <a:cs typeface="Calibri" pitchFamily="34" charset="0"/>
            </a:rPr>
            <a:t>must not allow null values and must not contain a </a:t>
          </a:r>
          <a:r>
            <a:rPr lang="en-US" sz="1600" b="0" dirty="0">
              <a:solidFill>
                <a:schemeClr val="bg1"/>
              </a:solidFill>
              <a:latin typeface="Courier New" pitchFamily="49" charset="0"/>
              <a:cs typeface="Courier New" pitchFamily="49" charset="0"/>
            </a:rPr>
            <a:t>DEFAULT</a:t>
          </a:r>
          <a:r>
            <a:rPr lang="en-US" sz="1600" b="1" dirty="0">
              <a:solidFill>
                <a:schemeClr val="bg1"/>
              </a:solidFill>
              <a:latin typeface="Calibri" pitchFamily="34" charset="0"/>
              <a:cs typeface="Calibri" pitchFamily="34" charset="0"/>
            </a:rPr>
            <a:t> definition or object.</a:t>
          </a:r>
        </a:p>
      </dgm:t>
    </dgm:pt>
    <dgm:pt modelId="{1D88505E-B705-45D0-982D-C74088FFDC5C}" type="parTrans" cxnId="{AFED1F19-484D-441D-A9E9-131B0DBAB2B5}">
      <dgm:prSet/>
      <dgm:spPr/>
      <dgm:t>
        <a:bodyPr/>
        <a:lstStyle/>
        <a:p>
          <a:endParaRPr lang="en-US"/>
        </a:p>
      </dgm:t>
    </dgm:pt>
    <dgm:pt modelId="{43FE062E-EA32-4A5A-A7FE-EEBE294F89F8}" type="sibTrans" cxnId="{AFED1F19-484D-441D-A9E9-131B0DBAB2B5}">
      <dgm:prSet/>
      <dgm:spPr/>
      <dgm:t>
        <a:bodyPr/>
        <a:lstStyle/>
        <a:p>
          <a:endParaRPr lang="en-US"/>
        </a:p>
      </dgm:t>
    </dgm:pt>
    <dgm:pt modelId="{92E0BEA3-0319-4FBB-8D06-F523A0F31AFE}">
      <dgm:prSet phldrT="[Text]" custT="1"/>
      <dgm:spPr/>
      <dgm:t>
        <a:bodyPr/>
        <a:lstStyle/>
        <a:p>
          <a:r>
            <a:rPr lang="en-US" sz="1600" b="1" dirty="0">
              <a:solidFill>
                <a:schemeClr val="bg1"/>
              </a:solidFill>
              <a:latin typeface="Calibri" pitchFamily="34" charset="0"/>
              <a:cs typeface="Calibri" pitchFamily="34" charset="0"/>
            </a:rPr>
            <a:t>cannot have their values updated.</a:t>
          </a:r>
        </a:p>
      </dgm:t>
    </dgm:pt>
    <dgm:pt modelId="{EC9E610C-4D20-4DEA-AD3B-1A4226AE0616}" type="parTrans" cxnId="{4F236E68-A17D-4165-9905-A7A0A08BB306}">
      <dgm:prSet/>
      <dgm:spPr/>
      <dgm:t>
        <a:bodyPr/>
        <a:lstStyle/>
        <a:p>
          <a:endParaRPr lang="en-US"/>
        </a:p>
      </dgm:t>
    </dgm:pt>
    <dgm:pt modelId="{657DD261-1631-46A3-88EF-36E266D51D4C}" type="sibTrans" cxnId="{4F236E68-A17D-4165-9905-A7A0A08BB306}">
      <dgm:prSet/>
      <dgm:spPr/>
      <dgm:t>
        <a:bodyPr/>
        <a:lstStyle/>
        <a:p>
          <a:endParaRPr lang="en-US"/>
        </a:p>
      </dgm:t>
    </dgm:pt>
    <dgm:pt modelId="{246689C4-6F96-4EC5-9609-1DF9B1589526}">
      <dgm:prSet phldrT="[Text]" custT="1"/>
      <dgm:spPr/>
      <dgm:t>
        <a:bodyPr/>
        <a:lstStyle/>
        <a:p>
          <a:r>
            <a:rPr lang="en-US" sz="1600" b="1" dirty="0">
              <a:solidFill>
                <a:schemeClr val="bg1"/>
              </a:solidFill>
              <a:latin typeface="Calibri" pitchFamily="34" charset="0"/>
              <a:cs typeface="Calibri" pitchFamily="34" charset="0"/>
            </a:rPr>
            <a:t>The values can be explicitly inserted into the identity column only if the </a:t>
          </a:r>
          <a:r>
            <a:rPr lang="en-US" sz="1600" b="0" dirty="0">
              <a:solidFill>
                <a:schemeClr val="bg1"/>
              </a:solidFill>
              <a:latin typeface="Courier New" pitchFamily="49" charset="0"/>
              <a:cs typeface="Courier New" pitchFamily="49" charset="0"/>
            </a:rPr>
            <a:t>IDENTITY_INSERT</a:t>
          </a:r>
          <a:r>
            <a:rPr lang="en-US" sz="1600" b="1" dirty="0">
              <a:solidFill>
                <a:schemeClr val="bg1"/>
              </a:solidFill>
              <a:latin typeface="Calibri" pitchFamily="34" charset="0"/>
              <a:cs typeface="Calibri" pitchFamily="34" charset="0"/>
            </a:rPr>
            <a:t> option is set </a:t>
          </a:r>
          <a:r>
            <a:rPr lang="en-US" sz="1600" b="0" dirty="0">
              <a:solidFill>
                <a:schemeClr val="bg1"/>
              </a:solidFill>
              <a:latin typeface="Courier New" pitchFamily="49" charset="0"/>
              <a:cs typeface="Courier New" pitchFamily="49" charset="0"/>
            </a:rPr>
            <a:t>ON</a:t>
          </a:r>
          <a:r>
            <a:rPr lang="en-US" sz="1600" b="1" dirty="0">
              <a:solidFill>
                <a:schemeClr val="bg1"/>
              </a:solidFill>
              <a:latin typeface="Calibri" pitchFamily="34" charset="0"/>
              <a:cs typeface="Calibri" pitchFamily="34" charset="0"/>
            </a:rPr>
            <a:t>.</a:t>
          </a:r>
        </a:p>
      </dgm:t>
    </dgm:pt>
    <dgm:pt modelId="{C39F95BD-7228-41BD-9AE0-E1E5D50DB020}" type="parTrans" cxnId="{5832A219-F025-4B0C-86DC-923489D8F566}">
      <dgm:prSet/>
      <dgm:spPr/>
      <dgm:t>
        <a:bodyPr/>
        <a:lstStyle/>
        <a:p>
          <a:endParaRPr lang="en-US"/>
        </a:p>
      </dgm:t>
    </dgm:pt>
    <dgm:pt modelId="{1F16A108-6E15-4C4C-A273-B2882D5C50D9}" type="sibTrans" cxnId="{5832A219-F025-4B0C-86DC-923489D8F566}">
      <dgm:prSet/>
      <dgm:spPr/>
      <dgm:t>
        <a:bodyPr/>
        <a:lstStyle/>
        <a:p>
          <a:endParaRPr lang="en-US"/>
        </a:p>
      </dgm:t>
    </dgm:pt>
    <dgm:pt modelId="{2AB05D85-3685-48AC-BC1A-44B5D91DD40F}">
      <dgm:prSet custT="1"/>
      <dgm:spPr/>
      <dgm:t>
        <a:bodyPr/>
        <a:lstStyle/>
        <a:p>
          <a:r>
            <a:rPr lang="en-US" sz="1400" b="1" dirty="0">
              <a:latin typeface="Calibri" pitchFamily="34" charset="0"/>
              <a:cs typeface="Calibri" pitchFamily="34" charset="0"/>
            </a:rPr>
            <a:t>must be defined using one of the following data types: </a:t>
          </a:r>
          <a:r>
            <a:rPr lang="en-US" sz="1400" b="0" dirty="0">
              <a:latin typeface="Courier New" pitchFamily="49" charset="0"/>
              <a:cs typeface="Courier New" pitchFamily="49" charset="0"/>
            </a:rPr>
            <a:t>decimal</a:t>
          </a:r>
          <a:r>
            <a:rPr lang="en-US" sz="1400" b="1" dirty="0">
              <a:latin typeface="Calibri" pitchFamily="34" charset="0"/>
              <a:cs typeface="Calibri" pitchFamily="34" charset="0"/>
            </a:rPr>
            <a:t>, </a:t>
          </a:r>
          <a:r>
            <a:rPr lang="en-US" sz="1400" b="0" dirty="0" err="1">
              <a:latin typeface="Courier New" pitchFamily="49" charset="0"/>
              <a:cs typeface="Courier New" pitchFamily="49" charset="0"/>
            </a:rPr>
            <a:t>int</a:t>
          </a:r>
          <a:r>
            <a:rPr lang="en-US" sz="1400" b="1" dirty="0">
              <a:latin typeface="Calibri" pitchFamily="34" charset="0"/>
              <a:cs typeface="Calibri" pitchFamily="34" charset="0"/>
            </a:rPr>
            <a:t>, </a:t>
          </a:r>
          <a:r>
            <a:rPr lang="en-US" sz="1400" b="0" dirty="0">
              <a:latin typeface="Courier New" pitchFamily="49" charset="0"/>
              <a:cs typeface="Courier New" pitchFamily="49" charset="0"/>
            </a:rPr>
            <a:t>numeric</a:t>
          </a:r>
          <a:r>
            <a:rPr lang="en-US" sz="1400" b="1" dirty="0">
              <a:latin typeface="Calibri" pitchFamily="34" charset="0"/>
              <a:cs typeface="Calibri" pitchFamily="34" charset="0"/>
            </a:rPr>
            <a:t>, </a:t>
          </a:r>
          <a:r>
            <a:rPr lang="en-US" sz="1400" b="0" dirty="0" err="1">
              <a:latin typeface="Courier New" pitchFamily="49" charset="0"/>
              <a:cs typeface="Courier New" pitchFamily="49" charset="0"/>
            </a:rPr>
            <a:t>smallint</a:t>
          </a:r>
          <a:r>
            <a:rPr lang="en-US" sz="1400" b="1" dirty="0">
              <a:latin typeface="Calibri" pitchFamily="34" charset="0"/>
              <a:cs typeface="Calibri" pitchFamily="34" charset="0"/>
            </a:rPr>
            <a:t>, </a:t>
          </a:r>
          <a:r>
            <a:rPr lang="en-US" sz="1400" b="0" dirty="0" err="1">
              <a:latin typeface="Courier New" pitchFamily="49" charset="0"/>
              <a:cs typeface="Courier New" pitchFamily="49" charset="0"/>
            </a:rPr>
            <a:t>bigint</a:t>
          </a:r>
          <a:r>
            <a:rPr lang="en-US" sz="1400" b="1" dirty="0">
              <a:latin typeface="Calibri" pitchFamily="34" charset="0"/>
              <a:cs typeface="Calibri" pitchFamily="34" charset="0"/>
            </a:rPr>
            <a:t>, or </a:t>
          </a:r>
          <a:r>
            <a:rPr lang="en-US" sz="1400" b="0" dirty="0" err="1">
              <a:latin typeface="Courier New" pitchFamily="49" charset="0"/>
              <a:cs typeface="Courier New" pitchFamily="49" charset="0"/>
            </a:rPr>
            <a:t>tinyint</a:t>
          </a:r>
          <a:r>
            <a:rPr lang="en-US" sz="1400" b="1" dirty="0">
              <a:latin typeface="Calibri" pitchFamily="34" charset="0"/>
              <a:cs typeface="Calibri" pitchFamily="34" charset="0"/>
            </a:rPr>
            <a:t>.</a:t>
          </a:r>
        </a:p>
      </dgm:t>
    </dgm:pt>
    <dgm:pt modelId="{4517A82F-44E2-48FE-9B68-FDD14450B9A9}" type="parTrans" cxnId="{C4C3B44A-0E8A-41C9-9100-821C3AE07717}">
      <dgm:prSet/>
      <dgm:spPr/>
      <dgm:t>
        <a:bodyPr/>
        <a:lstStyle/>
        <a:p>
          <a:endParaRPr lang="en-US"/>
        </a:p>
      </dgm:t>
    </dgm:pt>
    <dgm:pt modelId="{3F230C28-62A7-4665-9246-A2CD26897E0B}" type="sibTrans" cxnId="{C4C3B44A-0E8A-41C9-9100-821C3AE07717}">
      <dgm:prSet/>
      <dgm:spPr/>
      <dgm:t>
        <a:bodyPr/>
        <a:lstStyle/>
        <a:p>
          <a:endParaRPr lang="en-US"/>
        </a:p>
      </dgm:t>
    </dgm:pt>
    <dgm:pt modelId="{377BF09A-222E-4937-A795-7A4258D0F5D6}" type="pres">
      <dgm:prSet presAssocID="{91346CAC-A78E-4DA3-B22E-CEA49EBE4226}" presName="linear" presStyleCnt="0">
        <dgm:presLayoutVars>
          <dgm:dir/>
          <dgm:animLvl val="lvl"/>
          <dgm:resizeHandles val="exact"/>
        </dgm:presLayoutVars>
      </dgm:prSet>
      <dgm:spPr/>
    </dgm:pt>
    <dgm:pt modelId="{1D794BF2-7ACA-4090-987A-71085139C355}" type="pres">
      <dgm:prSet presAssocID="{2AB05D85-3685-48AC-BC1A-44B5D91DD40F}" presName="parentLin" presStyleCnt="0"/>
      <dgm:spPr/>
    </dgm:pt>
    <dgm:pt modelId="{A5FEB8A4-1099-405D-8C8D-E3BECE7B6103}" type="pres">
      <dgm:prSet presAssocID="{2AB05D85-3685-48AC-BC1A-44B5D91DD40F}" presName="parentLeftMargin" presStyleLbl="node1" presStyleIdx="0" presStyleCnt="6"/>
      <dgm:spPr/>
    </dgm:pt>
    <dgm:pt modelId="{9BF3C4AE-230A-4781-8680-EAEA0E818125}" type="pres">
      <dgm:prSet presAssocID="{2AB05D85-3685-48AC-BC1A-44B5D91DD40F}" presName="parentText" presStyleLbl="node1" presStyleIdx="0" presStyleCnt="6" custScaleX="146899" custLinFactNeighborX="-27776" custLinFactNeighborY="-1382">
        <dgm:presLayoutVars>
          <dgm:chMax val="0"/>
          <dgm:bulletEnabled val="1"/>
        </dgm:presLayoutVars>
      </dgm:prSet>
      <dgm:spPr/>
    </dgm:pt>
    <dgm:pt modelId="{F0806F3E-8099-41A2-A724-A2AF9316DA6C}" type="pres">
      <dgm:prSet presAssocID="{2AB05D85-3685-48AC-BC1A-44B5D91DD40F}" presName="negativeSpace" presStyleCnt="0"/>
      <dgm:spPr/>
    </dgm:pt>
    <dgm:pt modelId="{2CF7F88A-817A-4CF2-8A64-DD52693D3FC2}" type="pres">
      <dgm:prSet presAssocID="{2AB05D85-3685-48AC-BC1A-44B5D91DD40F}" presName="childText" presStyleLbl="conFgAcc1" presStyleIdx="0" presStyleCnt="6" custLinFactNeighborX="-654">
        <dgm:presLayoutVars>
          <dgm:bulletEnabled val="1"/>
        </dgm:presLayoutVars>
      </dgm:prSet>
      <dgm:spPr>
        <a:solidFill>
          <a:schemeClr val="lt1">
            <a:hueOff val="0"/>
            <a:satOff val="0"/>
            <a:lumOff val="0"/>
            <a:alpha val="0"/>
          </a:schemeClr>
        </a:solidFill>
      </dgm:spPr>
    </dgm:pt>
    <dgm:pt modelId="{60FBBF60-D4AD-4752-9D34-C12F3B86DA96}" type="pres">
      <dgm:prSet presAssocID="{3F230C28-62A7-4665-9246-A2CD26897E0B}" presName="spaceBetweenRectangles" presStyleCnt="0"/>
      <dgm:spPr/>
    </dgm:pt>
    <dgm:pt modelId="{ED0E1027-549B-49E6-9D59-3B13C1AC4FD2}" type="pres">
      <dgm:prSet presAssocID="{D9B449A0-FF94-4713-9A9A-058D7F6B71B9}" presName="parentLin" presStyleCnt="0"/>
      <dgm:spPr/>
    </dgm:pt>
    <dgm:pt modelId="{F795D8E3-ADA7-4953-8642-733E088841CD}" type="pres">
      <dgm:prSet presAssocID="{D9B449A0-FF94-4713-9A9A-058D7F6B71B9}" presName="parentLeftMargin" presStyleLbl="node1" presStyleIdx="0" presStyleCnt="6"/>
      <dgm:spPr/>
    </dgm:pt>
    <dgm:pt modelId="{46B940FC-8FA1-4568-B447-0EEB4A38217C}" type="pres">
      <dgm:prSet presAssocID="{D9B449A0-FF94-4713-9A9A-058D7F6B71B9}" presName="parentText" presStyleLbl="node1" presStyleIdx="1" presStyleCnt="6" custScaleX="148703" custLinFactNeighborX="-22490" custLinFactNeighborY="2705">
        <dgm:presLayoutVars>
          <dgm:chMax val="0"/>
          <dgm:bulletEnabled val="1"/>
        </dgm:presLayoutVars>
      </dgm:prSet>
      <dgm:spPr/>
    </dgm:pt>
    <dgm:pt modelId="{E375144E-1A36-4173-80BF-99CA453AF7E6}" type="pres">
      <dgm:prSet presAssocID="{D9B449A0-FF94-4713-9A9A-058D7F6B71B9}" presName="negativeSpace" presStyleCnt="0"/>
      <dgm:spPr/>
    </dgm:pt>
    <dgm:pt modelId="{FE437422-C560-4C42-8C7A-0DA04E55B9BB}" type="pres">
      <dgm:prSet presAssocID="{D9B449A0-FF94-4713-9A9A-058D7F6B71B9}" presName="childText" presStyleLbl="conFgAcc1" presStyleIdx="1" presStyleCnt="6">
        <dgm:presLayoutVars>
          <dgm:bulletEnabled val="1"/>
        </dgm:presLayoutVars>
      </dgm:prSet>
      <dgm:spPr>
        <a:solidFill>
          <a:srgbClr val="FFFFFF">
            <a:alpha val="0"/>
          </a:srgbClr>
        </a:solidFill>
      </dgm:spPr>
    </dgm:pt>
    <dgm:pt modelId="{0B9E0790-3332-4252-B645-DA100988A8BD}" type="pres">
      <dgm:prSet presAssocID="{2764F4CA-6CE4-44EA-8523-B18B98402A7E}" presName="spaceBetweenRectangles" presStyleCnt="0"/>
      <dgm:spPr/>
    </dgm:pt>
    <dgm:pt modelId="{BFEA5445-50DE-4684-987E-9F1F651A7CB1}" type="pres">
      <dgm:prSet presAssocID="{E2855558-389B-4591-8564-2A29B4C32D65}" presName="parentLin" presStyleCnt="0"/>
      <dgm:spPr/>
    </dgm:pt>
    <dgm:pt modelId="{643F61F5-F617-478B-A953-7E4573D0220D}" type="pres">
      <dgm:prSet presAssocID="{E2855558-389B-4591-8564-2A29B4C32D65}" presName="parentLeftMargin" presStyleLbl="node1" presStyleIdx="1" presStyleCnt="6"/>
      <dgm:spPr/>
    </dgm:pt>
    <dgm:pt modelId="{9CD06469-F34B-4432-ADB5-7C825FE94111}" type="pres">
      <dgm:prSet presAssocID="{E2855558-389B-4591-8564-2A29B4C32D65}" presName="parentText" presStyleLbl="node1" presStyleIdx="2" presStyleCnt="6" custScaleX="106200" custLinFactNeighborX="-23286" custLinFactNeighborY="6793">
        <dgm:presLayoutVars>
          <dgm:chMax val="0"/>
          <dgm:bulletEnabled val="1"/>
        </dgm:presLayoutVars>
      </dgm:prSet>
      <dgm:spPr/>
    </dgm:pt>
    <dgm:pt modelId="{F1C435CB-0864-441B-8524-6DD2EE189DE5}" type="pres">
      <dgm:prSet presAssocID="{E2855558-389B-4591-8564-2A29B4C32D65}" presName="negativeSpace" presStyleCnt="0"/>
      <dgm:spPr/>
    </dgm:pt>
    <dgm:pt modelId="{C6EBB0DE-782D-4729-AC1B-AFD6DD05183B}" type="pres">
      <dgm:prSet presAssocID="{E2855558-389B-4591-8564-2A29B4C32D65}" presName="childText" presStyleLbl="conFgAcc1" presStyleIdx="2" presStyleCnt="6">
        <dgm:presLayoutVars>
          <dgm:bulletEnabled val="1"/>
        </dgm:presLayoutVars>
      </dgm:prSet>
      <dgm:spPr>
        <a:solidFill>
          <a:srgbClr val="FFFFFF">
            <a:alpha val="0"/>
          </a:srgbClr>
        </a:solidFill>
      </dgm:spPr>
    </dgm:pt>
    <dgm:pt modelId="{FFB6C9BD-743C-4271-96CE-B4DCBC77FDF8}" type="pres">
      <dgm:prSet presAssocID="{E3CCE1FE-8395-4CE0-ADA9-5054E68F59BF}" presName="spaceBetweenRectangles" presStyleCnt="0"/>
      <dgm:spPr/>
    </dgm:pt>
    <dgm:pt modelId="{6FECFA36-77DF-4D44-A0EE-86BBB75610EB}" type="pres">
      <dgm:prSet presAssocID="{AF1790DE-E36E-4506-8B4B-73498403BC3A}" presName="parentLin" presStyleCnt="0"/>
      <dgm:spPr/>
    </dgm:pt>
    <dgm:pt modelId="{A1E54DF6-9C4C-426D-98EB-FFBF48F1924C}" type="pres">
      <dgm:prSet presAssocID="{AF1790DE-E36E-4506-8B4B-73498403BC3A}" presName="parentLeftMargin" presStyleLbl="node1" presStyleIdx="2" presStyleCnt="6"/>
      <dgm:spPr/>
    </dgm:pt>
    <dgm:pt modelId="{EEBD306F-2B9A-4D2B-9193-3D815715E159}" type="pres">
      <dgm:prSet presAssocID="{AF1790DE-E36E-4506-8B4B-73498403BC3A}" presName="parentText" presStyleLbl="node1" presStyleIdx="3" presStyleCnt="6" custScaleX="133333" custLinFactNeighborX="-16944" custLinFactNeighborY="-3460">
        <dgm:presLayoutVars>
          <dgm:chMax val="0"/>
          <dgm:bulletEnabled val="1"/>
        </dgm:presLayoutVars>
      </dgm:prSet>
      <dgm:spPr/>
    </dgm:pt>
    <dgm:pt modelId="{D60276C3-8AA5-49E7-A53A-2AD0071F10C7}" type="pres">
      <dgm:prSet presAssocID="{AF1790DE-E36E-4506-8B4B-73498403BC3A}" presName="negativeSpace" presStyleCnt="0"/>
      <dgm:spPr/>
    </dgm:pt>
    <dgm:pt modelId="{651F067F-7FD3-49A0-930F-C390710D14CC}" type="pres">
      <dgm:prSet presAssocID="{AF1790DE-E36E-4506-8B4B-73498403BC3A}" presName="childText" presStyleLbl="conFgAcc1" presStyleIdx="3" presStyleCnt="6">
        <dgm:presLayoutVars>
          <dgm:bulletEnabled val="1"/>
        </dgm:presLayoutVars>
      </dgm:prSet>
      <dgm:spPr>
        <a:solidFill>
          <a:srgbClr val="FFFFFF">
            <a:alpha val="0"/>
          </a:srgbClr>
        </a:solidFill>
      </dgm:spPr>
    </dgm:pt>
    <dgm:pt modelId="{0DBAD9B9-D831-41B3-A7AB-BA43EC772A23}" type="pres">
      <dgm:prSet presAssocID="{43FE062E-EA32-4A5A-A7FE-EEBE294F89F8}" presName="spaceBetweenRectangles" presStyleCnt="0"/>
      <dgm:spPr/>
    </dgm:pt>
    <dgm:pt modelId="{9FBB05F6-6B43-4838-BB56-D8204B1DFDBB}" type="pres">
      <dgm:prSet presAssocID="{92E0BEA3-0319-4FBB-8D06-F523A0F31AFE}" presName="parentLin" presStyleCnt="0"/>
      <dgm:spPr/>
    </dgm:pt>
    <dgm:pt modelId="{2F6DCFC7-B128-4075-85AB-63906F54F199}" type="pres">
      <dgm:prSet presAssocID="{92E0BEA3-0319-4FBB-8D06-F523A0F31AFE}" presName="parentLeftMargin" presStyleLbl="node1" presStyleIdx="3" presStyleCnt="6"/>
      <dgm:spPr/>
    </dgm:pt>
    <dgm:pt modelId="{EC1C5D96-D4E0-4B13-B90D-0A1CD7988876}" type="pres">
      <dgm:prSet presAssocID="{92E0BEA3-0319-4FBB-8D06-F523A0F31AFE}" presName="parentText" presStyleLbl="node1" presStyleIdx="4" presStyleCnt="6" custScaleX="68721" custLinFactNeighborX="-27776" custLinFactNeighborY="627">
        <dgm:presLayoutVars>
          <dgm:chMax val="0"/>
          <dgm:bulletEnabled val="1"/>
        </dgm:presLayoutVars>
      </dgm:prSet>
      <dgm:spPr/>
    </dgm:pt>
    <dgm:pt modelId="{397FDA66-0FF2-46F7-8CE5-9F46C70CC2C1}" type="pres">
      <dgm:prSet presAssocID="{92E0BEA3-0319-4FBB-8D06-F523A0F31AFE}" presName="negativeSpace" presStyleCnt="0"/>
      <dgm:spPr/>
    </dgm:pt>
    <dgm:pt modelId="{F50AFCC0-5C68-4512-ACDD-23FE4FACC4F8}" type="pres">
      <dgm:prSet presAssocID="{92E0BEA3-0319-4FBB-8D06-F523A0F31AFE}" presName="childText" presStyleLbl="conFgAcc1" presStyleIdx="4" presStyleCnt="6">
        <dgm:presLayoutVars>
          <dgm:bulletEnabled val="1"/>
        </dgm:presLayoutVars>
      </dgm:prSet>
      <dgm:spPr>
        <a:solidFill>
          <a:srgbClr val="FFFFFF">
            <a:alpha val="0"/>
          </a:srgbClr>
        </a:solidFill>
      </dgm:spPr>
    </dgm:pt>
    <dgm:pt modelId="{6D7C75E7-980E-47BF-9C8D-00ACBC24A328}" type="pres">
      <dgm:prSet presAssocID="{657DD261-1631-46A3-88EF-36E266D51D4C}" presName="spaceBetweenRectangles" presStyleCnt="0"/>
      <dgm:spPr/>
    </dgm:pt>
    <dgm:pt modelId="{A95A0334-4C97-4DE8-A23B-974ACE57EEC7}" type="pres">
      <dgm:prSet presAssocID="{246689C4-6F96-4EC5-9609-1DF9B1589526}" presName="parentLin" presStyleCnt="0"/>
      <dgm:spPr/>
    </dgm:pt>
    <dgm:pt modelId="{381A60EF-0C43-4423-B991-350FA7A2C3C7}" type="pres">
      <dgm:prSet presAssocID="{246689C4-6F96-4EC5-9609-1DF9B1589526}" presName="parentLeftMargin" presStyleLbl="node1" presStyleIdx="4" presStyleCnt="6"/>
      <dgm:spPr/>
    </dgm:pt>
    <dgm:pt modelId="{274FBB78-BBC1-4EBB-8038-D9338A246E2B}" type="pres">
      <dgm:prSet presAssocID="{246689C4-6F96-4EC5-9609-1DF9B1589526}" presName="parentText" presStyleLbl="node1" presStyleIdx="5" presStyleCnt="6" custScaleX="142857" custLinFactNeighborX="-18488" custLinFactNeighborY="-9625">
        <dgm:presLayoutVars>
          <dgm:chMax val="0"/>
          <dgm:bulletEnabled val="1"/>
        </dgm:presLayoutVars>
      </dgm:prSet>
      <dgm:spPr/>
    </dgm:pt>
    <dgm:pt modelId="{DA9491EB-07C2-41F2-9F49-16D65D70B9E1}" type="pres">
      <dgm:prSet presAssocID="{246689C4-6F96-4EC5-9609-1DF9B1589526}" presName="negativeSpace" presStyleCnt="0"/>
      <dgm:spPr/>
    </dgm:pt>
    <dgm:pt modelId="{2086B887-67F7-4A1B-BADA-8683DBD47710}" type="pres">
      <dgm:prSet presAssocID="{246689C4-6F96-4EC5-9609-1DF9B1589526}" presName="childText" presStyleLbl="conFgAcc1" presStyleIdx="5" presStyleCnt="6">
        <dgm:presLayoutVars>
          <dgm:bulletEnabled val="1"/>
        </dgm:presLayoutVars>
      </dgm:prSet>
      <dgm:spPr>
        <a:solidFill>
          <a:srgbClr val="FFFFFF">
            <a:alpha val="0"/>
          </a:srgbClr>
        </a:solidFill>
      </dgm:spPr>
    </dgm:pt>
  </dgm:ptLst>
  <dgm:cxnLst>
    <dgm:cxn modelId="{AFED1F19-484D-441D-A9E9-131B0DBAB2B5}" srcId="{91346CAC-A78E-4DA3-B22E-CEA49EBE4226}" destId="{AF1790DE-E36E-4506-8B4B-73498403BC3A}" srcOrd="3" destOrd="0" parTransId="{1D88505E-B705-45D0-982D-C74088FFDC5C}" sibTransId="{43FE062E-EA32-4A5A-A7FE-EEBE294F89F8}"/>
    <dgm:cxn modelId="{5832A219-F025-4B0C-86DC-923489D8F566}" srcId="{91346CAC-A78E-4DA3-B22E-CEA49EBE4226}" destId="{246689C4-6F96-4EC5-9609-1DF9B1589526}" srcOrd="5" destOrd="0" parTransId="{C39F95BD-7228-41BD-9AE0-E1E5D50DB020}" sibTransId="{1F16A108-6E15-4C4C-A273-B2882D5C50D9}"/>
    <dgm:cxn modelId="{9CC3AB1B-EFD8-490C-BA03-B81BF5826D3E}" type="presOf" srcId="{246689C4-6F96-4EC5-9609-1DF9B1589526}" destId="{381A60EF-0C43-4423-B991-350FA7A2C3C7}" srcOrd="0" destOrd="0" presId="urn:microsoft.com/office/officeart/2005/8/layout/list1"/>
    <dgm:cxn modelId="{839E471C-6793-404C-AD8E-27BB169E3FFC}" type="presOf" srcId="{2AB05D85-3685-48AC-BC1A-44B5D91DD40F}" destId="{9BF3C4AE-230A-4781-8680-EAEA0E818125}" srcOrd="1" destOrd="0" presId="urn:microsoft.com/office/officeart/2005/8/layout/list1"/>
    <dgm:cxn modelId="{5261EA21-66D9-4035-A5CA-D065BB15CF17}" type="presOf" srcId="{92E0BEA3-0319-4FBB-8D06-F523A0F31AFE}" destId="{EC1C5D96-D4E0-4B13-B90D-0A1CD7988876}" srcOrd="1" destOrd="0" presId="urn:microsoft.com/office/officeart/2005/8/layout/list1"/>
    <dgm:cxn modelId="{4A89C83F-003B-4266-AF5C-2C818553C4D7}" type="presOf" srcId="{E2855558-389B-4591-8564-2A29B4C32D65}" destId="{643F61F5-F617-478B-A953-7E4573D0220D}" srcOrd="0" destOrd="0" presId="urn:microsoft.com/office/officeart/2005/8/layout/list1"/>
    <dgm:cxn modelId="{2701BC43-2264-4BDE-A942-D8E37A0F87CA}" type="presOf" srcId="{D9B449A0-FF94-4713-9A9A-058D7F6B71B9}" destId="{46B940FC-8FA1-4568-B447-0EEB4A38217C}" srcOrd="1" destOrd="0" presId="urn:microsoft.com/office/officeart/2005/8/layout/list1"/>
    <dgm:cxn modelId="{4F236E68-A17D-4165-9905-A7A0A08BB306}" srcId="{91346CAC-A78E-4DA3-B22E-CEA49EBE4226}" destId="{92E0BEA3-0319-4FBB-8D06-F523A0F31AFE}" srcOrd="4" destOrd="0" parTransId="{EC9E610C-4D20-4DEA-AD3B-1A4226AE0616}" sibTransId="{657DD261-1631-46A3-88EF-36E266D51D4C}"/>
    <dgm:cxn modelId="{C4C3B44A-0E8A-41C9-9100-821C3AE07717}" srcId="{91346CAC-A78E-4DA3-B22E-CEA49EBE4226}" destId="{2AB05D85-3685-48AC-BC1A-44B5D91DD40F}" srcOrd="0" destOrd="0" parTransId="{4517A82F-44E2-48FE-9B68-FDD14450B9A9}" sibTransId="{3F230C28-62A7-4665-9246-A2CD26897E0B}"/>
    <dgm:cxn modelId="{02CD3E70-007B-47A1-9714-5235A8EA76AC}" type="presOf" srcId="{91346CAC-A78E-4DA3-B22E-CEA49EBE4226}" destId="{377BF09A-222E-4937-A795-7A4258D0F5D6}" srcOrd="0" destOrd="0" presId="urn:microsoft.com/office/officeart/2005/8/layout/list1"/>
    <dgm:cxn modelId="{A7FFA459-88E6-4BF9-990E-9E839F2CA561}" srcId="{91346CAC-A78E-4DA3-B22E-CEA49EBE4226}" destId="{D9B449A0-FF94-4713-9A9A-058D7F6B71B9}" srcOrd="1" destOrd="0" parTransId="{72FECDBD-928B-4253-9CFE-B1ABEE0A78E1}" sibTransId="{2764F4CA-6CE4-44EA-8523-B18B98402A7E}"/>
    <dgm:cxn modelId="{6E9B785A-173B-427B-B91B-07F5B5E934C1}" type="presOf" srcId="{D9B449A0-FF94-4713-9A9A-058D7F6B71B9}" destId="{F795D8E3-ADA7-4953-8642-733E088841CD}" srcOrd="0" destOrd="0" presId="urn:microsoft.com/office/officeart/2005/8/layout/list1"/>
    <dgm:cxn modelId="{81D8128F-99CA-4C8D-B2C2-9EE5A14D8D42}" type="presOf" srcId="{AF1790DE-E36E-4506-8B4B-73498403BC3A}" destId="{EEBD306F-2B9A-4D2B-9193-3D815715E159}" srcOrd="1" destOrd="0" presId="urn:microsoft.com/office/officeart/2005/8/layout/list1"/>
    <dgm:cxn modelId="{332C2394-3456-4EE7-B9C0-C8189C2E9C0E}" type="presOf" srcId="{2AB05D85-3685-48AC-BC1A-44B5D91DD40F}" destId="{A5FEB8A4-1099-405D-8C8D-E3BECE7B6103}" srcOrd="0" destOrd="0" presId="urn:microsoft.com/office/officeart/2005/8/layout/list1"/>
    <dgm:cxn modelId="{7C9783B9-424C-40B5-8466-DD33D9F9A5B2}" type="presOf" srcId="{92E0BEA3-0319-4FBB-8D06-F523A0F31AFE}" destId="{2F6DCFC7-B128-4075-85AB-63906F54F199}" srcOrd="0" destOrd="0" presId="urn:microsoft.com/office/officeart/2005/8/layout/list1"/>
    <dgm:cxn modelId="{AF8603C4-6C34-41CA-B55F-728FDFE289DE}" type="presOf" srcId="{E2855558-389B-4591-8564-2A29B4C32D65}" destId="{9CD06469-F34B-4432-ADB5-7C825FE94111}" srcOrd="1" destOrd="0" presId="urn:microsoft.com/office/officeart/2005/8/layout/list1"/>
    <dgm:cxn modelId="{87C259CD-9B53-4AF2-9BC5-C1E1F530CFE4}" type="presOf" srcId="{AF1790DE-E36E-4506-8B4B-73498403BC3A}" destId="{A1E54DF6-9C4C-426D-98EB-FFBF48F1924C}" srcOrd="0" destOrd="0" presId="urn:microsoft.com/office/officeart/2005/8/layout/list1"/>
    <dgm:cxn modelId="{48FB9AF0-E794-4529-A85F-670858982857}" srcId="{91346CAC-A78E-4DA3-B22E-CEA49EBE4226}" destId="{E2855558-389B-4591-8564-2A29B4C32D65}" srcOrd="2" destOrd="0" parTransId="{9FD20762-DA87-4087-803C-2ABA29AE61C3}" sibTransId="{E3CCE1FE-8395-4CE0-ADA9-5054E68F59BF}"/>
    <dgm:cxn modelId="{11B6CCFA-10EF-46B9-B838-F052DCB5255F}" type="presOf" srcId="{246689C4-6F96-4EC5-9609-1DF9B1589526}" destId="{274FBB78-BBC1-4EBB-8038-D9338A246E2B}" srcOrd="1" destOrd="0" presId="urn:microsoft.com/office/officeart/2005/8/layout/list1"/>
    <dgm:cxn modelId="{29FAE7FB-BDDC-4246-9301-41D61DE272C3}" type="presParOf" srcId="{377BF09A-222E-4937-A795-7A4258D0F5D6}" destId="{1D794BF2-7ACA-4090-987A-71085139C355}" srcOrd="0" destOrd="0" presId="urn:microsoft.com/office/officeart/2005/8/layout/list1"/>
    <dgm:cxn modelId="{4BE314A9-B405-4FE4-A0E1-D7BF449F491F}" type="presParOf" srcId="{1D794BF2-7ACA-4090-987A-71085139C355}" destId="{A5FEB8A4-1099-405D-8C8D-E3BECE7B6103}" srcOrd="0" destOrd="0" presId="urn:microsoft.com/office/officeart/2005/8/layout/list1"/>
    <dgm:cxn modelId="{4636B69B-D8C8-49CB-8D2A-570AE9C41216}" type="presParOf" srcId="{1D794BF2-7ACA-4090-987A-71085139C355}" destId="{9BF3C4AE-230A-4781-8680-EAEA0E818125}" srcOrd="1" destOrd="0" presId="urn:microsoft.com/office/officeart/2005/8/layout/list1"/>
    <dgm:cxn modelId="{D88E357B-8DF2-4BC3-B62F-37FE1DC085C5}" type="presParOf" srcId="{377BF09A-222E-4937-A795-7A4258D0F5D6}" destId="{F0806F3E-8099-41A2-A724-A2AF9316DA6C}" srcOrd="1" destOrd="0" presId="urn:microsoft.com/office/officeart/2005/8/layout/list1"/>
    <dgm:cxn modelId="{43E1033B-E63F-44F6-AE2E-C5B89B3D94A5}" type="presParOf" srcId="{377BF09A-222E-4937-A795-7A4258D0F5D6}" destId="{2CF7F88A-817A-4CF2-8A64-DD52693D3FC2}" srcOrd="2" destOrd="0" presId="urn:microsoft.com/office/officeart/2005/8/layout/list1"/>
    <dgm:cxn modelId="{F2A74021-0DA3-41C1-884D-7D2D84D41B12}" type="presParOf" srcId="{377BF09A-222E-4937-A795-7A4258D0F5D6}" destId="{60FBBF60-D4AD-4752-9D34-C12F3B86DA96}" srcOrd="3" destOrd="0" presId="urn:microsoft.com/office/officeart/2005/8/layout/list1"/>
    <dgm:cxn modelId="{99A0F835-2B46-4DD8-873B-8054D7058F9B}" type="presParOf" srcId="{377BF09A-222E-4937-A795-7A4258D0F5D6}" destId="{ED0E1027-549B-49E6-9D59-3B13C1AC4FD2}" srcOrd="4" destOrd="0" presId="urn:microsoft.com/office/officeart/2005/8/layout/list1"/>
    <dgm:cxn modelId="{5B0A0EDC-A87B-494D-94CF-C3EE557AA2E1}" type="presParOf" srcId="{ED0E1027-549B-49E6-9D59-3B13C1AC4FD2}" destId="{F795D8E3-ADA7-4953-8642-733E088841CD}" srcOrd="0" destOrd="0" presId="urn:microsoft.com/office/officeart/2005/8/layout/list1"/>
    <dgm:cxn modelId="{BEF75710-7BA3-49E9-BE3D-61F77103F37A}" type="presParOf" srcId="{ED0E1027-549B-49E6-9D59-3B13C1AC4FD2}" destId="{46B940FC-8FA1-4568-B447-0EEB4A38217C}" srcOrd="1" destOrd="0" presId="urn:microsoft.com/office/officeart/2005/8/layout/list1"/>
    <dgm:cxn modelId="{C5FB2F4B-E2E8-4FCF-B6C0-075A56D608AF}" type="presParOf" srcId="{377BF09A-222E-4937-A795-7A4258D0F5D6}" destId="{E375144E-1A36-4173-80BF-99CA453AF7E6}" srcOrd="5" destOrd="0" presId="urn:microsoft.com/office/officeart/2005/8/layout/list1"/>
    <dgm:cxn modelId="{27992C6A-1D62-4B0E-AC36-6C5F109A42DB}" type="presParOf" srcId="{377BF09A-222E-4937-A795-7A4258D0F5D6}" destId="{FE437422-C560-4C42-8C7A-0DA04E55B9BB}" srcOrd="6" destOrd="0" presId="urn:microsoft.com/office/officeart/2005/8/layout/list1"/>
    <dgm:cxn modelId="{9E12E696-E0AF-412B-8CD4-5EAFBDA340FB}" type="presParOf" srcId="{377BF09A-222E-4937-A795-7A4258D0F5D6}" destId="{0B9E0790-3332-4252-B645-DA100988A8BD}" srcOrd="7" destOrd="0" presId="urn:microsoft.com/office/officeart/2005/8/layout/list1"/>
    <dgm:cxn modelId="{329EDCD9-2D77-4F1A-BACD-DDD575AB7A7D}" type="presParOf" srcId="{377BF09A-222E-4937-A795-7A4258D0F5D6}" destId="{BFEA5445-50DE-4684-987E-9F1F651A7CB1}" srcOrd="8" destOrd="0" presId="urn:microsoft.com/office/officeart/2005/8/layout/list1"/>
    <dgm:cxn modelId="{36021C5F-5E39-4B39-AE1F-7B90F8091413}" type="presParOf" srcId="{BFEA5445-50DE-4684-987E-9F1F651A7CB1}" destId="{643F61F5-F617-478B-A953-7E4573D0220D}" srcOrd="0" destOrd="0" presId="urn:microsoft.com/office/officeart/2005/8/layout/list1"/>
    <dgm:cxn modelId="{076B11D9-B4A1-4493-941B-4343DA05BEFD}" type="presParOf" srcId="{BFEA5445-50DE-4684-987E-9F1F651A7CB1}" destId="{9CD06469-F34B-4432-ADB5-7C825FE94111}" srcOrd="1" destOrd="0" presId="urn:microsoft.com/office/officeart/2005/8/layout/list1"/>
    <dgm:cxn modelId="{88AE2148-2319-451C-A595-EB94CF23F525}" type="presParOf" srcId="{377BF09A-222E-4937-A795-7A4258D0F5D6}" destId="{F1C435CB-0864-441B-8524-6DD2EE189DE5}" srcOrd="9" destOrd="0" presId="urn:microsoft.com/office/officeart/2005/8/layout/list1"/>
    <dgm:cxn modelId="{6D43F9BD-60D0-4548-B6A9-23FC70CA33A0}" type="presParOf" srcId="{377BF09A-222E-4937-A795-7A4258D0F5D6}" destId="{C6EBB0DE-782D-4729-AC1B-AFD6DD05183B}" srcOrd="10" destOrd="0" presId="urn:microsoft.com/office/officeart/2005/8/layout/list1"/>
    <dgm:cxn modelId="{AB1156D2-F98D-4834-93B8-6A16CA80AB54}" type="presParOf" srcId="{377BF09A-222E-4937-A795-7A4258D0F5D6}" destId="{FFB6C9BD-743C-4271-96CE-B4DCBC77FDF8}" srcOrd="11" destOrd="0" presId="urn:microsoft.com/office/officeart/2005/8/layout/list1"/>
    <dgm:cxn modelId="{4744B2F1-07DE-454B-911E-C8F78833B69D}" type="presParOf" srcId="{377BF09A-222E-4937-A795-7A4258D0F5D6}" destId="{6FECFA36-77DF-4D44-A0EE-86BBB75610EB}" srcOrd="12" destOrd="0" presId="urn:microsoft.com/office/officeart/2005/8/layout/list1"/>
    <dgm:cxn modelId="{61D1A5DF-8FE3-4C2E-B34B-ABEE7AD80EF6}" type="presParOf" srcId="{6FECFA36-77DF-4D44-A0EE-86BBB75610EB}" destId="{A1E54DF6-9C4C-426D-98EB-FFBF48F1924C}" srcOrd="0" destOrd="0" presId="urn:microsoft.com/office/officeart/2005/8/layout/list1"/>
    <dgm:cxn modelId="{7E51C6E6-5D95-4F38-9FCE-325A471D34AF}" type="presParOf" srcId="{6FECFA36-77DF-4D44-A0EE-86BBB75610EB}" destId="{EEBD306F-2B9A-4D2B-9193-3D815715E159}" srcOrd="1" destOrd="0" presId="urn:microsoft.com/office/officeart/2005/8/layout/list1"/>
    <dgm:cxn modelId="{DC18FD2C-612A-4E8B-9EB3-DC5B72554B45}" type="presParOf" srcId="{377BF09A-222E-4937-A795-7A4258D0F5D6}" destId="{D60276C3-8AA5-49E7-A53A-2AD0071F10C7}" srcOrd="13" destOrd="0" presId="urn:microsoft.com/office/officeart/2005/8/layout/list1"/>
    <dgm:cxn modelId="{842E093C-D0A3-4982-A3E7-B0CC0205953B}" type="presParOf" srcId="{377BF09A-222E-4937-A795-7A4258D0F5D6}" destId="{651F067F-7FD3-49A0-930F-C390710D14CC}" srcOrd="14" destOrd="0" presId="urn:microsoft.com/office/officeart/2005/8/layout/list1"/>
    <dgm:cxn modelId="{E567B008-1EFB-42A8-B239-9822236EA07A}" type="presParOf" srcId="{377BF09A-222E-4937-A795-7A4258D0F5D6}" destId="{0DBAD9B9-D831-41B3-A7AB-BA43EC772A23}" srcOrd="15" destOrd="0" presId="urn:microsoft.com/office/officeart/2005/8/layout/list1"/>
    <dgm:cxn modelId="{8BEFF634-01C1-43E1-9692-53994E099FD7}" type="presParOf" srcId="{377BF09A-222E-4937-A795-7A4258D0F5D6}" destId="{9FBB05F6-6B43-4838-BB56-D8204B1DFDBB}" srcOrd="16" destOrd="0" presId="urn:microsoft.com/office/officeart/2005/8/layout/list1"/>
    <dgm:cxn modelId="{753DE4E9-3103-46EF-A289-FCC350131EFC}" type="presParOf" srcId="{9FBB05F6-6B43-4838-BB56-D8204B1DFDBB}" destId="{2F6DCFC7-B128-4075-85AB-63906F54F199}" srcOrd="0" destOrd="0" presId="urn:microsoft.com/office/officeart/2005/8/layout/list1"/>
    <dgm:cxn modelId="{2EB67F60-4C35-4191-892B-529009238B87}" type="presParOf" srcId="{9FBB05F6-6B43-4838-BB56-D8204B1DFDBB}" destId="{EC1C5D96-D4E0-4B13-B90D-0A1CD7988876}" srcOrd="1" destOrd="0" presId="urn:microsoft.com/office/officeart/2005/8/layout/list1"/>
    <dgm:cxn modelId="{ED2E55BD-B95F-4C78-B6BF-1186EC7B01E9}" type="presParOf" srcId="{377BF09A-222E-4937-A795-7A4258D0F5D6}" destId="{397FDA66-0FF2-46F7-8CE5-9F46C70CC2C1}" srcOrd="17" destOrd="0" presId="urn:microsoft.com/office/officeart/2005/8/layout/list1"/>
    <dgm:cxn modelId="{9F528D3A-516C-4C13-B91D-F6621F50383A}" type="presParOf" srcId="{377BF09A-222E-4937-A795-7A4258D0F5D6}" destId="{F50AFCC0-5C68-4512-ACDD-23FE4FACC4F8}" srcOrd="18" destOrd="0" presId="urn:microsoft.com/office/officeart/2005/8/layout/list1"/>
    <dgm:cxn modelId="{174579DB-FF6F-4260-87E5-4B338DF4F8EF}" type="presParOf" srcId="{377BF09A-222E-4937-A795-7A4258D0F5D6}" destId="{6D7C75E7-980E-47BF-9C8D-00ACBC24A328}" srcOrd="19" destOrd="0" presId="urn:microsoft.com/office/officeart/2005/8/layout/list1"/>
    <dgm:cxn modelId="{DECD39F8-520F-4815-9693-71DC56FA6FF2}" type="presParOf" srcId="{377BF09A-222E-4937-A795-7A4258D0F5D6}" destId="{A95A0334-4C97-4DE8-A23B-974ACE57EEC7}" srcOrd="20" destOrd="0" presId="urn:microsoft.com/office/officeart/2005/8/layout/list1"/>
    <dgm:cxn modelId="{67F76F41-F6E6-4FEC-87CF-9348A1ED3D95}" type="presParOf" srcId="{A95A0334-4C97-4DE8-A23B-974ACE57EEC7}" destId="{381A60EF-0C43-4423-B991-350FA7A2C3C7}" srcOrd="0" destOrd="0" presId="urn:microsoft.com/office/officeart/2005/8/layout/list1"/>
    <dgm:cxn modelId="{FB8119BF-1D30-4D24-A0DC-EAF4D5561F66}" type="presParOf" srcId="{A95A0334-4C97-4DE8-A23B-974ACE57EEC7}" destId="{274FBB78-BBC1-4EBB-8038-D9338A246E2B}" srcOrd="1" destOrd="0" presId="urn:microsoft.com/office/officeart/2005/8/layout/list1"/>
    <dgm:cxn modelId="{46BC1335-5C58-4B25-995C-664AD7F51F89}" type="presParOf" srcId="{377BF09A-222E-4937-A795-7A4258D0F5D6}" destId="{DA9491EB-07C2-41F2-9F49-16D65D70B9E1}" srcOrd="21" destOrd="0" presId="urn:microsoft.com/office/officeart/2005/8/layout/list1"/>
    <dgm:cxn modelId="{959C164F-15B9-4339-B972-90DF46157C48}" type="presParOf" srcId="{377BF09A-222E-4937-A795-7A4258D0F5D6}" destId="{2086B887-67F7-4A1B-BADA-8683DBD47710}"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346CAC-A78E-4DA3-B22E-CEA49EBE422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D9B449A0-FF94-4713-9A9A-058D7F6B71B9}">
      <dgm:prSet phldrT="[Text]" custT="1"/>
      <dgm:spPr/>
      <dgm:t>
        <a:bodyPr/>
        <a:lstStyle/>
        <a:p>
          <a:r>
            <a:rPr lang="en-US" sz="1600" b="1" dirty="0">
              <a:latin typeface="Calibri" pitchFamily="34" charset="0"/>
              <a:cs typeface="Calibri" pitchFamily="34" charset="0"/>
            </a:rPr>
            <a:t>Only one identifier column and one globally unique identifier column can be created for each table. </a:t>
          </a:r>
        </a:p>
      </dgm:t>
    </dgm:pt>
    <dgm:pt modelId="{72FECDBD-928B-4253-9CFE-B1ABEE0A78E1}" type="parTrans" cxnId="{A7FFA459-88E6-4BF9-990E-9E839F2CA561}">
      <dgm:prSet/>
      <dgm:spPr/>
      <dgm:t>
        <a:bodyPr/>
        <a:lstStyle/>
        <a:p>
          <a:endParaRPr lang="en-US"/>
        </a:p>
      </dgm:t>
    </dgm:pt>
    <dgm:pt modelId="{2764F4CA-6CE4-44EA-8523-B18B98402A7E}" type="sibTrans" cxnId="{A7FFA459-88E6-4BF9-990E-9E839F2CA561}">
      <dgm:prSet/>
      <dgm:spPr/>
      <dgm:t>
        <a:bodyPr/>
        <a:lstStyle/>
        <a:p>
          <a:endParaRPr lang="en-US"/>
        </a:p>
      </dgm:t>
    </dgm:pt>
    <dgm:pt modelId="{E2855558-389B-4591-8564-2A29B4C32D65}">
      <dgm:prSet phldrT="[Text]" custT="1"/>
      <dgm:spPr/>
      <dgm:t>
        <a:bodyPr/>
        <a:lstStyle/>
        <a:p>
          <a:r>
            <a:rPr lang="en-US" sz="1600" b="1" dirty="0">
              <a:latin typeface="Calibri" pitchFamily="34" charset="0"/>
              <a:cs typeface="Calibri" pitchFamily="34" charset="0"/>
            </a:rPr>
            <a:t>To create and work with globally unique identifiers, a combination of </a:t>
          </a:r>
          <a:r>
            <a:rPr lang="en-US" sz="1600" b="0" dirty="0">
              <a:latin typeface="Courier New" pitchFamily="49" charset="0"/>
              <a:cs typeface="Courier New" pitchFamily="49" charset="0"/>
            </a:rPr>
            <a:t>ROWGUIDCOL</a:t>
          </a:r>
          <a:r>
            <a:rPr lang="en-US" sz="1600" b="1" dirty="0">
              <a:latin typeface="Calibri" pitchFamily="34" charset="0"/>
              <a:cs typeface="Calibri" pitchFamily="34" charset="0"/>
            </a:rPr>
            <a:t>, </a:t>
          </a:r>
          <a:r>
            <a:rPr lang="en-US" sz="1600" b="0" dirty="0" err="1">
              <a:latin typeface="Courier New" pitchFamily="49" charset="0"/>
              <a:cs typeface="Courier New" pitchFamily="49" charset="0"/>
            </a:rPr>
            <a:t>uniqueidentifier</a:t>
          </a:r>
          <a:r>
            <a:rPr lang="en-US" sz="1600" b="0" dirty="0">
              <a:latin typeface="Courier New" pitchFamily="49" charset="0"/>
              <a:cs typeface="Courier New" pitchFamily="49" charset="0"/>
            </a:rPr>
            <a:t> </a:t>
          </a:r>
          <a:r>
            <a:rPr lang="en-US" sz="1600" b="1" dirty="0">
              <a:latin typeface="Calibri" pitchFamily="34" charset="0"/>
              <a:cs typeface="Calibri" pitchFamily="34" charset="0"/>
            </a:rPr>
            <a:t>data type, and </a:t>
          </a:r>
          <a:r>
            <a:rPr lang="en-US" sz="1600" b="0" dirty="0">
              <a:latin typeface="Courier New" pitchFamily="49" charset="0"/>
              <a:cs typeface="Courier New" pitchFamily="49" charset="0"/>
            </a:rPr>
            <a:t>NEWID</a:t>
          </a:r>
          <a:r>
            <a:rPr lang="en-US" sz="1600" b="1" dirty="0">
              <a:latin typeface="Calibri" pitchFamily="34" charset="0"/>
              <a:cs typeface="Calibri" pitchFamily="34" charset="0"/>
            </a:rPr>
            <a:t> function are used.</a:t>
          </a:r>
        </a:p>
      </dgm:t>
    </dgm:pt>
    <dgm:pt modelId="{9FD20762-DA87-4087-803C-2ABA29AE61C3}" type="parTrans" cxnId="{48FB9AF0-E794-4529-A85F-670858982857}">
      <dgm:prSet/>
      <dgm:spPr/>
      <dgm:t>
        <a:bodyPr/>
        <a:lstStyle/>
        <a:p>
          <a:endParaRPr lang="en-US"/>
        </a:p>
      </dgm:t>
    </dgm:pt>
    <dgm:pt modelId="{E3CCE1FE-8395-4CE0-ADA9-5054E68F59BF}" type="sibTrans" cxnId="{48FB9AF0-E794-4529-A85F-670858982857}">
      <dgm:prSet/>
      <dgm:spPr/>
      <dgm:t>
        <a:bodyPr/>
        <a:lstStyle/>
        <a:p>
          <a:endParaRPr lang="en-US"/>
        </a:p>
      </dgm:t>
    </dgm:pt>
    <dgm:pt modelId="{AF1790DE-E36E-4506-8B4B-73498403BC3A}">
      <dgm:prSet phldrT="[Text]" custT="1"/>
      <dgm:spPr/>
      <dgm:t>
        <a:bodyPr/>
        <a:lstStyle/>
        <a:p>
          <a:r>
            <a:rPr lang="en-US" sz="1600" b="1" dirty="0">
              <a:latin typeface="Calibri" pitchFamily="34" charset="0"/>
              <a:cs typeface="Calibri" pitchFamily="34" charset="0"/>
            </a:rPr>
            <a:t>Values for a globally unique column are not automatically generated.</a:t>
          </a:r>
        </a:p>
      </dgm:t>
    </dgm:pt>
    <dgm:pt modelId="{1D88505E-B705-45D0-982D-C74088FFDC5C}" type="parTrans" cxnId="{AFED1F19-484D-441D-A9E9-131B0DBAB2B5}">
      <dgm:prSet/>
      <dgm:spPr/>
      <dgm:t>
        <a:bodyPr/>
        <a:lstStyle/>
        <a:p>
          <a:endParaRPr lang="en-US"/>
        </a:p>
      </dgm:t>
    </dgm:pt>
    <dgm:pt modelId="{43FE062E-EA32-4A5A-A7FE-EEBE294F89F8}" type="sibTrans" cxnId="{AFED1F19-484D-441D-A9E9-131B0DBAB2B5}">
      <dgm:prSet/>
      <dgm:spPr/>
      <dgm:t>
        <a:bodyPr/>
        <a:lstStyle/>
        <a:p>
          <a:endParaRPr lang="en-US"/>
        </a:p>
      </dgm:t>
    </dgm:pt>
    <dgm:pt modelId="{92E0BEA3-0319-4FBB-8D06-F523A0F31AFE}">
      <dgm:prSet phldrT="[Text]" custT="1"/>
      <dgm:spPr/>
      <dgm:t>
        <a:bodyPr/>
        <a:lstStyle/>
        <a:p>
          <a:r>
            <a:rPr lang="en-US" sz="1600" b="1" dirty="0">
              <a:latin typeface="Calibri" pitchFamily="34" charset="0"/>
              <a:cs typeface="Calibri" pitchFamily="34" charset="0"/>
            </a:rPr>
            <a:t>One has to create a </a:t>
          </a:r>
          <a:r>
            <a:rPr lang="en-US" sz="1600" b="0" dirty="0">
              <a:latin typeface="Courier New" pitchFamily="49" charset="0"/>
              <a:cs typeface="Courier New" pitchFamily="49" charset="0"/>
            </a:rPr>
            <a:t>DEFAULT</a:t>
          </a:r>
          <a:r>
            <a:rPr lang="en-US" sz="1600" b="1" dirty="0">
              <a:latin typeface="Calibri" pitchFamily="34" charset="0"/>
              <a:cs typeface="Calibri" pitchFamily="34" charset="0"/>
            </a:rPr>
            <a:t> definition with a </a:t>
          </a:r>
          <a:r>
            <a:rPr lang="en-US" sz="1600" b="0" dirty="0">
              <a:latin typeface="Courier New" pitchFamily="49" charset="0"/>
              <a:cs typeface="Courier New" pitchFamily="49" charset="0"/>
            </a:rPr>
            <a:t>NEWID() </a:t>
          </a:r>
          <a:r>
            <a:rPr lang="en-US" sz="1600" b="1" dirty="0">
              <a:latin typeface="Calibri" pitchFamily="34" charset="0"/>
              <a:cs typeface="Calibri" pitchFamily="34" charset="0"/>
            </a:rPr>
            <a:t>function for a </a:t>
          </a:r>
          <a:r>
            <a:rPr lang="en-US" sz="1600" b="0" dirty="0" err="1">
              <a:latin typeface="Courier New" pitchFamily="49" charset="0"/>
              <a:cs typeface="Courier New" pitchFamily="49" charset="0"/>
            </a:rPr>
            <a:t>uniqueidentifier</a:t>
          </a:r>
          <a:r>
            <a:rPr lang="en-US" sz="1600" b="1" dirty="0">
              <a:latin typeface="Calibri" pitchFamily="34" charset="0"/>
              <a:cs typeface="Calibri" pitchFamily="34" charset="0"/>
            </a:rPr>
            <a:t> column to generate a globally unique value.</a:t>
          </a:r>
        </a:p>
      </dgm:t>
    </dgm:pt>
    <dgm:pt modelId="{EC9E610C-4D20-4DEA-AD3B-1A4226AE0616}" type="parTrans" cxnId="{4F236E68-A17D-4165-9905-A7A0A08BB306}">
      <dgm:prSet/>
      <dgm:spPr/>
      <dgm:t>
        <a:bodyPr/>
        <a:lstStyle/>
        <a:p>
          <a:endParaRPr lang="en-US"/>
        </a:p>
      </dgm:t>
    </dgm:pt>
    <dgm:pt modelId="{657DD261-1631-46A3-88EF-36E266D51D4C}" type="sibTrans" cxnId="{4F236E68-A17D-4165-9905-A7A0A08BB306}">
      <dgm:prSet/>
      <dgm:spPr/>
      <dgm:t>
        <a:bodyPr/>
        <a:lstStyle/>
        <a:p>
          <a:endParaRPr lang="en-US"/>
        </a:p>
      </dgm:t>
    </dgm:pt>
    <dgm:pt modelId="{377BF09A-222E-4937-A795-7A4258D0F5D6}" type="pres">
      <dgm:prSet presAssocID="{91346CAC-A78E-4DA3-B22E-CEA49EBE4226}" presName="linear" presStyleCnt="0">
        <dgm:presLayoutVars>
          <dgm:dir/>
          <dgm:animLvl val="lvl"/>
          <dgm:resizeHandles val="exact"/>
        </dgm:presLayoutVars>
      </dgm:prSet>
      <dgm:spPr/>
    </dgm:pt>
    <dgm:pt modelId="{ED0E1027-549B-49E6-9D59-3B13C1AC4FD2}" type="pres">
      <dgm:prSet presAssocID="{D9B449A0-FF94-4713-9A9A-058D7F6B71B9}" presName="parentLin" presStyleCnt="0"/>
      <dgm:spPr/>
    </dgm:pt>
    <dgm:pt modelId="{F795D8E3-ADA7-4953-8642-733E088841CD}" type="pres">
      <dgm:prSet presAssocID="{D9B449A0-FF94-4713-9A9A-058D7F6B71B9}" presName="parentLeftMargin" presStyleLbl="node1" presStyleIdx="0" presStyleCnt="4"/>
      <dgm:spPr/>
    </dgm:pt>
    <dgm:pt modelId="{46B940FC-8FA1-4568-B447-0EEB4A38217C}" type="pres">
      <dgm:prSet presAssocID="{D9B449A0-FF94-4713-9A9A-058D7F6B71B9}" presName="parentText" presStyleLbl="node1" presStyleIdx="0" presStyleCnt="4" custScaleX="131292" custLinFactNeighborX="4766" custLinFactNeighborY="3898">
        <dgm:presLayoutVars>
          <dgm:chMax val="0"/>
          <dgm:bulletEnabled val="1"/>
        </dgm:presLayoutVars>
      </dgm:prSet>
      <dgm:spPr/>
    </dgm:pt>
    <dgm:pt modelId="{E375144E-1A36-4173-80BF-99CA453AF7E6}" type="pres">
      <dgm:prSet presAssocID="{D9B449A0-FF94-4713-9A9A-058D7F6B71B9}" presName="negativeSpace" presStyleCnt="0"/>
      <dgm:spPr/>
    </dgm:pt>
    <dgm:pt modelId="{FE437422-C560-4C42-8C7A-0DA04E55B9BB}" type="pres">
      <dgm:prSet presAssocID="{D9B449A0-FF94-4713-9A9A-058D7F6B71B9}" presName="childText" presStyleLbl="conFgAcc1" presStyleIdx="0" presStyleCnt="4">
        <dgm:presLayoutVars>
          <dgm:bulletEnabled val="1"/>
        </dgm:presLayoutVars>
      </dgm:prSet>
      <dgm:spPr>
        <a:solidFill>
          <a:srgbClr val="FFFFFF">
            <a:alpha val="0"/>
          </a:srgbClr>
        </a:solidFill>
      </dgm:spPr>
    </dgm:pt>
    <dgm:pt modelId="{0B9E0790-3332-4252-B645-DA100988A8BD}" type="pres">
      <dgm:prSet presAssocID="{2764F4CA-6CE4-44EA-8523-B18B98402A7E}" presName="spaceBetweenRectangles" presStyleCnt="0"/>
      <dgm:spPr/>
    </dgm:pt>
    <dgm:pt modelId="{BFEA5445-50DE-4684-987E-9F1F651A7CB1}" type="pres">
      <dgm:prSet presAssocID="{E2855558-389B-4591-8564-2A29B4C32D65}" presName="parentLin" presStyleCnt="0"/>
      <dgm:spPr/>
    </dgm:pt>
    <dgm:pt modelId="{643F61F5-F617-478B-A953-7E4573D0220D}" type="pres">
      <dgm:prSet presAssocID="{E2855558-389B-4591-8564-2A29B4C32D65}" presName="parentLeftMargin" presStyleLbl="node1" presStyleIdx="0" presStyleCnt="4"/>
      <dgm:spPr/>
    </dgm:pt>
    <dgm:pt modelId="{9CD06469-F34B-4432-ADB5-7C825FE94111}" type="pres">
      <dgm:prSet presAssocID="{E2855558-389B-4591-8564-2A29B4C32D65}" presName="parentText" presStyleLbl="node1" presStyleIdx="1" presStyleCnt="4" custScaleX="132653">
        <dgm:presLayoutVars>
          <dgm:chMax val="0"/>
          <dgm:bulletEnabled val="1"/>
        </dgm:presLayoutVars>
      </dgm:prSet>
      <dgm:spPr/>
    </dgm:pt>
    <dgm:pt modelId="{F1C435CB-0864-441B-8524-6DD2EE189DE5}" type="pres">
      <dgm:prSet presAssocID="{E2855558-389B-4591-8564-2A29B4C32D65}" presName="negativeSpace" presStyleCnt="0"/>
      <dgm:spPr/>
    </dgm:pt>
    <dgm:pt modelId="{C6EBB0DE-782D-4729-AC1B-AFD6DD05183B}" type="pres">
      <dgm:prSet presAssocID="{E2855558-389B-4591-8564-2A29B4C32D65}" presName="childText" presStyleLbl="conFgAcc1" presStyleIdx="1" presStyleCnt="4">
        <dgm:presLayoutVars>
          <dgm:bulletEnabled val="1"/>
        </dgm:presLayoutVars>
      </dgm:prSet>
      <dgm:spPr>
        <a:solidFill>
          <a:srgbClr val="FFFFFF">
            <a:alpha val="0"/>
          </a:srgbClr>
        </a:solidFill>
      </dgm:spPr>
    </dgm:pt>
    <dgm:pt modelId="{FFB6C9BD-743C-4271-96CE-B4DCBC77FDF8}" type="pres">
      <dgm:prSet presAssocID="{E3CCE1FE-8395-4CE0-ADA9-5054E68F59BF}" presName="spaceBetweenRectangles" presStyleCnt="0"/>
      <dgm:spPr/>
    </dgm:pt>
    <dgm:pt modelId="{6FECFA36-77DF-4D44-A0EE-86BBB75610EB}" type="pres">
      <dgm:prSet presAssocID="{AF1790DE-E36E-4506-8B4B-73498403BC3A}" presName="parentLin" presStyleCnt="0"/>
      <dgm:spPr/>
    </dgm:pt>
    <dgm:pt modelId="{A1E54DF6-9C4C-426D-98EB-FFBF48F1924C}" type="pres">
      <dgm:prSet presAssocID="{AF1790DE-E36E-4506-8B4B-73498403BC3A}" presName="parentLeftMargin" presStyleLbl="node1" presStyleIdx="1" presStyleCnt="4"/>
      <dgm:spPr/>
    </dgm:pt>
    <dgm:pt modelId="{EEBD306F-2B9A-4D2B-9193-3D815715E159}" type="pres">
      <dgm:prSet presAssocID="{AF1790DE-E36E-4506-8B4B-73498403BC3A}" presName="parentText" presStyleLbl="node1" presStyleIdx="2" presStyleCnt="4" custScaleX="133333">
        <dgm:presLayoutVars>
          <dgm:chMax val="0"/>
          <dgm:bulletEnabled val="1"/>
        </dgm:presLayoutVars>
      </dgm:prSet>
      <dgm:spPr/>
    </dgm:pt>
    <dgm:pt modelId="{D60276C3-8AA5-49E7-A53A-2AD0071F10C7}" type="pres">
      <dgm:prSet presAssocID="{AF1790DE-E36E-4506-8B4B-73498403BC3A}" presName="negativeSpace" presStyleCnt="0"/>
      <dgm:spPr/>
    </dgm:pt>
    <dgm:pt modelId="{651F067F-7FD3-49A0-930F-C390710D14CC}" type="pres">
      <dgm:prSet presAssocID="{AF1790DE-E36E-4506-8B4B-73498403BC3A}" presName="childText" presStyleLbl="conFgAcc1" presStyleIdx="2" presStyleCnt="4">
        <dgm:presLayoutVars>
          <dgm:bulletEnabled val="1"/>
        </dgm:presLayoutVars>
      </dgm:prSet>
      <dgm:spPr>
        <a:solidFill>
          <a:srgbClr val="FFFFFF">
            <a:alpha val="0"/>
          </a:srgbClr>
        </a:solidFill>
      </dgm:spPr>
    </dgm:pt>
    <dgm:pt modelId="{0DBAD9B9-D831-41B3-A7AB-BA43EC772A23}" type="pres">
      <dgm:prSet presAssocID="{43FE062E-EA32-4A5A-A7FE-EEBE294F89F8}" presName="spaceBetweenRectangles" presStyleCnt="0"/>
      <dgm:spPr/>
    </dgm:pt>
    <dgm:pt modelId="{9FBB05F6-6B43-4838-BB56-D8204B1DFDBB}" type="pres">
      <dgm:prSet presAssocID="{92E0BEA3-0319-4FBB-8D06-F523A0F31AFE}" presName="parentLin" presStyleCnt="0"/>
      <dgm:spPr/>
    </dgm:pt>
    <dgm:pt modelId="{2F6DCFC7-B128-4075-85AB-63906F54F199}" type="pres">
      <dgm:prSet presAssocID="{92E0BEA3-0319-4FBB-8D06-F523A0F31AFE}" presName="parentLeftMargin" presStyleLbl="node1" presStyleIdx="2" presStyleCnt="4"/>
      <dgm:spPr/>
    </dgm:pt>
    <dgm:pt modelId="{EC1C5D96-D4E0-4B13-B90D-0A1CD7988876}" type="pres">
      <dgm:prSet presAssocID="{92E0BEA3-0319-4FBB-8D06-F523A0F31AFE}" presName="parentText" presStyleLbl="node1" presStyleIdx="3" presStyleCnt="4" custScaleX="129932">
        <dgm:presLayoutVars>
          <dgm:chMax val="0"/>
          <dgm:bulletEnabled val="1"/>
        </dgm:presLayoutVars>
      </dgm:prSet>
      <dgm:spPr/>
    </dgm:pt>
    <dgm:pt modelId="{397FDA66-0FF2-46F7-8CE5-9F46C70CC2C1}" type="pres">
      <dgm:prSet presAssocID="{92E0BEA3-0319-4FBB-8D06-F523A0F31AFE}" presName="negativeSpace" presStyleCnt="0"/>
      <dgm:spPr/>
    </dgm:pt>
    <dgm:pt modelId="{F50AFCC0-5C68-4512-ACDD-23FE4FACC4F8}" type="pres">
      <dgm:prSet presAssocID="{92E0BEA3-0319-4FBB-8D06-F523A0F31AFE}" presName="childText" presStyleLbl="conFgAcc1" presStyleIdx="3" presStyleCnt="4">
        <dgm:presLayoutVars>
          <dgm:bulletEnabled val="1"/>
        </dgm:presLayoutVars>
      </dgm:prSet>
      <dgm:spPr>
        <a:solidFill>
          <a:srgbClr val="FFFFFF">
            <a:alpha val="0"/>
          </a:srgbClr>
        </a:solidFill>
      </dgm:spPr>
    </dgm:pt>
  </dgm:ptLst>
  <dgm:cxnLst>
    <dgm:cxn modelId="{AFED1F19-484D-441D-A9E9-131B0DBAB2B5}" srcId="{91346CAC-A78E-4DA3-B22E-CEA49EBE4226}" destId="{AF1790DE-E36E-4506-8B4B-73498403BC3A}" srcOrd="2" destOrd="0" parTransId="{1D88505E-B705-45D0-982D-C74088FFDC5C}" sibTransId="{43FE062E-EA32-4A5A-A7FE-EEBE294F89F8}"/>
    <dgm:cxn modelId="{EAE76B41-A9C1-4D35-A0AA-9789B3A82E13}" type="presOf" srcId="{D9B449A0-FF94-4713-9A9A-058D7F6B71B9}" destId="{F795D8E3-ADA7-4953-8642-733E088841CD}" srcOrd="0" destOrd="0" presId="urn:microsoft.com/office/officeart/2005/8/layout/list1"/>
    <dgm:cxn modelId="{4F236E68-A17D-4165-9905-A7A0A08BB306}" srcId="{91346CAC-A78E-4DA3-B22E-CEA49EBE4226}" destId="{92E0BEA3-0319-4FBB-8D06-F523A0F31AFE}" srcOrd="3" destOrd="0" parTransId="{EC9E610C-4D20-4DEA-AD3B-1A4226AE0616}" sibTransId="{657DD261-1631-46A3-88EF-36E266D51D4C}"/>
    <dgm:cxn modelId="{CAC3206A-D735-4540-98F7-3F3769963C96}" type="presOf" srcId="{AF1790DE-E36E-4506-8B4B-73498403BC3A}" destId="{EEBD306F-2B9A-4D2B-9193-3D815715E159}" srcOrd="1" destOrd="0" presId="urn:microsoft.com/office/officeart/2005/8/layout/list1"/>
    <dgm:cxn modelId="{512A6B57-FDCD-4307-9A73-E99EB18AB190}" type="presOf" srcId="{92E0BEA3-0319-4FBB-8D06-F523A0F31AFE}" destId="{EC1C5D96-D4E0-4B13-B90D-0A1CD7988876}" srcOrd="1" destOrd="0" presId="urn:microsoft.com/office/officeart/2005/8/layout/list1"/>
    <dgm:cxn modelId="{A7FFA459-88E6-4BF9-990E-9E839F2CA561}" srcId="{91346CAC-A78E-4DA3-B22E-CEA49EBE4226}" destId="{D9B449A0-FF94-4713-9A9A-058D7F6B71B9}" srcOrd="0" destOrd="0" parTransId="{72FECDBD-928B-4253-9CFE-B1ABEE0A78E1}" sibTransId="{2764F4CA-6CE4-44EA-8523-B18B98402A7E}"/>
    <dgm:cxn modelId="{1F8E7983-B90F-4803-8EB6-C0FBE6D9F17E}" type="presOf" srcId="{AF1790DE-E36E-4506-8B4B-73498403BC3A}" destId="{A1E54DF6-9C4C-426D-98EB-FFBF48F1924C}" srcOrd="0" destOrd="0" presId="urn:microsoft.com/office/officeart/2005/8/layout/list1"/>
    <dgm:cxn modelId="{36053286-0CFC-4A2F-9D3C-9F687A460B57}" type="presOf" srcId="{E2855558-389B-4591-8564-2A29B4C32D65}" destId="{9CD06469-F34B-4432-ADB5-7C825FE94111}" srcOrd="1" destOrd="0" presId="urn:microsoft.com/office/officeart/2005/8/layout/list1"/>
    <dgm:cxn modelId="{BD747D8D-EA51-4800-ADA4-16EC9C45F5F4}" type="presOf" srcId="{91346CAC-A78E-4DA3-B22E-CEA49EBE4226}" destId="{377BF09A-222E-4937-A795-7A4258D0F5D6}" srcOrd="0" destOrd="0" presId="urn:microsoft.com/office/officeart/2005/8/layout/list1"/>
    <dgm:cxn modelId="{7AE95FC2-447E-418B-8D85-55FFB646BD78}" type="presOf" srcId="{D9B449A0-FF94-4713-9A9A-058D7F6B71B9}" destId="{46B940FC-8FA1-4568-B447-0EEB4A38217C}" srcOrd="1" destOrd="0" presId="urn:microsoft.com/office/officeart/2005/8/layout/list1"/>
    <dgm:cxn modelId="{EC37C7D2-FF80-4C3B-914A-9B21CA9EA65C}" type="presOf" srcId="{E2855558-389B-4591-8564-2A29B4C32D65}" destId="{643F61F5-F617-478B-A953-7E4573D0220D}" srcOrd="0" destOrd="0" presId="urn:microsoft.com/office/officeart/2005/8/layout/list1"/>
    <dgm:cxn modelId="{48FB9AF0-E794-4529-A85F-670858982857}" srcId="{91346CAC-A78E-4DA3-B22E-CEA49EBE4226}" destId="{E2855558-389B-4591-8564-2A29B4C32D65}" srcOrd="1" destOrd="0" parTransId="{9FD20762-DA87-4087-803C-2ABA29AE61C3}" sibTransId="{E3CCE1FE-8395-4CE0-ADA9-5054E68F59BF}"/>
    <dgm:cxn modelId="{DCF070FD-F62E-4D34-9440-D04F8D78FEEB}" type="presOf" srcId="{92E0BEA3-0319-4FBB-8D06-F523A0F31AFE}" destId="{2F6DCFC7-B128-4075-85AB-63906F54F199}" srcOrd="0" destOrd="0" presId="urn:microsoft.com/office/officeart/2005/8/layout/list1"/>
    <dgm:cxn modelId="{5B258E05-D106-40F7-BF4A-63E522BA1D21}" type="presParOf" srcId="{377BF09A-222E-4937-A795-7A4258D0F5D6}" destId="{ED0E1027-549B-49E6-9D59-3B13C1AC4FD2}" srcOrd="0" destOrd="0" presId="urn:microsoft.com/office/officeart/2005/8/layout/list1"/>
    <dgm:cxn modelId="{9DC7493E-9B44-43FE-8A54-77DBD1AC16E7}" type="presParOf" srcId="{ED0E1027-549B-49E6-9D59-3B13C1AC4FD2}" destId="{F795D8E3-ADA7-4953-8642-733E088841CD}" srcOrd="0" destOrd="0" presId="urn:microsoft.com/office/officeart/2005/8/layout/list1"/>
    <dgm:cxn modelId="{D50EB2B8-9D58-448D-9465-0E6C07073977}" type="presParOf" srcId="{ED0E1027-549B-49E6-9D59-3B13C1AC4FD2}" destId="{46B940FC-8FA1-4568-B447-0EEB4A38217C}" srcOrd="1" destOrd="0" presId="urn:microsoft.com/office/officeart/2005/8/layout/list1"/>
    <dgm:cxn modelId="{C2E61AA2-F777-46E7-98E9-760DD4F48936}" type="presParOf" srcId="{377BF09A-222E-4937-A795-7A4258D0F5D6}" destId="{E375144E-1A36-4173-80BF-99CA453AF7E6}" srcOrd="1" destOrd="0" presId="urn:microsoft.com/office/officeart/2005/8/layout/list1"/>
    <dgm:cxn modelId="{63508872-9CA2-4505-A2AB-B1D96031D178}" type="presParOf" srcId="{377BF09A-222E-4937-A795-7A4258D0F5D6}" destId="{FE437422-C560-4C42-8C7A-0DA04E55B9BB}" srcOrd="2" destOrd="0" presId="urn:microsoft.com/office/officeart/2005/8/layout/list1"/>
    <dgm:cxn modelId="{274E0490-2775-4DD9-8CA4-2328883C2C3A}" type="presParOf" srcId="{377BF09A-222E-4937-A795-7A4258D0F5D6}" destId="{0B9E0790-3332-4252-B645-DA100988A8BD}" srcOrd="3" destOrd="0" presId="urn:microsoft.com/office/officeart/2005/8/layout/list1"/>
    <dgm:cxn modelId="{D7FA2323-C22B-4F73-81E4-3FD70014D943}" type="presParOf" srcId="{377BF09A-222E-4937-A795-7A4258D0F5D6}" destId="{BFEA5445-50DE-4684-987E-9F1F651A7CB1}" srcOrd="4" destOrd="0" presId="urn:microsoft.com/office/officeart/2005/8/layout/list1"/>
    <dgm:cxn modelId="{1CE57486-1B10-4F06-BDAE-AFCD51DE2902}" type="presParOf" srcId="{BFEA5445-50DE-4684-987E-9F1F651A7CB1}" destId="{643F61F5-F617-478B-A953-7E4573D0220D}" srcOrd="0" destOrd="0" presId="urn:microsoft.com/office/officeart/2005/8/layout/list1"/>
    <dgm:cxn modelId="{036447BE-FCA0-418C-9D4D-4F60662DF3C1}" type="presParOf" srcId="{BFEA5445-50DE-4684-987E-9F1F651A7CB1}" destId="{9CD06469-F34B-4432-ADB5-7C825FE94111}" srcOrd="1" destOrd="0" presId="urn:microsoft.com/office/officeart/2005/8/layout/list1"/>
    <dgm:cxn modelId="{1FACB336-15C6-48B2-A680-93828D1A3F77}" type="presParOf" srcId="{377BF09A-222E-4937-A795-7A4258D0F5D6}" destId="{F1C435CB-0864-441B-8524-6DD2EE189DE5}" srcOrd="5" destOrd="0" presId="urn:microsoft.com/office/officeart/2005/8/layout/list1"/>
    <dgm:cxn modelId="{46D869C9-B448-4DE0-B052-3A02523776F3}" type="presParOf" srcId="{377BF09A-222E-4937-A795-7A4258D0F5D6}" destId="{C6EBB0DE-782D-4729-AC1B-AFD6DD05183B}" srcOrd="6" destOrd="0" presId="urn:microsoft.com/office/officeart/2005/8/layout/list1"/>
    <dgm:cxn modelId="{99C1AA9E-DA00-435A-9EC8-8DD4335314FD}" type="presParOf" srcId="{377BF09A-222E-4937-A795-7A4258D0F5D6}" destId="{FFB6C9BD-743C-4271-96CE-B4DCBC77FDF8}" srcOrd="7" destOrd="0" presId="urn:microsoft.com/office/officeart/2005/8/layout/list1"/>
    <dgm:cxn modelId="{9B4A94FD-0DE9-42F7-890B-D7A5DC7B0D1A}" type="presParOf" srcId="{377BF09A-222E-4937-A795-7A4258D0F5D6}" destId="{6FECFA36-77DF-4D44-A0EE-86BBB75610EB}" srcOrd="8" destOrd="0" presId="urn:microsoft.com/office/officeart/2005/8/layout/list1"/>
    <dgm:cxn modelId="{51E7D53C-E305-4281-B88B-1B148A9CEAAE}" type="presParOf" srcId="{6FECFA36-77DF-4D44-A0EE-86BBB75610EB}" destId="{A1E54DF6-9C4C-426D-98EB-FFBF48F1924C}" srcOrd="0" destOrd="0" presId="urn:microsoft.com/office/officeart/2005/8/layout/list1"/>
    <dgm:cxn modelId="{208DB9C9-3C36-488E-B3FA-88A928D38978}" type="presParOf" srcId="{6FECFA36-77DF-4D44-A0EE-86BBB75610EB}" destId="{EEBD306F-2B9A-4D2B-9193-3D815715E159}" srcOrd="1" destOrd="0" presId="urn:microsoft.com/office/officeart/2005/8/layout/list1"/>
    <dgm:cxn modelId="{EDF7C224-4ECE-4388-9536-F31F170E4C08}" type="presParOf" srcId="{377BF09A-222E-4937-A795-7A4258D0F5D6}" destId="{D60276C3-8AA5-49E7-A53A-2AD0071F10C7}" srcOrd="9" destOrd="0" presId="urn:microsoft.com/office/officeart/2005/8/layout/list1"/>
    <dgm:cxn modelId="{9ED7EA79-42BE-4A5E-9201-A9E73E91D17C}" type="presParOf" srcId="{377BF09A-222E-4937-A795-7A4258D0F5D6}" destId="{651F067F-7FD3-49A0-930F-C390710D14CC}" srcOrd="10" destOrd="0" presId="urn:microsoft.com/office/officeart/2005/8/layout/list1"/>
    <dgm:cxn modelId="{169E8A79-22D7-4527-8FF1-D3A1EB462047}" type="presParOf" srcId="{377BF09A-222E-4937-A795-7A4258D0F5D6}" destId="{0DBAD9B9-D831-41B3-A7AB-BA43EC772A23}" srcOrd="11" destOrd="0" presId="urn:microsoft.com/office/officeart/2005/8/layout/list1"/>
    <dgm:cxn modelId="{8EE870A3-78D4-4634-B283-44428B7EF94F}" type="presParOf" srcId="{377BF09A-222E-4937-A795-7A4258D0F5D6}" destId="{9FBB05F6-6B43-4838-BB56-D8204B1DFDBB}" srcOrd="12" destOrd="0" presId="urn:microsoft.com/office/officeart/2005/8/layout/list1"/>
    <dgm:cxn modelId="{342FF097-E751-42F7-99EF-9FAF8E5BB81B}" type="presParOf" srcId="{9FBB05F6-6B43-4838-BB56-D8204B1DFDBB}" destId="{2F6DCFC7-B128-4075-85AB-63906F54F199}" srcOrd="0" destOrd="0" presId="urn:microsoft.com/office/officeart/2005/8/layout/list1"/>
    <dgm:cxn modelId="{D585E474-2A21-4141-BE1F-2555D3AD61B7}" type="presParOf" srcId="{9FBB05F6-6B43-4838-BB56-D8204B1DFDBB}" destId="{EC1C5D96-D4E0-4B13-B90D-0A1CD7988876}" srcOrd="1" destOrd="0" presId="urn:microsoft.com/office/officeart/2005/8/layout/list1"/>
    <dgm:cxn modelId="{6D300D54-4B32-401D-B0AC-56C9D2DE3762}" type="presParOf" srcId="{377BF09A-222E-4937-A795-7A4258D0F5D6}" destId="{397FDA66-0FF2-46F7-8CE5-9F46C70CC2C1}" srcOrd="13" destOrd="0" presId="urn:microsoft.com/office/officeart/2005/8/layout/list1"/>
    <dgm:cxn modelId="{A604C43F-3CAA-4559-BB9A-7A81EAAA8BE3}" type="presParOf" srcId="{377BF09A-222E-4937-A795-7A4258D0F5D6}" destId="{F50AFCC0-5C68-4512-ACDD-23FE4FACC4F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346CAC-A78E-4DA3-B22E-CEA49EBE422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ACF908AD-BEE5-4021-AA41-E00BD7C9238B}">
      <dgm:prSet phldrT="[Text]" custT="1"/>
      <dgm:spPr/>
      <dgm:t>
        <a:bodyPr/>
        <a:lstStyle/>
        <a:p>
          <a:r>
            <a:rPr lang="en-US" sz="1400" b="1" dirty="0">
              <a:latin typeface="Calibri" pitchFamily="34" charset="0"/>
              <a:cs typeface="Calibri" pitchFamily="34" charset="0"/>
            </a:rPr>
            <a:t>The column can be referenced in a </a:t>
          </a:r>
          <a:r>
            <a:rPr lang="en-US" sz="1400" b="0" dirty="0">
              <a:latin typeface="Courier New" pitchFamily="49" charset="0"/>
              <a:cs typeface="Courier New" pitchFamily="49" charset="0"/>
            </a:rPr>
            <a:t>SELECT</a:t>
          </a:r>
          <a:r>
            <a:rPr lang="en-US" sz="1400" b="1" dirty="0">
              <a:latin typeface="Calibri" pitchFamily="34" charset="0"/>
              <a:cs typeface="Calibri" pitchFamily="34" charset="0"/>
            </a:rPr>
            <a:t> list by using the </a:t>
          </a:r>
          <a:r>
            <a:rPr lang="en-US" sz="1400" b="0" dirty="0">
              <a:latin typeface="Courier New" pitchFamily="49" charset="0"/>
              <a:cs typeface="Courier New" pitchFamily="49" charset="0"/>
            </a:rPr>
            <a:t>ROWGUIDCOL</a:t>
          </a:r>
          <a:r>
            <a:rPr lang="en-US" sz="1400" b="1" dirty="0">
              <a:latin typeface="Calibri" pitchFamily="34" charset="0"/>
              <a:cs typeface="Calibri" pitchFamily="34" charset="0"/>
            </a:rPr>
            <a:t> keyword.</a:t>
          </a:r>
        </a:p>
      </dgm:t>
    </dgm:pt>
    <dgm:pt modelId="{3F4C4D51-2B1C-48AB-8427-FF00F9B72100}" type="parTrans" cxnId="{F617DD40-16ED-43C8-8C45-8349791897C0}">
      <dgm:prSet/>
      <dgm:spPr/>
      <dgm:t>
        <a:bodyPr/>
        <a:lstStyle/>
        <a:p>
          <a:endParaRPr lang="en-US"/>
        </a:p>
      </dgm:t>
    </dgm:pt>
    <dgm:pt modelId="{A473C9CF-36B4-49B7-9081-1B9C59577168}" type="sibTrans" cxnId="{F617DD40-16ED-43C8-8C45-8349791897C0}">
      <dgm:prSet/>
      <dgm:spPr/>
      <dgm:t>
        <a:bodyPr/>
        <a:lstStyle/>
        <a:p>
          <a:endParaRPr lang="en-US"/>
        </a:p>
      </dgm:t>
    </dgm:pt>
    <dgm:pt modelId="{246689C4-6F96-4EC5-9609-1DF9B1589526}">
      <dgm:prSet phldrT="[Text]" custT="1"/>
      <dgm:spPr/>
      <dgm:t>
        <a:bodyPr/>
        <a:lstStyle/>
        <a:p>
          <a:r>
            <a:rPr lang="en-US" sz="1400" b="1" dirty="0">
              <a:latin typeface="Calibri" pitchFamily="34" charset="0"/>
              <a:cs typeface="Calibri" pitchFamily="34" charset="0"/>
            </a:rPr>
            <a:t>The </a:t>
          </a:r>
          <a:r>
            <a:rPr lang="en-US" sz="1400" b="0" dirty="0">
              <a:latin typeface="Courier New" pitchFamily="49" charset="0"/>
              <a:cs typeface="Courier New" pitchFamily="49" charset="0"/>
            </a:rPr>
            <a:t>NEWID() </a:t>
          </a:r>
          <a:r>
            <a:rPr lang="en-US" sz="1400" b="1" dirty="0">
              <a:latin typeface="Calibri" pitchFamily="34" charset="0"/>
              <a:cs typeface="Calibri" pitchFamily="34" charset="0"/>
            </a:rPr>
            <a:t>function creates a unique identifier number which is a 16-byte binary string.</a:t>
          </a:r>
        </a:p>
      </dgm:t>
    </dgm:pt>
    <dgm:pt modelId="{C39F95BD-7228-41BD-9AE0-E1E5D50DB020}" type="parTrans" cxnId="{5832A219-F025-4B0C-86DC-923489D8F566}">
      <dgm:prSet/>
      <dgm:spPr/>
      <dgm:t>
        <a:bodyPr/>
        <a:lstStyle/>
        <a:p>
          <a:endParaRPr lang="en-US"/>
        </a:p>
      </dgm:t>
    </dgm:pt>
    <dgm:pt modelId="{1F16A108-6E15-4C4C-A273-B2882D5C50D9}" type="sibTrans" cxnId="{5832A219-F025-4B0C-86DC-923489D8F566}">
      <dgm:prSet/>
      <dgm:spPr/>
      <dgm:t>
        <a:bodyPr/>
        <a:lstStyle/>
        <a:p>
          <a:endParaRPr lang="en-US"/>
        </a:p>
      </dgm:t>
    </dgm:pt>
    <dgm:pt modelId="{5B8F3459-5B13-4D48-87F3-2120CF3C861C}">
      <dgm:prSet custT="1"/>
      <dgm:spPr/>
      <dgm:t>
        <a:bodyPr/>
        <a:lstStyle/>
        <a:p>
          <a:r>
            <a:rPr lang="en-US" sz="1400" b="1" dirty="0">
              <a:latin typeface="Calibri" pitchFamily="34" charset="0"/>
              <a:cs typeface="Calibri" pitchFamily="34" charset="0"/>
            </a:rPr>
            <a:t>To know whether a table has a </a:t>
          </a:r>
          <a:r>
            <a:rPr lang="en-US" sz="1400" b="0" dirty="0">
              <a:latin typeface="Courier New" pitchFamily="49" charset="0"/>
              <a:cs typeface="Courier New" pitchFamily="49" charset="0"/>
            </a:rPr>
            <a:t>ROWGUIDCOL</a:t>
          </a:r>
          <a:r>
            <a:rPr lang="en-US" sz="1400" b="1" dirty="0">
              <a:latin typeface="Calibri" pitchFamily="34" charset="0"/>
              <a:cs typeface="Calibri" pitchFamily="34" charset="0"/>
            </a:rPr>
            <a:t> column, the </a:t>
          </a:r>
          <a:r>
            <a:rPr lang="en-US" sz="1400" b="0" dirty="0">
              <a:latin typeface="Courier New" pitchFamily="49" charset="0"/>
              <a:cs typeface="Courier New" pitchFamily="49" charset="0"/>
            </a:rPr>
            <a:t>OBJECTPROPERTY</a:t>
          </a:r>
          <a:r>
            <a:rPr lang="en-US" sz="1400" b="1" dirty="0">
              <a:latin typeface="Calibri" pitchFamily="34" charset="0"/>
              <a:cs typeface="Calibri" pitchFamily="34" charset="0"/>
            </a:rPr>
            <a:t> function is used.</a:t>
          </a:r>
        </a:p>
      </dgm:t>
    </dgm:pt>
    <dgm:pt modelId="{8D442C05-0EC8-4784-A027-00A2745E3056}" type="parTrans" cxnId="{4D2900A3-064C-47E4-B5DE-38DA340F8E37}">
      <dgm:prSet/>
      <dgm:spPr/>
      <dgm:t>
        <a:bodyPr/>
        <a:lstStyle/>
        <a:p>
          <a:endParaRPr lang="en-US"/>
        </a:p>
      </dgm:t>
    </dgm:pt>
    <dgm:pt modelId="{941305C5-E4AC-4BB5-8334-5394AA81E83D}" type="sibTrans" cxnId="{4D2900A3-064C-47E4-B5DE-38DA340F8E37}">
      <dgm:prSet/>
      <dgm:spPr/>
      <dgm:t>
        <a:bodyPr/>
        <a:lstStyle/>
        <a:p>
          <a:endParaRPr lang="en-US"/>
        </a:p>
      </dgm:t>
    </dgm:pt>
    <dgm:pt modelId="{DC2567C9-5644-4DA9-8B35-65772F7A5296}">
      <dgm:prSet custT="1"/>
      <dgm:spPr/>
      <dgm:t>
        <a:bodyPr/>
        <a:lstStyle/>
        <a:p>
          <a:r>
            <a:rPr lang="en-US" sz="1400" b="1" dirty="0">
              <a:latin typeface="Calibri" pitchFamily="34" charset="0"/>
              <a:cs typeface="Calibri" pitchFamily="34" charset="0"/>
            </a:rPr>
            <a:t>The </a:t>
          </a:r>
          <a:r>
            <a:rPr lang="en-US" sz="1400" b="0" dirty="0">
              <a:latin typeface="Courier New" pitchFamily="49" charset="0"/>
              <a:cs typeface="Courier New" pitchFamily="49" charset="0"/>
            </a:rPr>
            <a:t>COLUMNPROPERTY</a:t>
          </a:r>
          <a:r>
            <a:rPr lang="en-US" sz="1400" b="1" dirty="0">
              <a:latin typeface="Calibri" pitchFamily="34" charset="0"/>
              <a:cs typeface="Calibri" pitchFamily="34" charset="0"/>
            </a:rPr>
            <a:t> function is used to retrieve the name of the </a:t>
          </a:r>
          <a:r>
            <a:rPr lang="en-US" sz="1400" b="0" dirty="0">
              <a:latin typeface="Courier New" pitchFamily="49" charset="0"/>
              <a:cs typeface="Courier New" pitchFamily="49" charset="0"/>
            </a:rPr>
            <a:t>ROWGUIDCOL</a:t>
          </a:r>
          <a:r>
            <a:rPr lang="en-US" sz="1400" b="1" dirty="0">
              <a:latin typeface="Calibri" pitchFamily="34" charset="0"/>
              <a:cs typeface="Calibri" pitchFamily="34" charset="0"/>
            </a:rPr>
            <a:t> column. </a:t>
          </a:r>
        </a:p>
      </dgm:t>
    </dgm:pt>
    <dgm:pt modelId="{5267B617-1812-40E2-9EBC-0D08B363E910}" type="parTrans" cxnId="{C4329168-FE1C-4A8A-B092-B65D1FBEE869}">
      <dgm:prSet/>
      <dgm:spPr/>
      <dgm:t>
        <a:bodyPr/>
        <a:lstStyle/>
        <a:p>
          <a:endParaRPr lang="en-US"/>
        </a:p>
      </dgm:t>
    </dgm:pt>
    <dgm:pt modelId="{234CA36A-7786-40F8-ACD6-9618FF67FEB4}" type="sibTrans" cxnId="{C4329168-FE1C-4A8A-B092-B65D1FBEE869}">
      <dgm:prSet/>
      <dgm:spPr/>
      <dgm:t>
        <a:bodyPr/>
        <a:lstStyle/>
        <a:p>
          <a:endParaRPr lang="en-US"/>
        </a:p>
      </dgm:t>
    </dgm:pt>
    <dgm:pt modelId="{377BF09A-222E-4937-A795-7A4258D0F5D6}" type="pres">
      <dgm:prSet presAssocID="{91346CAC-A78E-4DA3-B22E-CEA49EBE4226}" presName="linear" presStyleCnt="0">
        <dgm:presLayoutVars>
          <dgm:dir/>
          <dgm:animLvl val="lvl"/>
          <dgm:resizeHandles val="exact"/>
        </dgm:presLayoutVars>
      </dgm:prSet>
      <dgm:spPr/>
    </dgm:pt>
    <dgm:pt modelId="{A95A0334-4C97-4DE8-A23B-974ACE57EEC7}" type="pres">
      <dgm:prSet presAssocID="{246689C4-6F96-4EC5-9609-1DF9B1589526}" presName="parentLin" presStyleCnt="0"/>
      <dgm:spPr/>
    </dgm:pt>
    <dgm:pt modelId="{381A60EF-0C43-4423-B991-350FA7A2C3C7}" type="pres">
      <dgm:prSet presAssocID="{246689C4-6F96-4EC5-9609-1DF9B1589526}" presName="parentLeftMargin" presStyleLbl="node1" presStyleIdx="0" presStyleCnt="4"/>
      <dgm:spPr/>
    </dgm:pt>
    <dgm:pt modelId="{274FBB78-BBC1-4EBB-8038-D9338A246E2B}" type="pres">
      <dgm:prSet presAssocID="{246689C4-6F96-4EC5-9609-1DF9B1589526}" presName="parentText" presStyleLbl="node1" presStyleIdx="0" presStyleCnt="4" custScaleX="129932">
        <dgm:presLayoutVars>
          <dgm:chMax val="0"/>
          <dgm:bulletEnabled val="1"/>
        </dgm:presLayoutVars>
      </dgm:prSet>
      <dgm:spPr/>
    </dgm:pt>
    <dgm:pt modelId="{DA9491EB-07C2-41F2-9F49-16D65D70B9E1}" type="pres">
      <dgm:prSet presAssocID="{246689C4-6F96-4EC5-9609-1DF9B1589526}" presName="negativeSpace" presStyleCnt="0"/>
      <dgm:spPr/>
    </dgm:pt>
    <dgm:pt modelId="{2086B887-67F7-4A1B-BADA-8683DBD47710}" type="pres">
      <dgm:prSet presAssocID="{246689C4-6F96-4EC5-9609-1DF9B1589526}" presName="childText" presStyleLbl="conFgAcc1" presStyleIdx="0" presStyleCnt="4">
        <dgm:presLayoutVars>
          <dgm:bulletEnabled val="1"/>
        </dgm:presLayoutVars>
      </dgm:prSet>
      <dgm:spPr>
        <a:solidFill>
          <a:srgbClr val="FFFFFF">
            <a:alpha val="0"/>
          </a:srgbClr>
        </a:solidFill>
      </dgm:spPr>
    </dgm:pt>
    <dgm:pt modelId="{BB27AAB1-7AEF-434C-87C3-D9EC83C101A8}" type="pres">
      <dgm:prSet presAssocID="{1F16A108-6E15-4C4C-A273-B2882D5C50D9}" presName="spaceBetweenRectangles" presStyleCnt="0"/>
      <dgm:spPr/>
    </dgm:pt>
    <dgm:pt modelId="{335BEFCD-88CB-4D9B-B51D-6A7B8B8C5B1D}" type="pres">
      <dgm:prSet presAssocID="{ACF908AD-BEE5-4021-AA41-E00BD7C9238B}" presName="parentLin" presStyleCnt="0"/>
      <dgm:spPr/>
    </dgm:pt>
    <dgm:pt modelId="{4C6D4975-FB9C-4CAE-83B4-368895793DA2}" type="pres">
      <dgm:prSet presAssocID="{ACF908AD-BEE5-4021-AA41-E00BD7C9238B}" presName="parentLeftMargin" presStyleLbl="node1" presStyleIdx="0" presStyleCnt="4"/>
      <dgm:spPr/>
    </dgm:pt>
    <dgm:pt modelId="{3EDEEC74-B359-4170-BB40-8D96C10D24C9}" type="pres">
      <dgm:prSet presAssocID="{ACF908AD-BEE5-4021-AA41-E00BD7C9238B}" presName="parentText" presStyleLbl="node1" presStyleIdx="1" presStyleCnt="4" custScaleX="122449">
        <dgm:presLayoutVars>
          <dgm:chMax val="0"/>
          <dgm:bulletEnabled val="1"/>
        </dgm:presLayoutVars>
      </dgm:prSet>
      <dgm:spPr/>
    </dgm:pt>
    <dgm:pt modelId="{399E43D3-3E08-456D-85DF-64BA28E3CC23}" type="pres">
      <dgm:prSet presAssocID="{ACF908AD-BEE5-4021-AA41-E00BD7C9238B}" presName="negativeSpace" presStyleCnt="0"/>
      <dgm:spPr/>
    </dgm:pt>
    <dgm:pt modelId="{2EBB4B53-46AB-41C5-859C-D0BE6E1B248C}" type="pres">
      <dgm:prSet presAssocID="{ACF908AD-BEE5-4021-AA41-E00BD7C9238B}" presName="childText" presStyleLbl="conFgAcc1" presStyleIdx="1" presStyleCnt="4">
        <dgm:presLayoutVars>
          <dgm:bulletEnabled val="1"/>
        </dgm:presLayoutVars>
      </dgm:prSet>
      <dgm:spPr>
        <a:solidFill>
          <a:srgbClr val="FFFFFF">
            <a:alpha val="0"/>
          </a:srgbClr>
        </a:solidFill>
      </dgm:spPr>
    </dgm:pt>
    <dgm:pt modelId="{33A5641E-5806-4CB3-A748-59480292FFC4}" type="pres">
      <dgm:prSet presAssocID="{A473C9CF-36B4-49B7-9081-1B9C59577168}" presName="spaceBetweenRectangles" presStyleCnt="0"/>
      <dgm:spPr/>
    </dgm:pt>
    <dgm:pt modelId="{0F4857FB-5A8A-4393-813C-CCAE6F86FB72}" type="pres">
      <dgm:prSet presAssocID="{5B8F3459-5B13-4D48-87F3-2120CF3C861C}" presName="parentLin" presStyleCnt="0"/>
      <dgm:spPr/>
    </dgm:pt>
    <dgm:pt modelId="{36FFE447-7D85-4458-A47C-C6FAF1D1CC12}" type="pres">
      <dgm:prSet presAssocID="{5B8F3459-5B13-4D48-87F3-2120CF3C861C}" presName="parentLeftMargin" presStyleLbl="node1" presStyleIdx="1" presStyleCnt="4"/>
      <dgm:spPr/>
    </dgm:pt>
    <dgm:pt modelId="{C5D7B170-F838-4D9B-B666-7F9742A08A83}" type="pres">
      <dgm:prSet presAssocID="{5B8F3459-5B13-4D48-87F3-2120CF3C861C}" presName="parentText" presStyleLbl="node1" presStyleIdx="2" presStyleCnt="4" custScaleX="127211">
        <dgm:presLayoutVars>
          <dgm:chMax val="0"/>
          <dgm:bulletEnabled val="1"/>
        </dgm:presLayoutVars>
      </dgm:prSet>
      <dgm:spPr/>
    </dgm:pt>
    <dgm:pt modelId="{9CEDD7B1-18ED-49F5-B6B1-3DCBE21E1258}" type="pres">
      <dgm:prSet presAssocID="{5B8F3459-5B13-4D48-87F3-2120CF3C861C}" presName="negativeSpace" presStyleCnt="0"/>
      <dgm:spPr/>
    </dgm:pt>
    <dgm:pt modelId="{2C281149-AD05-4B2A-9C91-4AC842819F99}" type="pres">
      <dgm:prSet presAssocID="{5B8F3459-5B13-4D48-87F3-2120CF3C861C}" presName="childText" presStyleLbl="conFgAcc1" presStyleIdx="2" presStyleCnt="4">
        <dgm:presLayoutVars>
          <dgm:bulletEnabled val="1"/>
        </dgm:presLayoutVars>
      </dgm:prSet>
      <dgm:spPr>
        <a:solidFill>
          <a:schemeClr val="lt1">
            <a:hueOff val="0"/>
            <a:satOff val="0"/>
            <a:lumOff val="0"/>
            <a:alpha val="0"/>
          </a:schemeClr>
        </a:solidFill>
      </dgm:spPr>
    </dgm:pt>
    <dgm:pt modelId="{85A08C90-AD56-4599-AD0D-BCD06CFDCCB7}" type="pres">
      <dgm:prSet presAssocID="{941305C5-E4AC-4BB5-8334-5394AA81E83D}" presName="spaceBetweenRectangles" presStyleCnt="0"/>
      <dgm:spPr/>
    </dgm:pt>
    <dgm:pt modelId="{4FB34827-B843-4AEE-A165-74BAE30FEE6D}" type="pres">
      <dgm:prSet presAssocID="{DC2567C9-5644-4DA9-8B35-65772F7A5296}" presName="parentLin" presStyleCnt="0"/>
      <dgm:spPr/>
    </dgm:pt>
    <dgm:pt modelId="{7713E304-F5DF-4187-9B9A-9DEFDD8051D3}" type="pres">
      <dgm:prSet presAssocID="{DC2567C9-5644-4DA9-8B35-65772F7A5296}" presName="parentLeftMargin" presStyleLbl="node1" presStyleIdx="2" presStyleCnt="4"/>
      <dgm:spPr/>
    </dgm:pt>
    <dgm:pt modelId="{4439432C-E988-46C6-AB62-20AD7739CDA4}" type="pres">
      <dgm:prSet presAssocID="{DC2567C9-5644-4DA9-8B35-65772F7A5296}" presName="parentText" presStyleLbl="node1" presStyleIdx="3" presStyleCnt="4" custScaleX="132652">
        <dgm:presLayoutVars>
          <dgm:chMax val="0"/>
          <dgm:bulletEnabled val="1"/>
        </dgm:presLayoutVars>
      </dgm:prSet>
      <dgm:spPr/>
    </dgm:pt>
    <dgm:pt modelId="{5BAE699B-1498-4AE3-9A48-7C8AA8FC4A25}" type="pres">
      <dgm:prSet presAssocID="{DC2567C9-5644-4DA9-8B35-65772F7A5296}" presName="negativeSpace" presStyleCnt="0"/>
      <dgm:spPr/>
    </dgm:pt>
    <dgm:pt modelId="{820CE61A-F675-4DE1-AA02-4D3A3DBC032A}" type="pres">
      <dgm:prSet presAssocID="{DC2567C9-5644-4DA9-8B35-65772F7A5296}" presName="childText" presStyleLbl="conFgAcc1" presStyleIdx="3" presStyleCnt="4">
        <dgm:presLayoutVars>
          <dgm:bulletEnabled val="1"/>
        </dgm:presLayoutVars>
      </dgm:prSet>
      <dgm:spPr>
        <a:solidFill>
          <a:schemeClr val="lt1">
            <a:hueOff val="0"/>
            <a:satOff val="0"/>
            <a:lumOff val="0"/>
            <a:alpha val="0"/>
          </a:schemeClr>
        </a:solidFill>
      </dgm:spPr>
    </dgm:pt>
  </dgm:ptLst>
  <dgm:cxnLst>
    <dgm:cxn modelId="{5832A219-F025-4B0C-86DC-923489D8F566}" srcId="{91346CAC-A78E-4DA3-B22E-CEA49EBE4226}" destId="{246689C4-6F96-4EC5-9609-1DF9B1589526}" srcOrd="0" destOrd="0" parTransId="{C39F95BD-7228-41BD-9AE0-E1E5D50DB020}" sibTransId="{1F16A108-6E15-4C4C-A273-B2882D5C50D9}"/>
    <dgm:cxn modelId="{4ABB7F36-4FF8-415D-9021-9D1F55874ABB}" type="presOf" srcId="{DC2567C9-5644-4DA9-8B35-65772F7A5296}" destId="{7713E304-F5DF-4187-9B9A-9DEFDD8051D3}" srcOrd="0" destOrd="0" presId="urn:microsoft.com/office/officeart/2005/8/layout/list1"/>
    <dgm:cxn modelId="{7D8E8B3D-F12D-48F9-B34A-CC45492DF70E}" type="presOf" srcId="{246689C4-6F96-4EC5-9609-1DF9B1589526}" destId="{381A60EF-0C43-4423-B991-350FA7A2C3C7}" srcOrd="0" destOrd="0" presId="urn:microsoft.com/office/officeart/2005/8/layout/list1"/>
    <dgm:cxn modelId="{F617DD40-16ED-43C8-8C45-8349791897C0}" srcId="{91346CAC-A78E-4DA3-B22E-CEA49EBE4226}" destId="{ACF908AD-BEE5-4021-AA41-E00BD7C9238B}" srcOrd="1" destOrd="0" parTransId="{3F4C4D51-2B1C-48AB-8427-FF00F9B72100}" sibTransId="{A473C9CF-36B4-49B7-9081-1B9C59577168}"/>
    <dgm:cxn modelId="{C4329168-FE1C-4A8A-B092-B65D1FBEE869}" srcId="{91346CAC-A78E-4DA3-B22E-CEA49EBE4226}" destId="{DC2567C9-5644-4DA9-8B35-65772F7A5296}" srcOrd="3" destOrd="0" parTransId="{5267B617-1812-40E2-9EBC-0D08B363E910}" sibTransId="{234CA36A-7786-40F8-ACD6-9618FF67FEB4}"/>
    <dgm:cxn modelId="{DFCB616E-44E3-4365-88F2-33978B770D60}" type="presOf" srcId="{DC2567C9-5644-4DA9-8B35-65772F7A5296}" destId="{4439432C-E988-46C6-AB62-20AD7739CDA4}" srcOrd="1" destOrd="0" presId="urn:microsoft.com/office/officeart/2005/8/layout/list1"/>
    <dgm:cxn modelId="{2EF7EA55-4432-4319-A186-67821D93C0CD}" type="presOf" srcId="{ACF908AD-BEE5-4021-AA41-E00BD7C9238B}" destId="{3EDEEC74-B359-4170-BB40-8D96C10D24C9}" srcOrd="1" destOrd="0" presId="urn:microsoft.com/office/officeart/2005/8/layout/list1"/>
    <dgm:cxn modelId="{F0C1DB78-CD22-4599-86A2-EF02F0F63182}" type="presOf" srcId="{5B8F3459-5B13-4D48-87F3-2120CF3C861C}" destId="{36FFE447-7D85-4458-A47C-C6FAF1D1CC12}" srcOrd="0" destOrd="0" presId="urn:microsoft.com/office/officeart/2005/8/layout/list1"/>
    <dgm:cxn modelId="{61801F59-5341-45C5-B0D5-735C50DB60E3}" type="presOf" srcId="{91346CAC-A78E-4DA3-B22E-CEA49EBE4226}" destId="{377BF09A-222E-4937-A795-7A4258D0F5D6}" srcOrd="0" destOrd="0" presId="urn:microsoft.com/office/officeart/2005/8/layout/list1"/>
    <dgm:cxn modelId="{EF4F1981-E8D3-462B-B49D-6AFAECFB8FC4}" type="presOf" srcId="{5B8F3459-5B13-4D48-87F3-2120CF3C861C}" destId="{C5D7B170-F838-4D9B-B666-7F9742A08A83}" srcOrd="1" destOrd="0" presId="urn:microsoft.com/office/officeart/2005/8/layout/list1"/>
    <dgm:cxn modelId="{EC8D9398-3BAD-411F-940B-D69FE9C6BD9D}" type="presOf" srcId="{ACF908AD-BEE5-4021-AA41-E00BD7C9238B}" destId="{4C6D4975-FB9C-4CAE-83B4-368895793DA2}" srcOrd="0" destOrd="0" presId="urn:microsoft.com/office/officeart/2005/8/layout/list1"/>
    <dgm:cxn modelId="{4D2900A3-064C-47E4-B5DE-38DA340F8E37}" srcId="{91346CAC-A78E-4DA3-B22E-CEA49EBE4226}" destId="{5B8F3459-5B13-4D48-87F3-2120CF3C861C}" srcOrd="2" destOrd="0" parTransId="{8D442C05-0EC8-4784-A027-00A2745E3056}" sibTransId="{941305C5-E4AC-4BB5-8334-5394AA81E83D}"/>
    <dgm:cxn modelId="{AAD6CAF2-BCF6-404E-B119-F61484DF2C1E}" type="presOf" srcId="{246689C4-6F96-4EC5-9609-1DF9B1589526}" destId="{274FBB78-BBC1-4EBB-8038-D9338A246E2B}" srcOrd="1" destOrd="0" presId="urn:microsoft.com/office/officeart/2005/8/layout/list1"/>
    <dgm:cxn modelId="{B3843ADA-47A7-44FC-830F-061E0ED3B5DE}" type="presParOf" srcId="{377BF09A-222E-4937-A795-7A4258D0F5D6}" destId="{A95A0334-4C97-4DE8-A23B-974ACE57EEC7}" srcOrd="0" destOrd="0" presId="urn:microsoft.com/office/officeart/2005/8/layout/list1"/>
    <dgm:cxn modelId="{F9430311-D9D1-4473-B8A4-6160B33C2C5F}" type="presParOf" srcId="{A95A0334-4C97-4DE8-A23B-974ACE57EEC7}" destId="{381A60EF-0C43-4423-B991-350FA7A2C3C7}" srcOrd="0" destOrd="0" presId="urn:microsoft.com/office/officeart/2005/8/layout/list1"/>
    <dgm:cxn modelId="{9AD47D9E-6BA3-404C-9C67-787CBF53938F}" type="presParOf" srcId="{A95A0334-4C97-4DE8-A23B-974ACE57EEC7}" destId="{274FBB78-BBC1-4EBB-8038-D9338A246E2B}" srcOrd="1" destOrd="0" presId="urn:microsoft.com/office/officeart/2005/8/layout/list1"/>
    <dgm:cxn modelId="{97A3AAB2-C785-4792-A337-A8489B8F1E1B}" type="presParOf" srcId="{377BF09A-222E-4937-A795-7A4258D0F5D6}" destId="{DA9491EB-07C2-41F2-9F49-16D65D70B9E1}" srcOrd="1" destOrd="0" presId="urn:microsoft.com/office/officeart/2005/8/layout/list1"/>
    <dgm:cxn modelId="{C227FDA3-9B9C-4418-A2BB-F0ECB745331E}" type="presParOf" srcId="{377BF09A-222E-4937-A795-7A4258D0F5D6}" destId="{2086B887-67F7-4A1B-BADA-8683DBD47710}" srcOrd="2" destOrd="0" presId="urn:microsoft.com/office/officeart/2005/8/layout/list1"/>
    <dgm:cxn modelId="{40EFDBC7-96BF-499F-8A81-A90C3FA8874E}" type="presParOf" srcId="{377BF09A-222E-4937-A795-7A4258D0F5D6}" destId="{BB27AAB1-7AEF-434C-87C3-D9EC83C101A8}" srcOrd="3" destOrd="0" presId="urn:microsoft.com/office/officeart/2005/8/layout/list1"/>
    <dgm:cxn modelId="{7966184F-67DD-4936-8B8A-0A1A5DC43BFD}" type="presParOf" srcId="{377BF09A-222E-4937-A795-7A4258D0F5D6}" destId="{335BEFCD-88CB-4D9B-B51D-6A7B8B8C5B1D}" srcOrd="4" destOrd="0" presId="urn:microsoft.com/office/officeart/2005/8/layout/list1"/>
    <dgm:cxn modelId="{032CA1DC-0C82-45BD-9974-364A5B4F57B3}" type="presParOf" srcId="{335BEFCD-88CB-4D9B-B51D-6A7B8B8C5B1D}" destId="{4C6D4975-FB9C-4CAE-83B4-368895793DA2}" srcOrd="0" destOrd="0" presId="urn:microsoft.com/office/officeart/2005/8/layout/list1"/>
    <dgm:cxn modelId="{A8E841AD-9D54-4E78-987D-559040886DE8}" type="presParOf" srcId="{335BEFCD-88CB-4D9B-B51D-6A7B8B8C5B1D}" destId="{3EDEEC74-B359-4170-BB40-8D96C10D24C9}" srcOrd="1" destOrd="0" presId="urn:microsoft.com/office/officeart/2005/8/layout/list1"/>
    <dgm:cxn modelId="{ED093CAA-A46B-4780-8F60-38AB6210D751}" type="presParOf" srcId="{377BF09A-222E-4937-A795-7A4258D0F5D6}" destId="{399E43D3-3E08-456D-85DF-64BA28E3CC23}" srcOrd="5" destOrd="0" presId="urn:microsoft.com/office/officeart/2005/8/layout/list1"/>
    <dgm:cxn modelId="{FFEC0745-FFC2-4195-91A1-A48559163FE9}" type="presParOf" srcId="{377BF09A-222E-4937-A795-7A4258D0F5D6}" destId="{2EBB4B53-46AB-41C5-859C-D0BE6E1B248C}" srcOrd="6" destOrd="0" presId="urn:microsoft.com/office/officeart/2005/8/layout/list1"/>
    <dgm:cxn modelId="{211A9E6B-EAF6-47E5-8044-2D5AB3234880}" type="presParOf" srcId="{377BF09A-222E-4937-A795-7A4258D0F5D6}" destId="{33A5641E-5806-4CB3-A748-59480292FFC4}" srcOrd="7" destOrd="0" presId="urn:microsoft.com/office/officeart/2005/8/layout/list1"/>
    <dgm:cxn modelId="{51CEFF19-9A7C-4614-B6C7-F0548CB4EFE2}" type="presParOf" srcId="{377BF09A-222E-4937-A795-7A4258D0F5D6}" destId="{0F4857FB-5A8A-4393-813C-CCAE6F86FB72}" srcOrd="8" destOrd="0" presId="urn:microsoft.com/office/officeart/2005/8/layout/list1"/>
    <dgm:cxn modelId="{8AECD711-0E12-41F4-8962-C919DA2C63FD}" type="presParOf" srcId="{0F4857FB-5A8A-4393-813C-CCAE6F86FB72}" destId="{36FFE447-7D85-4458-A47C-C6FAF1D1CC12}" srcOrd="0" destOrd="0" presId="urn:microsoft.com/office/officeart/2005/8/layout/list1"/>
    <dgm:cxn modelId="{BF8D4AE4-3207-4A1C-AA4B-55EE788F07F6}" type="presParOf" srcId="{0F4857FB-5A8A-4393-813C-CCAE6F86FB72}" destId="{C5D7B170-F838-4D9B-B666-7F9742A08A83}" srcOrd="1" destOrd="0" presId="urn:microsoft.com/office/officeart/2005/8/layout/list1"/>
    <dgm:cxn modelId="{E0D8CD6A-DE3A-4C79-AA90-07A7B2C0B403}" type="presParOf" srcId="{377BF09A-222E-4937-A795-7A4258D0F5D6}" destId="{9CEDD7B1-18ED-49F5-B6B1-3DCBE21E1258}" srcOrd="9" destOrd="0" presId="urn:microsoft.com/office/officeart/2005/8/layout/list1"/>
    <dgm:cxn modelId="{22F509EE-68F9-4564-AF60-F4D8E2D7EFB3}" type="presParOf" srcId="{377BF09A-222E-4937-A795-7A4258D0F5D6}" destId="{2C281149-AD05-4B2A-9C91-4AC842819F99}" srcOrd="10" destOrd="0" presId="urn:microsoft.com/office/officeart/2005/8/layout/list1"/>
    <dgm:cxn modelId="{30C5685D-E483-47DD-8266-B872BB54FADF}" type="presParOf" srcId="{377BF09A-222E-4937-A795-7A4258D0F5D6}" destId="{85A08C90-AD56-4599-AD0D-BCD06CFDCCB7}" srcOrd="11" destOrd="0" presId="urn:microsoft.com/office/officeart/2005/8/layout/list1"/>
    <dgm:cxn modelId="{2273FB56-0072-4AEF-A3C0-97F00538DACD}" type="presParOf" srcId="{377BF09A-222E-4937-A795-7A4258D0F5D6}" destId="{4FB34827-B843-4AEE-A165-74BAE30FEE6D}" srcOrd="12" destOrd="0" presId="urn:microsoft.com/office/officeart/2005/8/layout/list1"/>
    <dgm:cxn modelId="{088981D6-7892-4C20-AB93-34AE88B15C7A}" type="presParOf" srcId="{4FB34827-B843-4AEE-A165-74BAE30FEE6D}" destId="{7713E304-F5DF-4187-9B9A-9DEFDD8051D3}" srcOrd="0" destOrd="0" presId="urn:microsoft.com/office/officeart/2005/8/layout/list1"/>
    <dgm:cxn modelId="{E652F5B7-CE02-4509-8C75-1AED885D6AAD}" type="presParOf" srcId="{4FB34827-B843-4AEE-A165-74BAE30FEE6D}" destId="{4439432C-E988-46C6-AB62-20AD7739CDA4}" srcOrd="1" destOrd="0" presId="urn:microsoft.com/office/officeart/2005/8/layout/list1"/>
    <dgm:cxn modelId="{B4A0CB30-4BBA-4206-BF75-A320A21B72B8}" type="presParOf" srcId="{377BF09A-222E-4937-A795-7A4258D0F5D6}" destId="{5BAE699B-1498-4AE3-9A48-7C8AA8FC4A25}" srcOrd="13" destOrd="0" presId="urn:microsoft.com/office/officeart/2005/8/layout/list1"/>
    <dgm:cxn modelId="{E560DB24-16E9-4253-8D69-B63EB1F160E8}" type="presParOf" srcId="{377BF09A-222E-4937-A795-7A4258D0F5D6}" destId="{820CE61A-F675-4DE1-AA02-4D3A3DBC032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346CAC-A78E-4DA3-B22E-CEA49EBE422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D9B449A0-FF94-4713-9A9A-058D7F6B71B9}">
      <dgm:prSet phldrT="[Text]" custT="1"/>
      <dgm:spPr/>
      <dgm:t>
        <a:bodyPr/>
        <a:lstStyle/>
        <a:p>
          <a:r>
            <a:rPr lang="en-US" sz="1400" b="1" dirty="0">
              <a:latin typeface="Calibri" pitchFamily="34" charset="0"/>
              <a:cs typeface="Calibri" pitchFamily="34" charset="0"/>
            </a:rPr>
            <a:t>are used to apply business logic rules and enforce data integrity.</a:t>
          </a:r>
        </a:p>
      </dgm:t>
    </dgm:pt>
    <dgm:pt modelId="{72FECDBD-928B-4253-9CFE-B1ABEE0A78E1}" type="parTrans" cxnId="{A7FFA459-88E6-4BF9-990E-9E839F2CA561}">
      <dgm:prSet/>
      <dgm:spPr/>
      <dgm:t>
        <a:bodyPr/>
        <a:lstStyle/>
        <a:p>
          <a:endParaRPr lang="en-US"/>
        </a:p>
      </dgm:t>
    </dgm:pt>
    <dgm:pt modelId="{2764F4CA-6CE4-44EA-8523-B18B98402A7E}" type="sibTrans" cxnId="{A7FFA459-88E6-4BF9-990E-9E839F2CA561}">
      <dgm:prSet/>
      <dgm:spPr/>
      <dgm:t>
        <a:bodyPr/>
        <a:lstStyle/>
        <a:p>
          <a:endParaRPr lang="en-US"/>
        </a:p>
      </dgm:t>
    </dgm:pt>
    <dgm:pt modelId="{E2855558-389B-4591-8564-2A29B4C32D65}">
      <dgm:prSet phldrT="[Text]" custT="1"/>
      <dgm:spPr/>
      <dgm:t>
        <a:bodyPr/>
        <a:lstStyle/>
        <a:p>
          <a:r>
            <a:rPr lang="en-US" sz="1400" b="1" dirty="0">
              <a:latin typeface="Calibri" pitchFamily="34" charset="0"/>
              <a:cs typeface="Calibri" pitchFamily="34" charset="0"/>
            </a:rPr>
            <a:t>can be created when a table is created or added at a later stage</a:t>
          </a:r>
        </a:p>
      </dgm:t>
    </dgm:pt>
    <dgm:pt modelId="{9FD20762-DA87-4087-803C-2ABA29AE61C3}" type="parTrans" cxnId="{48FB9AF0-E794-4529-A85F-670858982857}">
      <dgm:prSet/>
      <dgm:spPr/>
      <dgm:t>
        <a:bodyPr/>
        <a:lstStyle/>
        <a:p>
          <a:endParaRPr lang="en-US"/>
        </a:p>
      </dgm:t>
    </dgm:pt>
    <dgm:pt modelId="{E3CCE1FE-8395-4CE0-ADA9-5054E68F59BF}" type="sibTrans" cxnId="{48FB9AF0-E794-4529-A85F-670858982857}">
      <dgm:prSet/>
      <dgm:spPr/>
      <dgm:t>
        <a:bodyPr/>
        <a:lstStyle/>
        <a:p>
          <a:endParaRPr lang="en-US"/>
        </a:p>
      </dgm:t>
    </dgm:pt>
    <dgm:pt modelId="{AF1790DE-E36E-4506-8B4B-73498403BC3A}">
      <dgm:prSet phldrT="[Text]" custT="1"/>
      <dgm:spPr/>
      <dgm:t>
        <a:bodyPr/>
        <a:lstStyle/>
        <a:p>
          <a:r>
            <a:rPr lang="en-US" sz="1400" b="1" dirty="0">
              <a:latin typeface="Calibri" pitchFamily="34" charset="0"/>
              <a:cs typeface="Calibri" pitchFamily="34" charset="0"/>
            </a:rPr>
            <a:t>can be categorized as column constraints and table constraints. </a:t>
          </a:r>
        </a:p>
      </dgm:t>
    </dgm:pt>
    <dgm:pt modelId="{1D88505E-B705-45D0-982D-C74088FFDC5C}" type="parTrans" cxnId="{AFED1F19-484D-441D-A9E9-131B0DBAB2B5}">
      <dgm:prSet/>
      <dgm:spPr/>
      <dgm:t>
        <a:bodyPr/>
        <a:lstStyle/>
        <a:p>
          <a:endParaRPr lang="en-US"/>
        </a:p>
      </dgm:t>
    </dgm:pt>
    <dgm:pt modelId="{43FE062E-EA32-4A5A-A7FE-EEBE294F89F8}" type="sibTrans" cxnId="{AFED1F19-484D-441D-A9E9-131B0DBAB2B5}">
      <dgm:prSet/>
      <dgm:spPr/>
      <dgm:t>
        <a:bodyPr/>
        <a:lstStyle/>
        <a:p>
          <a:endParaRPr lang="en-US"/>
        </a:p>
      </dgm:t>
    </dgm:pt>
    <dgm:pt modelId="{ACF908AD-BEE5-4021-AA41-E00BD7C9238B}">
      <dgm:prSet phldrT="[Text]" custT="1"/>
      <dgm:spPr/>
      <dgm:t>
        <a:bodyPr/>
        <a:lstStyle/>
        <a:p>
          <a:r>
            <a:rPr lang="en-US" sz="1400" b="1" dirty="0">
              <a:latin typeface="Calibri" pitchFamily="34" charset="0"/>
              <a:cs typeface="Calibri" pitchFamily="34" charset="0"/>
            </a:rPr>
            <a:t>Table constraints must be used when more than one column is included in a constraint.</a:t>
          </a:r>
        </a:p>
      </dgm:t>
    </dgm:pt>
    <dgm:pt modelId="{3F4C4D51-2B1C-48AB-8427-FF00F9B72100}" type="parTrans" cxnId="{F617DD40-16ED-43C8-8C45-8349791897C0}">
      <dgm:prSet/>
      <dgm:spPr/>
      <dgm:t>
        <a:bodyPr/>
        <a:lstStyle/>
        <a:p>
          <a:endParaRPr lang="en-US"/>
        </a:p>
      </dgm:t>
    </dgm:pt>
    <dgm:pt modelId="{A473C9CF-36B4-49B7-9081-1B9C59577168}" type="sibTrans" cxnId="{F617DD40-16ED-43C8-8C45-8349791897C0}">
      <dgm:prSet/>
      <dgm:spPr/>
      <dgm:t>
        <a:bodyPr/>
        <a:lstStyle/>
        <a:p>
          <a:endParaRPr lang="en-US"/>
        </a:p>
      </dgm:t>
    </dgm:pt>
    <dgm:pt modelId="{92E0BEA3-0319-4FBB-8D06-F523A0F31AFE}">
      <dgm:prSet phldrT="[Text]" custT="1"/>
      <dgm:spPr/>
      <dgm:t>
        <a:bodyPr/>
        <a:lstStyle/>
        <a:p>
          <a:r>
            <a:rPr lang="en-US" sz="1400" b="1" dirty="0">
              <a:latin typeface="Calibri" pitchFamily="34" charset="0"/>
              <a:cs typeface="Calibri" pitchFamily="34" charset="0"/>
            </a:rPr>
            <a:t>A column constraint is specified as part of a column definition and applies only to that column. </a:t>
          </a:r>
        </a:p>
      </dgm:t>
    </dgm:pt>
    <dgm:pt modelId="{EC9E610C-4D20-4DEA-AD3B-1A4226AE0616}" type="parTrans" cxnId="{4F236E68-A17D-4165-9905-A7A0A08BB306}">
      <dgm:prSet/>
      <dgm:spPr/>
      <dgm:t>
        <a:bodyPr/>
        <a:lstStyle/>
        <a:p>
          <a:endParaRPr lang="en-US"/>
        </a:p>
      </dgm:t>
    </dgm:pt>
    <dgm:pt modelId="{657DD261-1631-46A3-88EF-36E266D51D4C}" type="sibTrans" cxnId="{4F236E68-A17D-4165-9905-A7A0A08BB306}">
      <dgm:prSet/>
      <dgm:spPr/>
      <dgm:t>
        <a:bodyPr/>
        <a:lstStyle/>
        <a:p>
          <a:endParaRPr lang="en-US"/>
        </a:p>
      </dgm:t>
    </dgm:pt>
    <dgm:pt modelId="{246689C4-6F96-4EC5-9609-1DF9B1589526}">
      <dgm:prSet phldrT="[Text]" custT="1"/>
      <dgm:spPr/>
      <dgm:t>
        <a:bodyPr/>
        <a:lstStyle/>
        <a:p>
          <a:r>
            <a:rPr lang="en-US" sz="1400" b="1" dirty="0">
              <a:latin typeface="Calibri" pitchFamily="34" charset="0"/>
              <a:cs typeface="Calibri" pitchFamily="34" charset="0"/>
            </a:rPr>
            <a:t>A table constraint can apply to more than one column in a table and is declared independently from a </a:t>
          </a:r>
          <a:r>
            <a:rPr lang="en-US" sz="1400" b="1">
              <a:latin typeface="Calibri" pitchFamily="34" charset="0"/>
              <a:cs typeface="Calibri" pitchFamily="34" charset="0"/>
            </a:rPr>
            <a:t>column definition.</a:t>
          </a:r>
          <a:endParaRPr lang="en-US" sz="1400" b="1" dirty="0">
            <a:latin typeface="Calibri" pitchFamily="34" charset="0"/>
            <a:cs typeface="Calibri" pitchFamily="34" charset="0"/>
          </a:endParaRPr>
        </a:p>
      </dgm:t>
    </dgm:pt>
    <dgm:pt modelId="{C39F95BD-7228-41BD-9AE0-E1E5D50DB020}" type="parTrans" cxnId="{5832A219-F025-4B0C-86DC-923489D8F566}">
      <dgm:prSet/>
      <dgm:spPr/>
      <dgm:t>
        <a:bodyPr/>
        <a:lstStyle/>
        <a:p>
          <a:endParaRPr lang="en-US"/>
        </a:p>
      </dgm:t>
    </dgm:pt>
    <dgm:pt modelId="{1F16A108-6E15-4C4C-A273-B2882D5C50D9}" type="sibTrans" cxnId="{5832A219-F025-4B0C-86DC-923489D8F566}">
      <dgm:prSet/>
      <dgm:spPr/>
      <dgm:t>
        <a:bodyPr/>
        <a:lstStyle/>
        <a:p>
          <a:endParaRPr lang="en-US"/>
        </a:p>
      </dgm:t>
    </dgm:pt>
    <dgm:pt modelId="{377BF09A-222E-4937-A795-7A4258D0F5D6}" type="pres">
      <dgm:prSet presAssocID="{91346CAC-A78E-4DA3-B22E-CEA49EBE4226}" presName="linear" presStyleCnt="0">
        <dgm:presLayoutVars>
          <dgm:dir/>
          <dgm:animLvl val="lvl"/>
          <dgm:resizeHandles val="exact"/>
        </dgm:presLayoutVars>
      </dgm:prSet>
      <dgm:spPr/>
    </dgm:pt>
    <dgm:pt modelId="{ED0E1027-549B-49E6-9D59-3B13C1AC4FD2}" type="pres">
      <dgm:prSet presAssocID="{D9B449A0-FF94-4713-9A9A-058D7F6B71B9}" presName="parentLin" presStyleCnt="0"/>
      <dgm:spPr/>
    </dgm:pt>
    <dgm:pt modelId="{F795D8E3-ADA7-4953-8642-733E088841CD}" type="pres">
      <dgm:prSet presAssocID="{D9B449A0-FF94-4713-9A9A-058D7F6B71B9}" presName="parentLeftMargin" presStyleLbl="node1" presStyleIdx="0" presStyleCnt="6"/>
      <dgm:spPr/>
    </dgm:pt>
    <dgm:pt modelId="{46B940FC-8FA1-4568-B447-0EEB4A38217C}" type="pres">
      <dgm:prSet presAssocID="{D9B449A0-FF94-4713-9A9A-058D7F6B71B9}" presName="parentText" presStyleLbl="node1" presStyleIdx="0" presStyleCnt="6" custScaleX="131292" custLinFactNeighborX="4766" custLinFactNeighborY="3898">
        <dgm:presLayoutVars>
          <dgm:chMax val="0"/>
          <dgm:bulletEnabled val="1"/>
        </dgm:presLayoutVars>
      </dgm:prSet>
      <dgm:spPr/>
    </dgm:pt>
    <dgm:pt modelId="{E375144E-1A36-4173-80BF-99CA453AF7E6}" type="pres">
      <dgm:prSet presAssocID="{D9B449A0-FF94-4713-9A9A-058D7F6B71B9}" presName="negativeSpace" presStyleCnt="0"/>
      <dgm:spPr/>
    </dgm:pt>
    <dgm:pt modelId="{FE437422-C560-4C42-8C7A-0DA04E55B9BB}" type="pres">
      <dgm:prSet presAssocID="{D9B449A0-FF94-4713-9A9A-058D7F6B71B9}" presName="childText" presStyleLbl="conFgAcc1" presStyleIdx="0" presStyleCnt="6">
        <dgm:presLayoutVars>
          <dgm:bulletEnabled val="1"/>
        </dgm:presLayoutVars>
      </dgm:prSet>
      <dgm:spPr>
        <a:solidFill>
          <a:srgbClr val="FFFFFF">
            <a:alpha val="0"/>
          </a:srgbClr>
        </a:solidFill>
      </dgm:spPr>
    </dgm:pt>
    <dgm:pt modelId="{0B9E0790-3332-4252-B645-DA100988A8BD}" type="pres">
      <dgm:prSet presAssocID="{2764F4CA-6CE4-44EA-8523-B18B98402A7E}" presName="spaceBetweenRectangles" presStyleCnt="0"/>
      <dgm:spPr/>
    </dgm:pt>
    <dgm:pt modelId="{BFEA5445-50DE-4684-987E-9F1F651A7CB1}" type="pres">
      <dgm:prSet presAssocID="{E2855558-389B-4591-8564-2A29B4C32D65}" presName="parentLin" presStyleCnt="0"/>
      <dgm:spPr/>
    </dgm:pt>
    <dgm:pt modelId="{643F61F5-F617-478B-A953-7E4573D0220D}" type="pres">
      <dgm:prSet presAssocID="{E2855558-389B-4591-8564-2A29B4C32D65}" presName="parentLeftMargin" presStyleLbl="node1" presStyleIdx="0" presStyleCnt="6"/>
      <dgm:spPr/>
    </dgm:pt>
    <dgm:pt modelId="{9CD06469-F34B-4432-ADB5-7C825FE94111}" type="pres">
      <dgm:prSet presAssocID="{E2855558-389B-4591-8564-2A29B4C32D65}" presName="parentText" presStyleLbl="node1" presStyleIdx="1" presStyleCnt="6" custScaleX="132653">
        <dgm:presLayoutVars>
          <dgm:chMax val="0"/>
          <dgm:bulletEnabled val="1"/>
        </dgm:presLayoutVars>
      </dgm:prSet>
      <dgm:spPr/>
    </dgm:pt>
    <dgm:pt modelId="{F1C435CB-0864-441B-8524-6DD2EE189DE5}" type="pres">
      <dgm:prSet presAssocID="{E2855558-389B-4591-8564-2A29B4C32D65}" presName="negativeSpace" presStyleCnt="0"/>
      <dgm:spPr/>
    </dgm:pt>
    <dgm:pt modelId="{C6EBB0DE-782D-4729-AC1B-AFD6DD05183B}" type="pres">
      <dgm:prSet presAssocID="{E2855558-389B-4591-8564-2A29B4C32D65}" presName="childText" presStyleLbl="conFgAcc1" presStyleIdx="1" presStyleCnt="6">
        <dgm:presLayoutVars>
          <dgm:bulletEnabled val="1"/>
        </dgm:presLayoutVars>
      </dgm:prSet>
      <dgm:spPr>
        <a:solidFill>
          <a:srgbClr val="FFFFFF">
            <a:alpha val="0"/>
          </a:srgbClr>
        </a:solidFill>
      </dgm:spPr>
    </dgm:pt>
    <dgm:pt modelId="{FFB6C9BD-743C-4271-96CE-B4DCBC77FDF8}" type="pres">
      <dgm:prSet presAssocID="{E3CCE1FE-8395-4CE0-ADA9-5054E68F59BF}" presName="spaceBetweenRectangles" presStyleCnt="0"/>
      <dgm:spPr/>
    </dgm:pt>
    <dgm:pt modelId="{6FECFA36-77DF-4D44-A0EE-86BBB75610EB}" type="pres">
      <dgm:prSet presAssocID="{AF1790DE-E36E-4506-8B4B-73498403BC3A}" presName="parentLin" presStyleCnt="0"/>
      <dgm:spPr/>
    </dgm:pt>
    <dgm:pt modelId="{A1E54DF6-9C4C-426D-98EB-FFBF48F1924C}" type="pres">
      <dgm:prSet presAssocID="{AF1790DE-E36E-4506-8B4B-73498403BC3A}" presName="parentLeftMargin" presStyleLbl="node1" presStyleIdx="1" presStyleCnt="6"/>
      <dgm:spPr/>
    </dgm:pt>
    <dgm:pt modelId="{EEBD306F-2B9A-4D2B-9193-3D815715E159}" type="pres">
      <dgm:prSet presAssocID="{AF1790DE-E36E-4506-8B4B-73498403BC3A}" presName="parentText" presStyleLbl="node1" presStyleIdx="2" presStyleCnt="6" custScaleX="133333" custLinFactNeighborX="-4757" custLinFactNeighborY="-2991">
        <dgm:presLayoutVars>
          <dgm:chMax val="0"/>
          <dgm:bulletEnabled val="1"/>
        </dgm:presLayoutVars>
      </dgm:prSet>
      <dgm:spPr/>
    </dgm:pt>
    <dgm:pt modelId="{D60276C3-8AA5-49E7-A53A-2AD0071F10C7}" type="pres">
      <dgm:prSet presAssocID="{AF1790DE-E36E-4506-8B4B-73498403BC3A}" presName="negativeSpace" presStyleCnt="0"/>
      <dgm:spPr/>
    </dgm:pt>
    <dgm:pt modelId="{651F067F-7FD3-49A0-930F-C390710D14CC}" type="pres">
      <dgm:prSet presAssocID="{AF1790DE-E36E-4506-8B4B-73498403BC3A}" presName="childText" presStyleLbl="conFgAcc1" presStyleIdx="2" presStyleCnt="6">
        <dgm:presLayoutVars>
          <dgm:bulletEnabled val="1"/>
        </dgm:presLayoutVars>
      </dgm:prSet>
      <dgm:spPr>
        <a:solidFill>
          <a:srgbClr val="FFFFFF">
            <a:alpha val="0"/>
          </a:srgbClr>
        </a:solidFill>
      </dgm:spPr>
    </dgm:pt>
    <dgm:pt modelId="{0DBAD9B9-D831-41B3-A7AB-BA43EC772A23}" type="pres">
      <dgm:prSet presAssocID="{43FE062E-EA32-4A5A-A7FE-EEBE294F89F8}" presName="spaceBetweenRectangles" presStyleCnt="0"/>
      <dgm:spPr/>
    </dgm:pt>
    <dgm:pt modelId="{9FBB05F6-6B43-4838-BB56-D8204B1DFDBB}" type="pres">
      <dgm:prSet presAssocID="{92E0BEA3-0319-4FBB-8D06-F523A0F31AFE}" presName="parentLin" presStyleCnt="0"/>
      <dgm:spPr/>
    </dgm:pt>
    <dgm:pt modelId="{2F6DCFC7-B128-4075-85AB-63906F54F199}" type="pres">
      <dgm:prSet presAssocID="{92E0BEA3-0319-4FBB-8D06-F523A0F31AFE}" presName="parentLeftMargin" presStyleLbl="node1" presStyleIdx="2" presStyleCnt="6"/>
      <dgm:spPr/>
    </dgm:pt>
    <dgm:pt modelId="{EC1C5D96-D4E0-4B13-B90D-0A1CD7988876}" type="pres">
      <dgm:prSet presAssocID="{92E0BEA3-0319-4FBB-8D06-F523A0F31AFE}" presName="parentText" presStyleLbl="node1" presStyleIdx="3" presStyleCnt="6" custScaleX="133333">
        <dgm:presLayoutVars>
          <dgm:chMax val="0"/>
          <dgm:bulletEnabled val="1"/>
        </dgm:presLayoutVars>
      </dgm:prSet>
      <dgm:spPr/>
    </dgm:pt>
    <dgm:pt modelId="{397FDA66-0FF2-46F7-8CE5-9F46C70CC2C1}" type="pres">
      <dgm:prSet presAssocID="{92E0BEA3-0319-4FBB-8D06-F523A0F31AFE}" presName="negativeSpace" presStyleCnt="0"/>
      <dgm:spPr/>
    </dgm:pt>
    <dgm:pt modelId="{F50AFCC0-5C68-4512-ACDD-23FE4FACC4F8}" type="pres">
      <dgm:prSet presAssocID="{92E0BEA3-0319-4FBB-8D06-F523A0F31AFE}" presName="childText" presStyleLbl="conFgAcc1" presStyleIdx="3" presStyleCnt="6">
        <dgm:presLayoutVars>
          <dgm:bulletEnabled val="1"/>
        </dgm:presLayoutVars>
      </dgm:prSet>
      <dgm:spPr>
        <a:solidFill>
          <a:srgbClr val="FFFFFF">
            <a:alpha val="0"/>
          </a:srgbClr>
        </a:solidFill>
      </dgm:spPr>
    </dgm:pt>
    <dgm:pt modelId="{6D7C75E7-980E-47BF-9C8D-00ACBC24A328}" type="pres">
      <dgm:prSet presAssocID="{657DD261-1631-46A3-88EF-36E266D51D4C}" presName="spaceBetweenRectangles" presStyleCnt="0"/>
      <dgm:spPr/>
    </dgm:pt>
    <dgm:pt modelId="{A95A0334-4C97-4DE8-A23B-974ACE57EEC7}" type="pres">
      <dgm:prSet presAssocID="{246689C4-6F96-4EC5-9609-1DF9B1589526}" presName="parentLin" presStyleCnt="0"/>
      <dgm:spPr/>
    </dgm:pt>
    <dgm:pt modelId="{381A60EF-0C43-4423-B991-350FA7A2C3C7}" type="pres">
      <dgm:prSet presAssocID="{246689C4-6F96-4EC5-9609-1DF9B1589526}" presName="parentLeftMargin" presStyleLbl="node1" presStyleIdx="3" presStyleCnt="6"/>
      <dgm:spPr/>
    </dgm:pt>
    <dgm:pt modelId="{274FBB78-BBC1-4EBB-8038-D9338A246E2B}" type="pres">
      <dgm:prSet presAssocID="{246689C4-6F96-4EC5-9609-1DF9B1589526}" presName="parentText" presStyleLbl="node1" presStyleIdx="4" presStyleCnt="6" custScaleX="129932">
        <dgm:presLayoutVars>
          <dgm:chMax val="0"/>
          <dgm:bulletEnabled val="1"/>
        </dgm:presLayoutVars>
      </dgm:prSet>
      <dgm:spPr/>
    </dgm:pt>
    <dgm:pt modelId="{DA9491EB-07C2-41F2-9F49-16D65D70B9E1}" type="pres">
      <dgm:prSet presAssocID="{246689C4-6F96-4EC5-9609-1DF9B1589526}" presName="negativeSpace" presStyleCnt="0"/>
      <dgm:spPr/>
    </dgm:pt>
    <dgm:pt modelId="{2086B887-67F7-4A1B-BADA-8683DBD47710}" type="pres">
      <dgm:prSet presAssocID="{246689C4-6F96-4EC5-9609-1DF9B1589526}" presName="childText" presStyleLbl="conFgAcc1" presStyleIdx="4" presStyleCnt="6">
        <dgm:presLayoutVars>
          <dgm:bulletEnabled val="1"/>
        </dgm:presLayoutVars>
      </dgm:prSet>
      <dgm:spPr>
        <a:solidFill>
          <a:srgbClr val="FFFFFF">
            <a:alpha val="0"/>
          </a:srgbClr>
        </a:solidFill>
      </dgm:spPr>
    </dgm:pt>
    <dgm:pt modelId="{BB27AAB1-7AEF-434C-87C3-D9EC83C101A8}" type="pres">
      <dgm:prSet presAssocID="{1F16A108-6E15-4C4C-A273-B2882D5C50D9}" presName="spaceBetweenRectangles" presStyleCnt="0"/>
      <dgm:spPr/>
    </dgm:pt>
    <dgm:pt modelId="{335BEFCD-88CB-4D9B-B51D-6A7B8B8C5B1D}" type="pres">
      <dgm:prSet presAssocID="{ACF908AD-BEE5-4021-AA41-E00BD7C9238B}" presName="parentLin" presStyleCnt="0"/>
      <dgm:spPr/>
    </dgm:pt>
    <dgm:pt modelId="{4C6D4975-FB9C-4CAE-83B4-368895793DA2}" type="pres">
      <dgm:prSet presAssocID="{ACF908AD-BEE5-4021-AA41-E00BD7C9238B}" presName="parentLeftMargin" presStyleLbl="node1" presStyleIdx="4" presStyleCnt="6"/>
      <dgm:spPr/>
    </dgm:pt>
    <dgm:pt modelId="{3EDEEC74-B359-4170-BB40-8D96C10D24C9}" type="pres">
      <dgm:prSet presAssocID="{ACF908AD-BEE5-4021-AA41-E00BD7C9238B}" presName="parentText" presStyleLbl="node1" presStyleIdx="5" presStyleCnt="6" custScaleX="129932">
        <dgm:presLayoutVars>
          <dgm:chMax val="0"/>
          <dgm:bulletEnabled val="1"/>
        </dgm:presLayoutVars>
      </dgm:prSet>
      <dgm:spPr/>
    </dgm:pt>
    <dgm:pt modelId="{399E43D3-3E08-456D-85DF-64BA28E3CC23}" type="pres">
      <dgm:prSet presAssocID="{ACF908AD-BEE5-4021-AA41-E00BD7C9238B}" presName="negativeSpace" presStyleCnt="0"/>
      <dgm:spPr/>
    </dgm:pt>
    <dgm:pt modelId="{2EBB4B53-46AB-41C5-859C-D0BE6E1B248C}" type="pres">
      <dgm:prSet presAssocID="{ACF908AD-BEE5-4021-AA41-E00BD7C9238B}" presName="childText" presStyleLbl="conFgAcc1" presStyleIdx="5" presStyleCnt="6">
        <dgm:presLayoutVars>
          <dgm:bulletEnabled val="1"/>
        </dgm:presLayoutVars>
      </dgm:prSet>
      <dgm:spPr>
        <a:solidFill>
          <a:srgbClr val="FFFFFF">
            <a:alpha val="0"/>
          </a:srgbClr>
        </a:solidFill>
      </dgm:spPr>
    </dgm:pt>
  </dgm:ptLst>
  <dgm:cxnLst>
    <dgm:cxn modelId="{02192217-5F1D-4A6E-A310-51EDD4FE1DA2}" type="presOf" srcId="{D9B449A0-FF94-4713-9A9A-058D7F6B71B9}" destId="{46B940FC-8FA1-4568-B447-0EEB4A38217C}" srcOrd="1" destOrd="0" presId="urn:microsoft.com/office/officeart/2005/8/layout/list1"/>
    <dgm:cxn modelId="{AFED1F19-484D-441D-A9E9-131B0DBAB2B5}" srcId="{91346CAC-A78E-4DA3-B22E-CEA49EBE4226}" destId="{AF1790DE-E36E-4506-8B4B-73498403BC3A}" srcOrd="2" destOrd="0" parTransId="{1D88505E-B705-45D0-982D-C74088FFDC5C}" sibTransId="{43FE062E-EA32-4A5A-A7FE-EEBE294F89F8}"/>
    <dgm:cxn modelId="{5832A219-F025-4B0C-86DC-923489D8F566}" srcId="{91346CAC-A78E-4DA3-B22E-CEA49EBE4226}" destId="{246689C4-6F96-4EC5-9609-1DF9B1589526}" srcOrd="4" destOrd="0" parTransId="{C39F95BD-7228-41BD-9AE0-E1E5D50DB020}" sibTransId="{1F16A108-6E15-4C4C-A273-B2882D5C50D9}"/>
    <dgm:cxn modelId="{5A788228-8092-4F84-A404-D0E3A50F71E6}" type="presOf" srcId="{AF1790DE-E36E-4506-8B4B-73498403BC3A}" destId="{EEBD306F-2B9A-4D2B-9193-3D815715E159}" srcOrd="1" destOrd="0" presId="urn:microsoft.com/office/officeart/2005/8/layout/list1"/>
    <dgm:cxn modelId="{5530312C-44B9-44B9-BE79-FC685082884F}" type="presOf" srcId="{92E0BEA3-0319-4FBB-8D06-F523A0F31AFE}" destId="{EC1C5D96-D4E0-4B13-B90D-0A1CD7988876}" srcOrd="1" destOrd="0" presId="urn:microsoft.com/office/officeart/2005/8/layout/list1"/>
    <dgm:cxn modelId="{98A1C830-280F-4D14-9576-51E3BB37FB66}" type="presOf" srcId="{E2855558-389B-4591-8564-2A29B4C32D65}" destId="{643F61F5-F617-478B-A953-7E4573D0220D}" srcOrd="0" destOrd="0" presId="urn:microsoft.com/office/officeart/2005/8/layout/list1"/>
    <dgm:cxn modelId="{B4A25838-1EB1-4686-97C3-407AEB65C09B}" type="presOf" srcId="{92E0BEA3-0319-4FBB-8D06-F523A0F31AFE}" destId="{2F6DCFC7-B128-4075-85AB-63906F54F199}" srcOrd="0" destOrd="0" presId="urn:microsoft.com/office/officeart/2005/8/layout/list1"/>
    <dgm:cxn modelId="{2418033D-0032-46CA-A465-4876D02FD020}" type="presOf" srcId="{ACF908AD-BEE5-4021-AA41-E00BD7C9238B}" destId="{4C6D4975-FB9C-4CAE-83B4-368895793DA2}" srcOrd="0" destOrd="0" presId="urn:microsoft.com/office/officeart/2005/8/layout/list1"/>
    <dgm:cxn modelId="{F617DD40-16ED-43C8-8C45-8349791897C0}" srcId="{91346CAC-A78E-4DA3-B22E-CEA49EBE4226}" destId="{ACF908AD-BEE5-4021-AA41-E00BD7C9238B}" srcOrd="5" destOrd="0" parTransId="{3F4C4D51-2B1C-48AB-8427-FF00F9B72100}" sibTransId="{A473C9CF-36B4-49B7-9081-1B9C59577168}"/>
    <dgm:cxn modelId="{0D915767-1587-4DA7-B372-A64D6218DA31}" type="presOf" srcId="{AF1790DE-E36E-4506-8B4B-73498403BC3A}" destId="{A1E54DF6-9C4C-426D-98EB-FFBF48F1924C}" srcOrd="0" destOrd="0" presId="urn:microsoft.com/office/officeart/2005/8/layout/list1"/>
    <dgm:cxn modelId="{4F236E68-A17D-4165-9905-A7A0A08BB306}" srcId="{91346CAC-A78E-4DA3-B22E-CEA49EBE4226}" destId="{92E0BEA3-0319-4FBB-8D06-F523A0F31AFE}" srcOrd="3" destOrd="0" parTransId="{EC9E610C-4D20-4DEA-AD3B-1A4226AE0616}" sibTransId="{657DD261-1631-46A3-88EF-36E266D51D4C}"/>
    <dgm:cxn modelId="{FB70B450-FE02-4477-877F-2B8FA3C7D56B}" type="presOf" srcId="{246689C4-6F96-4EC5-9609-1DF9B1589526}" destId="{274FBB78-BBC1-4EBB-8038-D9338A246E2B}" srcOrd="1" destOrd="0" presId="urn:microsoft.com/office/officeart/2005/8/layout/list1"/>
    <dgm:cxn modelId="{98428B76-D5B6-4778-A010-49DA7C20AF42}" type="presOf" srcId="{91346CAC-A78E-4DA3-B22E-CEA49EBE4226}" destId="{377BF09A-222E-4937-A795-7A4258D0F5D6}" srcOrd="0" destOrd="0" presId="urn:microsoft.com/office/officeart/2005/8/layout/list1"/>
    <dgm:cxn modelId="{A7FFA459-88E6-4BF9-990E-9E839F2CA561}" srcId="{91346CAC-A78E-4DA3-B22E-CEA49EBE4226}" destId="{D9B449A0-FF94-4713-9A9A-058D7F6B71B9}" srcOrd="0" destOrd="0" parTransId="{72FECDBD-928B-4253-9CFE-B1ABEE0A78E1}" sibTransId="{2764F4CA-6CE4-44EA-8523-B18B98402A7E}"/>
    <dgm:cxn modelId="{F0ABC39C-364D-4E22-BF0F-713027E1C457}" type="presOf" srcId="{ACF908AD-BEE5-4021-AA41-E00BD7C9238B}" destId="{3EDEEC74-B359-4170-BB40-8D96C10D24C9}" srcOrd="1" destOrd="0" presId="urn:microsoft.com/office/officeart/2005/8/layout/list1"/>
    <dgm:cxn modelId="{45A50FD5-E00C-4EFB-8985-6198E485D4CB}" type="presOf" srcId="{E2855558-389B-4591-8564-2A29B4C32D65}" destId="{9CD06469-F34B-4432-ADB5-7C825FE94111}" srcOrd="1" destOrd="0" presId="urn:microsoft.com/office/officeart/2005/8/layout/list1"/>
    <dgm:cxn modelId="{E4FDE7E3-FF7B-4B09-AF80-C3F97C7D482A}" type="presOf" srcId="{246689C4-6F96-4EC5-9609-1DF9B1589526}" destId="{381A60EF-0C43-4423-B991-350FA7A2C3C7}" srcOrd="0" destOrd="0" presId="urn:microsoft.com/office/officeart/2005/8/layout/list1"/>
    <dgm:cxn modelId="{48FB9AF0-E794-4529-A85F-670858982857}" srcId="{91346CAC-A78E-4DA3-B22E-CEA49EBE4226}" destId="{E2855558-389B-4591-8564-2A29B4C32D65}" srcOrd="1" destOrd="0" parTransId="{9FD20762-DA87-4087-803C-2ABA29AE61C3}" sibTransId="{E3CCE1FE-8395-4CE0-ADA9-5054E68F59BF}"/>
    <dgm:cxn modelId="{1F20EEF8-243C-460B-81D3-A74583FBAB8C}" type="presOf" srcId="{D9B449A0-FF94-4713-9A9A-058D7F6B71B9}" destId="{F795D8E3-ADA7-4953-8642-733E088841CD}" srcOrd="0" destOrd="0" presId="urn:microsoft.com/office/officeart/2005/8/layout/list1"/>
    <dgm:cxn modelId="{FB2A844D-C870-4426-9E04-DA2D697A07A0}" type="presParOf" srcId="{377BF09A-222E-4937-A795-7A4258D0F5D6}" destId="{ED0E1027-549B-49E6-9D59-3B13C1AC4FD2}" srcOrd="0" destOrd="0" presId="urn:microsoft.com/office/officeart/2005/8/layout/list1"/>
    <dgm:cxn modelId="{504C3F95-8746-4B11-A190-1E721D499CA2}" type="presParOf" srcId="{ED0E1027-549B-49E6-9D59-3B13C1AC4FD2}" destId="{F795D8E3-ADA7-4953-8642-733E088841CD}" srcOrd="0" destOrd="0" presId="urn:microsoft.com/office/officeart/2005/8/layout/list1"/>
    <dgm:cxn modelId="{A42E46DA-2791-40FC-8527-8CA413AEB7F8}" type="presParOf" srcId="{ED0E1027-549B-49E6-9D59-3B13C1AC4FD2}" destId="{46B940FC-8FA1-4568-B447-0EEB4A38217C}" srcOrd="1" destOrd="0" presId="urn:microsoft.com/office/officeart/2005/8/layout/list1"/>
    <dgm:cxn modelId="{DA6FA805-F525-4BCF-B84D-9AD83BEE581E}" type="presParOf" srcId="{377BF09A-222E-4937-A795-7A4258D0F5D6}" destId="{E375144E-1A36-4173-80BF-99CA453AF7E6}" srcOrd="1" destOrd="0" presId="urn:microsoft.com/office/officeart/2005/8/layout/list1"/>
    <dgm:cxn modelId="{392C0F52-C97E-4E5C-8297-938A2D67A0EC}" type="presParOf" srcId="{377BF09A-222E-4937-A795-7A4258D0F5D6}" destId="{FE437422-C560-4C42-8C7A-0DA04E55B9BB}" srcOrd="2" destOrd="0" presId="urn:microsoft.com/office/officeart/2005/8/layout/list1"/>
    <dgm:cxn modelId="{BDE52F19-1DA3-4E74-95C0-C4B590C16B37}" type="presParOf" srcId="{377BF09A-222E-4937-A795-7A4258D0F5D6}" destId="{0B9E0790-3332-4252-B645-DA100988A8BD}" srcOrd="3" destOrd="0" presId="urn:microsoft.com/office/officeart/2005/8/layout/list1"/>
    <dgm:cxn modelId="{5F493FC3-8CCB-4480-9EAF-C327C9E50762}" type="presParOf" srcId="{377BF09A-222E-4937-A795-7A4258D0F5D6}" destId="{BFEA5445-50DE-4684-987E-9F1F651A7CB1}" srcOrd="4" destOrd="0" presId="urn:microsoft.com/office/officeart/2005/8/layout/list1"/>
    <dgm:cxn modelId="{B9C69C10-02F0-437B-B1A6-EC1C31519B17}" type="presParOf" srcId="{BFEA5445-50DE-4684-987E-9F1F651A7CB1}" destId="{643F61F5-F617-478B-A953-7E4573D0220D}" srcOrd="0" destOrd="0" presId="urn:microsoft.com/office/officeart/2005/8/layout/list1"/>
    <dgm:cxn modelId="{91141079-E018-4236-87C9-2FA5F6B981DE}" type="presParOf" srcId="{BFEA5445-50DE-4684-987E-9F1F651A7CB1}" destId="{9CD06469-F34B-4432-ADB5-7C825FE94111}" srcOrd="1" destOrd="0" presId="urn:microsoft.com/office/officeart/2005/8/layout/list1"/>
    <dgm:cxn modelId="{92A9EE6B-4C9B-465E-B67E-846102BC84DA}" type="presParOf" srcId="{377BF09A-222E-4937-A795-7A4258D0F5D6}" destId="{F1C435CB-0864-441B-8524-6DD2EE189DE5}" srcOrd="5" destOrd="0" presId="urn:microsoft.com/office/officeart/2005/8/layout/list1"/>
    <dgm:cxn modelId="{C4EF2E4A-69DC-4B04-B64C-5D492F7F6045}" type="presParOf" srcId="{377BF09A-222E-4937-A795-7A4258D0F5D6}" destId="{C6EBB0DE-782D-4729-AC1B-AFD6DD05183B}" srcOrd="6" destOrd="0" presId="urn:microsoft.com/office/officeart/2005/8/layout/list1"/>
    <dgm:cxn modelId="{1787AB7E-5F9F-4EC2-882E-BBE9ADEC6A37}" type="presParOf" srcId="{377BF09A-222E-4937-A795-7A4258D0F5D6}" destId="{FFB6C9BD-743C-4271-96CE-B4DCBC77FDF8}" srcOrd="7" destOrd="0" presId="urn:microsoft.com/office/officeart/2005/8/layout/list1"/>
    <dgm:cxn modelId="{2915348A-9CD8-4163-BF16-E0DB30431513}" type="presParOf" srcId="{377BF09A-222E-4937-A795-7A4258D0F5D6}" destId="{6FECFA36-77DF-4D44-A0EE-86BBB75610EB}" srcOrd="8" destOrd="0" presId="urn:microsoft.com/office/officeart/2005/8/layout/list1"/>
    <dgm:cxn modelId="{0277E28B-11A0-4327-8D46-7583501A9BC9}" type="presParOf" srcId="{6FECFA36-77DF-4D44-A0EE-86BBB75610EB}" destId="{A1E54DF6-9C4C-426D-98EB-FFBF48F1924C}" srcOrd="0" destOrd="0" presId="urn:microsoft.com/office/officeart/2005/8/layout/list1"/>
    <dgm:cxn modelId="{65746B02-C26D-4BF8-B7DA-C2D25B89B024}" type="presParOf" srcId="{6FECFA36-77DF-4D44-A0EE-86BBB75610EB}" destId="{EEBD306F-2B9A-4D2B-9193-3D815715E159}" srcOrd="1" destOrd="0" presId="urn:microsoft.com/office/officeart/2005/8/layout/list1"/>
    <dgm:cxn modelId="{81849DFC-B72B-419C-9765-C02EFBE8FADA}" type="presParOf" srcId="{377BF09A-222E-4937-A795-7A4258D0F5D6}" destId="{D60276C3-8AA5-49E7-A53A-2AD0071F10C7}" srcOrd="9" destOrd="0" presId="urn:microsoft.com/office/officeart/2005/8/layout/list1"/>
    <dgm:cxn modelId="{6FD1E6A2-D847-4A85-8623-0212ED873AF7}" type="presParOf" srcId="{377BF09A-222E-4937-A795-7A4258D0F5D6}" destId="{651F067F-7FD3-49A0-930F-C390710D14CC}" srcOrd="10" destOrd="0" presId="urn:microsoft.com/office/officeart/2005/8/layout/list1"/>
    <dgm:cxn modelId="{B0816941-3F57-425C-94D6-F9ED344B672A}" type="presParOf" srcId="{377BF09A-222E-4937-A795-7A4258D0F5D6}" destId="{0DBAD9B9-D831-41B3-A7AB-BA43EC772A23}" srcOrd="11" destOrd="0" presId="urn:microsoft.com/office/officeart/2005/8/layout/list1"/>
    <dgm:cxn modelId="{27FCB664-7987-45A8-8443-0B7A467F59AC}" type="presParOf" srcId="{377BF09A-222E-4937-A795-7A4258D0F5D6}" destId="{9FBB05F6-6B43-4838-BB56-D8204B1DFDBB}" srcOrd="12" destOrd="0" presId="urn:microsoft.com/office/officeart/2005/8/layout/list1"/>
    <dgm:cxn modelId="{97D31583-463E-4562-A2EC-BA22B4F35462}" type="presParOf" srcId="{9FBB05F6-6B43-4838-BB56-D8204B1DFDBB}" destId="{2F6DCFC7-B128-4075-85AB-63906F54F199}" srcOrd="0" destOrd="0" presId="urn:microsoft.com/office/officeart/2005/8/layout/list1"/>
    <dgm:cxn modelId="{885B9DC2-C790-43A2-B277-0274DE9D22DB}" type="presParOf" srcId="{9FBB05F6-6B43-4838-BB56-D8204B1DFDBB}" destId="{EC1C5D96-D4E0-4B13-B90D-0A1CD7988876}" srcOrd="1" destOrd="0" presId="urn:microsoft.com/office/officeart/2005/8/layout/list1"/>
    <dgm:cxn modelId="{B779A519-C0E3-4465-AE63-642FC8978AD5}" type="presParOf" srcId="{377BF09A-222E-4937-A795-7A4258D0F5D6}" destId="{397FDA66-0FF2-46F7-8CE5-9F46C70CC2C1}" srcOrd="13" destOrd="0" presId="urn:microsoft.com/office/officeart/2005/8/layout/list1"/>
    <dgm:cxn modelId="{71C85298-9C94-49AE-A90C-4C46268AD462}" type="presParOf" srcId="{377BF09A-222E-4937-A795-7A4258D0F5D6}" destId="{F50AFCC0-5C68-4512-ACDD-23FE4FACC4F8}" srcOrd="14" destOrd="0" presId="urn:microsoft.com/office/officeart/2005/8/layout/list1"/>
    <dgm:cxn modelId="{122A7BEF-2280-4014-8BDD-9BED15391E88}" type="presParOf" srcId="{377BF09A-222E-4937-A795-7A4258D0F5D6}" destId="{6D7C75E7-980E-47BF-9C8D-00ACBC24A328}" srcOrd="15" destOrd="0" presId="urn:microsoft.com/office/officeart/2005/8/layout/list1"/>
    <dgm:cxn modelId="{7642511C-AB1D-4C79-BD11-B40C793C7601}" type="presParOf" srcId="{377BF09A-222E-4937-A795-7A4258D0F5D6}" destId="{A95A0334-4C97-4DE8-A23B-974ACE57EEC7}" srcOrd="16" destOrd="0" presId="urn:microsoft.com/office/officeart/2005/8/layout/list1"/>
    <dgm:cxn modelId="{C9B360FE-82E8-44B0-AB7F-4B8FDE3EDABC}" type="presParOf" srcId="{A95A0334-4C97-4DE8-A23B-974ACE57EEC7}" destId="{381A60EF-0C43-4423-B991-350FA7A2C3C7}" srcOrd="0" destOrd="0" presId="urn:microsoft.com/office/officeart/2005/8/layout/list1"/>
    <dgm:cxn modelId="{3A8B29DA-D1A4-4EFE-B662-61E0589EC93F}" type="presParOf" srcId="{A95A0334-4C97-4DE8-A23B-974ACE57EEC7}" destId="{274FBB78-BBC1-4EBB-8038-D9338A246E2B}" srcOrd="1" destOrd="0" presId="urn:microsoft.com/office/officeart/2005/8/layout/list1"/>
    <dgm:cxn modelId="{419A2FE9-263E-42E6-AE94-DC9B6362EDD3}" type="presParOf" srcId="{377BF09A-222E-4937-A795-7A4258D0F5D6}" destId="{DA9491EB-07C2-41F2-9F49-16D65D70B9E1}" srcOrd="17" destOrd="0" presId="urn:microsoft.com/office/officeart/2005/8/layout/list1"/>
    <dgm:cxn modelId="{DB140B7D-F29A-49C0-86B9-296426C86150}" type="presParOf" srcId="{377BF09A-222E-4937-A795-7A4258D0F5D6}" destId="{2086B887-67F7-4A1B-BADA-8683DBD47710}" srcOrd="18" destOrd="0" presId="urn:microsoft.com/office/officeart/2005/8/layout/list1"/>
    <dgm:cxn modelId="{3D7146B0-1A9B-47B7-BCC8-7E2D6AFADA89}" type="presParOf" srcId="{377BF09A-222E-4937-A795-7A4258D0F5D6}" destId="{BB27AAB1-7AEF-434C-87C3-D9EC83C101A8}" srcOrd="19" destOrd="0" presId="urn:microsoft.com/office/officeart/2005/8/layout/list1"/>
    <dgm:cxn modelId="{E294C18E-9807-4C37-8394-225D2C7261FD}" type="presParOf" srcId="{377BF09A-222E-4937-A795-7A4258D0F5D6}" destId="{335BEFCD-88CB-4D9B-B51D-6A7B8B8C5B1D}" srcOrd="20" destOrd="0" presId="urn:microsoft.com/office/officeart/2005/8/layout/list1"/>
    <dgm:cxn modelId="{B6710E1E-E5E3-400F-A877-284F3488A483}" type="presParOf" srcId="{335BEFCD-88CB-4D9B-B51D-6A7B8B8C5B1D}" destId="{4C6D4975-FB9C-4CAE-83B4-368895793DA2}" srcOrd="0" destOrd="0" presId="urn:microsoft.com/office/officeart/2005/8/layout/list1"/>
    <dgm:cxn modelId="{6C94D80D-FD0C-4715-8C01-8D0541EB3A85}" type="presParOf" srcId="{335BEFCD-88CB-4D9B-B51D-6A7B8B8C5B1D}" destId="{3EDEEC74-B359-4170-BB40-8D96C10D24C9}" srcOrd="1" destOrd="0" presId="urn:microsoft.com/office/officeart/2005/8/layout/list1"/>
    <dgm:cxn modelId="{1DCBB59A-D6C2-4821-86B9-25971DD36AED}" type="presParOf" srcId="{377BF09A-222E-4937-A795-7A4258D0F5D6}" destId="{399E43D3-3E08-456D-85DF-64BA28E3CC23}" srcOrd="21" destOrd="0" presId="urn:microsoft.com/office/officeart/2005/8/layout/list1"/>
    <dgm:cxn modelId="{313BB492-094F-4765-9CF5-13FF58072393}" type="presParOf" srcId="{377BF09A-222E-4937-A795-7A4258D0F5D6}" destId="{2EBB4B53-46AB-41C5-859C-D0BE6E1B248C}"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346CAC-A78E-4DA3-B22E-CEA49EBE422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D9B449A0-FF94-4713-9A9A-058D7F6B71B9}">
      <dgm:prSet phldrT="[Text]" custT="1"/>
      <dgm:spPr/>
      <dgm:t>
        <a:bodyPr/>
        <a:lstStyle/>
        <a:p>
          <a:pPr marL="0" indent="0"/>
          <a:r>
            <a:rPr lang="en-US" sz="1600" b="1" dirty="0">
              <a:latin typeface="Calibri" pitchFamily="34" charset="0"/>
              <a:cs typeface="Calibri" pitchFamily="34" charset="0"/>
            </a:rPr>
            <a:t>A </a:t>
          </a:r>
          <a:r>
            <a:rPr lang="en-US" sz="1600" b="0" dirty="0">
              <a:latin typeface="Courier New" pitchFamily="49" charset="0"/>
              <a:cs typeface="Courier New" pitchFamily="49" charset="0"/>
            </a:rPr>
            <a:t>NOT</a:t>
          </a:r>
          <a:r>
            <a:rPr lang="en-US" sz="1600" b="0" dirty="0">
              <a:latin typeface="Calibri" pitchFamily="34" charset="0"/>
              <a:cs typeface="Calibri" pitchFamily="34" charset="0"/>
            </a:rPr>
            <a:t> </a:t>
          </a:r>
          <a:r>
            <a:rPr lang="en-US" sz="1600" b="0" dirty="0">
              <a:latin typeface="Courier New" pitchFamily="49" charset="0"/>
              <a:cs typeface="Courier New" pitchFamily="49" charset="0"/>
            </a:rPr>
            <a:t>NULL</a:t>
          </a:r>
          <a:r>
            <a:rPr lang="en-US" sz="1600" b="1" dirty="0">
              <a:latin typeface="Calibri" pitchFamily="34" charset="0"/>
              <a:cs typeface="Calibri" pitchFamily="34" charset="0"/>
            </a:rPr>
            <a:t> constraint enforces that the column will not accept null values.</a:t>
          </a:r>
        </a:p>
      </dgm:t>
    </dgm:pt>
    <dgm:pt modelId="{72FECDBD-928B-4253-9CFE-B1ABEE0A78E1}" type="parTrans" cxnId="{A7FFA459-88E6-4BF9-990E-9E839F2CA561}">
      <dgm:prSet/>
      <dgm:spPr/>
      <dgm:t>
        <a:bodyPr/>
        <a:lstStyle/>
        <a:p>
          <a:endParaRPr lang="en-US"/>
        </a:p>
      </dgm:t>
    </dgm:pt>
    <dgm:pt modelId="{2764F4CA-6CE4-44EA-8523-B18B98402A7E}" type="sibTrans" cxnId="{A7FFA459-88E6-4BF9-990E-9E839F2CA561}">
      <dgm:prSet/>
      <dgm:spPr/>
      <dgm:t>
        <a:bodyPr/>
        <a:lstStyle/>
        <a:p>
          <a:endParaRPr lang="en-US"/>
        </a:p>
      </dgm:t>
    </dgm:pt>
    <dgm:pt modelId="{E2855558-389B-4591-8564-2A29B4C32D65}">
      <dgm:prSet phldrT="[Text]" custT="1"/>
      <dgm:spPr/>
      <dgm:t>
        <a:bodyPr/>
        <a:lstStyle/>
        <a:p>
          <a:r>
            <a:rPr lang="en-US" sz="1600" b="1" dirty="0">
              <a:latin typeface="Calibri" pitchFamily="34" charset="0"/>
              <a:cs typeface="Calibri" pitchFamily="34" charset="0"/>
            </a:rPr>
            <a:t>The </a:t>
          </a:r>
          <a:r>
            <a:rPr lang="en-US" sz="1600" b="0" dirty="0">
              <a:latin typeface="Courier New" pitchFamily="49" charset="0"/>
              <a:cs typeface="Courier New" pitchFamily="49" charset="0"/>
            </a:rPr>
            <a:t>NOT</a:t>
          </a:r>
          <a:r>
            <a:rPr lang="en-US" sz="1600" b="0" dirty="0">
              <a:latin typeface="Calibri" pitchFamily="34" charset="0"/>
              <a:cs typeface="Calibri" pitchFamily="34" charset="0"/>
            </a:rPr>
            <a:t> </a:t>
          </a:r>
          <a:r>
            <a:rPr lang="en-US" sz="1600" b="0" dirty="0">
              <a:latin typeface="Courier New" pitchFamily="49" charset="0"/>
              <a:cs typeface="Courier New" pitchFamily="49" charset="0"/>
            </a:rPr>
            <a:t>NULL</a:t>
          </a:r>
          <a:r>
            <a:rPr lang="en-US" sz="1600" b="1" dirty="0">
              <a:latin typeface="Calibri" pitchFamily="34" charset="0"/>
              <a:cs typeface="Calibri" pitchFamily="34" charset="0"/>
            </a:rPr>
            <a:t> constraints are used to enforce domain integrity, similar to </a:t>
          </a:r>
          <a:r>
            <a:rPr lang="en-US" sz="1600" b="0" dirty="0">
              <a:latin typeface="Courier New" pitchFamily="49" charset="0"/>
              <a:cs typeface="Courier New" pitchFamily="49" charset="0"/>
            </a:rPr>
            <a:t>CHECK</a:t>
          </a:r>
          <a:r>
            <a:rPr lang="en-US" sz="1600" b="1" dirty="0">
              <a:latin typeface="Calibri" pitchFamily="34" charset="0"/>
              <a:cs typeface="Calibri" pitchFamily="34" charset="0"/>
            </a:rPr>
            <a:t> constraints.</a:t>
          </a:r>
        </a:p>
      </dgm:t>
    </dgm:pt>
    <dgm:pt modelId="{9FD20762-DA87-4087-803C-2ABA29AE61C3}" type="parTrans" cxnId="{48FB9AF0-E794-4529-A85F-670858982857}">
      <dgm:prSet/>
      <dgm:spPr/>
      <dgm:t>
        <a:bodyPr/>
        <a:lstStyle/>
        <a:p>
          <a:endParaRPr lang="en-US"/>
        </a:p>
      </dgm:t>
    </dgm:pt>
    <dgm:pt modelId="{E3CCE1FE-8395-4CE0-ADA9-5054E68F59BF}" type="sibTrans" cxnId="{48FB9AF0-E794-4529-A85F-670858982857}">
      <dgm:prSet/>
      <dgm:spPr/>
      <dgm:t>
        <a:bodyPr/>
        <a:lstStyle/>
        <a:p>
          <a:endParaRPr lang="en-US"/>
        </a:p>
      </dgm:t>
    </dgm:pt>
    <dgm:pt modelId="{377BF09A-222E-4937-A795-7A4258D0F5D6}" type="pres">
      <dgm:prSet presAssocID="{91346CAC-A78E-4DA3-B22E-CEA49EBE4226}" presName="linear" presStyleCnt="0">
        <dgm:presLayoutVars>
          <dgm:dir/>
          <dgm:animLvl val="lvl"/>
          <dgm:resizeHandles val="exact"/>
        </dgm:presLayoutVars>
      </dgm:prSet>
      <dgm:spPr/>
    </dgm:pt>
    <dgm:pt modelId="{ED0E1027-549B-49E6-9D59-3B13C1AC4FD2}" type="pres">
      <dgm:prSet presAssocID="{D9B449A0-FF94-4713-9A9A-058D7F6B71B9}" presName="parentLin" presStyleCnt="0"/>
      <dgm:spPr/>
    </dgm:pt>
    <dgm:pt modelId="{F795D8E3-ADA7-4953-8642-733E088841CD}" type="pres">
      <dgm:prSet presAssocID="{D9B449A0-FF94-4713-9A9A-058D7F6B71B9}" presName="parentLeftMargin" presStyleLbl="node1" presStyleIdx="0" presStyleCnt="2"/>
      <dgm:spPr/>
    </dgm:pt>
    <dgm:pt modelId="{46B940FC-8FA1-4568-B447-0EEB4A38217C}" type="pres">
      <dgm:prSet presAssocID="{D9B449A0-FF94-4713-9A9A-058D7F6B71B9}" presName="parentText" presStyleLbl="node1" presStyleIdx="0" presStyleCnt="2" custScaleX="128571" custLinFactNeighborX="4766" custLinFactNeighborY="3898">
        <dgm:presLayoutVars>
          <dgm:chMax val="0"/>
          <dgm:bulletEnabled val="1"/>
        </dgm:presLayoutVars>
      </dgm:prSet>
      <dgm:spPr/>
    </dgm:pt>
    <dgm:pt modelId="{E375144E-1A36-4173-80BF-99CA453AF7E6}" type="pres">
      <dgm:prSet presAssocID="{D9B449A0-FF94-4713-9A9A-058D7F6B71B9}" presName="negativeSpace" presStyleCnt="0"/>
      <dgm:spPr/>
    </dgm:pt>
    <dgm:pt modelId="{FE437422-C560-4C42-8C7A-0DA04E55B9BB}" type="pres">
      <dgm:prSet presAssocID="{D9B449A0-FF94-4713-9A9A-058D7F6B71B9}" presName="childText" presStyleLbl="conFgAcc1" presStyleIdx="0" presStyleCnt="2">
        <dgm:presLayoutVars>
          <dgm:bulletEnabled val="1"/>
        </dgm:presLayoutVars>
      </dgm:prSet>
      <dgm:spPr>
        <a:solidFill>
          <a:srgbClr val="FFFFFF">
            <a:alpha val="0"/>
          </a:srgbClr>
        </a:solidFill>
      </dgm:spPr>
    </dgm:pt>
    <dgm:pt modelId="{0B9E0790-3332-4252-B645-DA100988A8BD}" type="pres">
      <dgm:prSet presAssocID="{2764F4CA-6CE4-44EA-8523-B18B98402A7E}" presName="spaceBetweenRectangles" presStyleCnt="0"/>
      <dgm:spPr/>
    </dgm:pt>
    <dgm:pt modelId="{BFEA5445-50DE-4684-987E-9F1F651A7CB1}" type="pres">
      <dgm:prSet presAssocID="{E2855558-389B-4591-8564-2A29B4C32D65}" presName="parentLin" presStyleCnt="0"/>
      <dgm:spPr/>
    </dgm:pt>
    <dgm:pt modelId="{643F61F5-F617-478B-A953-7E4573D0220D}" type="pres">
      <dgm:prSet presAssocID="{E2855558-389B-4591-8564-2A29B4C32D65}" presName="parentLeftMargin" presStyleLbl="node1" presStyleIdx="0" presStyleCnt="2"/>
      <dgm:spPr/>
    </dgm:pt>
    <dgm:pt modelId="{9CD06469-F34B-4432-ADB5-7C825FE94111}" type="pres">
      <dgm:prSet presAssocID="{E2855558-389B-4591-8564-2A29B4C32D65}" presName="parentText" presStyleLbl="node1" presStyleIdx="1" presStyleCnt="2" custScaleX="127211">
        <dgm:presLayoutVars>
          <dgm:chMax val="0"/>
          <dgm:bulletEnabled val="1"/>
        </dgm:presLayoutVars>
      </dgm:prSet>
      <dgm:spPr/>
    </dgm:pt>
    <dgm:pt modelId="{F1C435CB-0864-441B-8524-6DD2EE189DE5}" type="pres">
      <dgm:prSet presAssocID="{E2855558-389B-4591-8564-2A29B4C32D65}" presName="negativeSpace" presStyleCnt="0"/>
      <dgm:spPr/>
    </dgm:pt>
    <dgm:pt modelId="{C6EBB0DE-782D-4729-AC1B-AFD6DD05183B}" type="pres">
      <dgm:prSet presAssocID="{E2855558-389B-4591-8564-2A29B4C32D65}" presName="childText" presStyleLbl="conFgAcc1" presStyleIdx="1" presStyleCnt="2">
        <dgm:presLayoutVars>
          <dgm:bulletEnabled val="1"/>
        </dgm:presLayoutVars>
      </dgm:prSet>
      <dgm:spPr>
        <a:solidFill>
          <a:srgbClr val="FFFFFF">
            <a:alpha val="0"/>
          </a:srgbClr>
        </a:solidFill>
      </dgm:spPr>
    </dgm:pt>
  </dgm:ptLst>
  <dgm:cxnLst>
    <dgm:cxn modelId="{C8ED2324-EF64-4469-81DA-8696FFAAB1EC}" type="presOf" srcId="{91346CAC-A78E-4DA3-B22E-CEA49EBE4226}" destId="{377BF09A-222E-4937-A795-7A4258D0F5D6}" srcOrd="0" destOrd="0" presId="urn:microsoft.com/office/officeart/2005/8/layout/list1"/>
    <dgm:cxn modelId="{A7FFA459-88E6-4BF9-990E-9E839F2CA561}" srcId="{91346CAC-A78E-4DA3-B22E-CEA49EBE4226}" destId="{D9B449A0-FF94-4713-9A9A-058D7F6B71B9}" srcOrd="0" destOrd="0" parTransId="{72FECDBD-928B-4253-9CFE-B1ABEE0A78E1}" sibTransId="{2764F4CA-6CE4-44EA-8523-B18B98402A7E}"/>
    <dgm:cxn modelId="{FFC2F87F-B53C-4618-9E9E-1B52F04BDE87}" type="presOf" srcId="{D9B449A0-FF94-4713-9A9A-058D7F6B71B9}" destId="{46B940FC-8FA1-4568-B447-0EEB4A38217C}" srcOrd="1" destOrd="0" presId="urn:microsoft.com/office/officeart/2005/8/layout/list1"/>
    <dgm:cxn modelId="{E4A0F2C3-BB2E-4EA2-B4E0-4F138279D3D0}" type="presOf" srcId="{E2855558-389B-4591-8564-2A29B4C32D65}" destId="{9CD06469-F34B-4432-ADB5-7C825FE94111}" srcOrd="1" destOrd="0" presId="urn:microsoft.com/office/officeart/2005/8/layout/list1"/>
    <dgm:cxn modelId="{812A9BC6-9E58-4D84-A549-2305BB43308E}" type="presOf" srcId="{D9B449A0-FF94-4713-9A9A-058D7F6B71B9}" destId="{F795D8E3-ADA7-4953-8642-733E088841CD}" srcOrd="0" destOrd="0" presId="urn:microsoft.com/office/officeart/2005/8/layout/list1"/>
    <dgm:cxn modelId="{4D4EFFD9-7D16-44AC-9A3F-522A1C8B88BA}" type="presOf" srcId="{E2855558-389B-4591-8564-2A29B4C32D65}" destId="{643F61F5-F617-478B-A953-7E4573D0220D}" srcOrd="0" destOrd="0" presId="urn:microsoft.com/office/officeart/2005/8/layout/list1"/>
    <dgm:cxn modelId="{48FB9AF0-E794-4529-A85F-670858982857}" srcId="{91346CAC-A78E-4DA3-B22E-CEA49EBE4226}" destId="{E2855558-389B-4591-8564-2A29B4C32D65}" srcOrd="1" destOrd="0" parTransId="{9FD20762-DA87-4087-803C-2ABA29AE61C3}" sibTransId="{E3CCE1FE-8395-4CE0-ADA9-5054E68F59BF}"/>
    <dgm:cxn modelId="{F0DE962E-AE57-4911-9837-BE949E9E6358}" type="presParOf" srcId="{377BF09A-222E-4937-A795-7A4258D0F5D6}" destId="{ED0E1027-549B-49E6-9D59-3B13C1AC4FD2}" srcOrd="0" destOrd="0" presId="urn:microsoft.com/office/officeart/2005/8/layout/list1"/>
    <dgm:cxn modelId="{11DE13AF-CFBE-496F-B284-A5B721050A34}" type="presParOf" srcId="{ED0E1027-549B-49E6-9D59-3B13C1AC4FD2}" destId="{F795D8E3-ADA7-4953-8642-733E088841CD}" srcOrd="0" destOrd="0" presId="urn:microsoft.com/office/officeart/2005/8/layout/list1"/>
    <dgm:cxn modelId="{22525BDD-AE9D-4009-8953-9FFDD39814EF}" type="presParOf" srcId="{ED0E1027-549B-49E6-9D59-3B13C1AC4FD2}" destId="{46B940FC-8FA1-4568-B447-0EEB4A38217C}" srcOrd="1" destOrd="0" presId="urn:microsoft.com/office/officeart/2005/8/layout/list1"/>
    <dgm:cxn modelId="{B703EE69-A37E-454C-95A8-1769516E9686}" type="presParOf" srcId="{377BF09A-222E-4937-A795-7A4258D0F5D6}" destId="{E375144E-1A36-4173-80BF-99CA453AF7E6}" srcOrd="1" destOrd="0" presId="urn:microsoft.com/office/officeart/2005/8/layout/list1"/>
    <dgm:cxn modelId="{7789473E-8B78-4BE4-B53E-7DC07C4D3C47}" type="presParOf" srcId="{377BF09A-222E-4937-A795-7A4258D0F5D6}" destId="{FE437422-C560-4C42-8C7A-0DA04E55B9BB}" srcOrd="2" destOrd="0" presId="urn:microsoft.com/office/officeart/2005/8/layout/list1"/>
    <dgm:cxn modelId="{EA092C78-66FA-4400-81D2-9837030BF32F}" type="presParOf" srcId="{377BF09A-222E-4937-A795-7A4258D0F5D6}" destId="{0B9E0790-3332-4252-B645-DA100988A8BD}" srcOrd="3" destOrd="0" presId="urn:microsoft.com/office/officeart/2005/8/layout/list1"/>
    <dgm:cxn modelId="{4E585FC1-549E-46B3-B474-54B78A0DB426}" type="presParOf" srcId="{377BF09A-222E-4937-A795-7A4258D0F5D6}" destId="{BFEA5445-50DE-4684-987E-9F1F651A7CB1}" srcOrd="4" destOrd="0" presId="urn:microsoft.com/office/officeart/2005/8/layout/list1"/>
    <dgm:cxn modelId="{25C115C3-071E-4C08-8BEB-6891AA78836A}" type="presParOf" srcId="{BFEA5445-50DE-4684-987E-9F1F651A7CB1}" destId="{643F61F5-F617-478B-A953-7E4573D0220D}" srcOrd="0" destOrd="0" presId="urn:microsoft.com/office/officeart/2005/8/layout/list1"/>
    <dgm:cxn modelId="{54ECC29A-8AEE-43D8-88E0-4073539E8E6F}" type="presParOf" srcId="{BFEA5445-50DE-4684-987E-9F1F651A7CB1}" destId="{9CD06469-F34B-4432-ADB5-7C825FE94111}" srcOrd="1" destOrd="0" presId="urn:microsoft.com/office/officeart/2005/8/layout/list1"/>
    <dgm:cxn modelId="{52B00ABD-FE3E-4135-99F7-61EC9EA7EF70}" type="presParOf" srcId="{377BF09A-222E-4937-A795-7A4258D0F5D6}" destId="{F1C435CB-0864-441B-8524-6DD2EE189DE5}" srcOrd="5" destOrd="0" presId="urn:microsoft.com/office/officeart/2005/8/layout/list1"/>
    <dgm:cxn modelId="{F5C4CD08-392D-4AD7-9A24-3F8C1262695E}" type="presParOf" srcId="{377BF09A-222E-4937-A795-7A4258D0F5D6}" destId="{C6EBB0DE-782D-4729-AC1B-AFD6DD05183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7F88A-817A-4CF2-8A64-DD52693D3FC2}">
      <dsp:nvSpPr>
        <dsp:cNvPr id="0" name=""/>
        <dsp:cNvSpPr/>
      </dsp:nvSpPr>
      <dsp:spPr>
        <a:xfrm>
          <a:off x="0" y="333453"/>
          <a:ext cx="8933196" cy="453600"/>
        </a:xfrm>
        <a:prstGeom prst="rect">
          <a:avLst/>
        </a:prstGeom>
        <a:solidFill>
          <a:schemeClr val="lt1">
            <a:hueOff val="0"/>
            <a:satOff val="0"/>
            <a:lumOff val="0"/>
            <a:alpha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F3C4AE-230A-4781-8680-EAEA0E818125}">
      <dsp:nvSpPr>
        <dsp:cNvPr id="0" name=""/>
        <dsp:cNvSpPr/>
      </dsp:nvSpPr>
      <dsp:spPr>
        <a:xfrm>
          <a:off x="298967" y="60430"/>
          <a:ext cx="8513144" cy="53136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must be defined using one of the following data types: </a:t>
          </a:r>
          <a:r>
            <a:rPr lang="en-US" sz="1400" b="0" kern="1200" dirty="0">
              <a:latin typeface="Courier New" pitchFamily="49" charset="0"/>
              <a:cs typeface="Courier New" pitchFamily="49" charset="0"/>
            </a:rPr>
            <a:t>decimal</a:t>
          </a:r>
          <a:r>
            <a:rPr lang="en-US" sz="1400" b="1" kern="1200" dirty="0">
              <a:latin typeface="Calibri" pitchFamily="34" charset="0"/>
              <a:cs typeface="Calibri" pitchFamily="34" charset="0"/>
            </a:rPr>
            <a:t>, </a:t>
          </a:r>
          <a:r>
            <a:rPr lang="en-US" sz="1400" b="0" kern="1200" dirty="0" err="1">
              <a:latin typeface="Courier New" pitchFamily="49" charset="0"/>
              <a:cs typeface="Courier New" pitchFamily="49" charset="0"/>
            </a:rPr>
            <a:t>int</a:t>
          </a:r>
          <a:r>
            <a:rPr lang="en-US" sz="1400" b="1" kern="1200" dirty="0">
              <a:latin typeface="Calibri" pitchFamily="34" charset="0"/>
              <a:cs typeface="Calibri" pitchFamily="34" charset="0"/>
            </a:rPr>
            <a:t>, </a:t>
          </a:r>
          <a:r>
            <a:rPr lang="en-US" sz="1400" b="0" kern="1200" dirty="0">
              <a:latin typeface="Courier New" pitchFamily="49" charset="0"/>
              <a:cs typeface="Courier New" pitchFamily="49" charset="0"/>
            </a:rPr>
            <a:t>numeric</a:t>
          </a:r>
          <a:r>
            <a:rPr lang="en-US" sz="1400" b="1" kern="1200" dirty="0">
              <a:latin typeface="Calibri" pitchFamily="34" charset="0"/>
              <a:cs typeface="Calibri" pitchFamily="34" charset="0"/>
            </a:rPr>
            <a:t>, </a:t>
          </a:r>
          <a:r>
            <a:rPr lang="en-US" sz="1400" b="0" kern="1200" dirty="0" err="1">
              <a:latin typeface="Courier New" pitchFamily="49" charset="0"/>
              <a:cs typeface="Courier New" pitchFamily="49" charset="0"/>
            </a:rPr>
            <a:t>smallint</a:t>
          </a:r>
          <a:r>
            <a:rPr lang="en-US" sz="1400" b="1" kern="1200" dirty="0">
              <a:latin typeface="Calibri" pitchFamily="34" charset="0"/>
              <a:cs typeface="Calibri" pitchFamily="34" charset="0"/>
            </a:rPr>
            <a:t>, </a:t>
          </a:r>
          <a:r>
            <a:rPr lang="en-US" sz="1400" b="0" kern="1200" dirty="0" err="1">
              <a:latin typeface="Courier New" pitchFamily="49" charset="0"/>
              <a:cs typeface="Courier New" pitchFamily="49" charset="0"/>
            </a:rPr>
            <a:t>bigint</a:t>
          </a:r>
          <a:r>
            <a:rPr lang="en-US" sz="1400" b="1" kern="1200" dirty="0">
              <a:latin typeface="Calibri" pitchFamily="34" charset="0"/>
              <a:cs typeface="Calibri" pitchFamily="34" charset="0"/>
            </a:rPr>
            <a:t>, or </a:t>
          </a:r>
          <a:r>
            <a:rPr lang="en-US" sz="1400" b="0" kern="1200" dirty="0" err="1">
              <a:latin typeface="Courier New" pitchFamily="49" charset="0"/>
              <a:cs typeface="Courier New" pitchFamily="49" charset="0"/>
            </a:rPr>
            <a:t>tinyint</a:t>
          </a:r>
          <a:r>
            <a:rPr lang="en-US" sz="1400" b="1" kern="1200" dirty="0">
              <a:latin typeface="Calibri" pitchFamily="34" charset="0"/>
              <a:cs typeface="Calibri" pitchFamily="34" charset="0"/>
            </a:rPr>
            <a:t>.</a:t>
          </a:r>
        </a:p>
      </dsp:txBody>
      <dsp:txXfrm>
        <a:off x="324906" y="86369"/>
        <a:ext cx="8461266" cy="479482"/>
      </dsp:txXfrm>
    </dsp:sp>
    <dsp:sp modelId="{FE437422-C560-4C42-8C7A-0DA04E55B9BB}">
      <dsp:nvSpPr>
        <dsp:cNvPr id="0" name=""/>
        <dsp:cNvSpPr/>
      </dsp:nvSpPr>
      <dsp:spPr>
        <a:xfrm>
          <a:off x="0" y="1149933"/>
          <a:ext cx="8933196" cy="453600"/>
        </a:xfrm>
        <a:prstGeom prst="rect">
          <a:avLst/>
        </a:prstGeom>
        <a:solidFill>
          <a:srgbClr val="FFFFFF">
            <a:alpha val="0"/>
          </a:srgbClr>
        </a:solidFill>
        <a:ln w="25400" cap="flat" cmpd="sng" algn="ctr">
          <a:solidFill>
            <a:schemeClr val="accent4">
              <a:hueOff val="-892954"/>
              <a:satOff val="5380"/>
              <a:lumOff val="431"/>
              <a:alphaOff val="0"/>
            </a:schemeClr>
          </a:solidFill>
          <a:prstDash val="solid"/>
        </a:ln>
        <a:effectLst/>
      </dsp:spPr>
      <dsp:style>
        <a:lnRef idx="2">
          <a:scrgbClr r="0" g="0" b="0"/>
        </a:lnRef>
        <a:fillRef idx="1">
          <a:scrgbClr r="0" g="0" b="0"/>
        </a:fillRef>
        <a:effectRef idx="0">
          <a:scrgbClr r="0" g="0" b="0"/>
        </a:effectRef>
        <a:fontRef idx="minor"/>
      </dsp:style>
    </dsp:sp>
    <dsp:sp modelId="{46B940FC-8FA1-4568-B447-0EEB4A38217C}">
      <dsp:nvSpPr>
        <dsp:cNvPr id="0" name=""/>
        <dsp:cNvSpPr/>
      </dsp:nvSpPr>
      <dsp:spPr>
        <a:xfrm>
          <a:off x="317130" y="898627"/>
          <a:ext cx="8517801" cy="531360"/>
        </a:xfrm>
        <a:prstGeom prst="roundRect">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need not have a seed and increment value specified. If they are not specified, a default value of </a:t>
          </a:r>
          <a:r>
            <a:rPr lang="en-US" sz="1400" b="1" kern="1200" dirty="0">
              <a:latin typeface="Courier New" pitchFamily="49" charset="0"/>
              <a:cs typeface="Courier New" pitchFamily="49" charset="0"/>
            </a:rPr>
            <a:t>1</a:t>
          </a:r>
          <a:r>
            <a:rPr lang="en-US" sz="1400" b="1" kern="1200" dirty="0">
              <a:latin typeface="Calibri" pitchFamily="34" charset="0"/>
              <a:cs typeface="Calibri" pitchFamily="34" charset="0"/>
            </a:rPr>
            <a:t> will be used for both.</a:t>
          </a:r>
        </a:p>
      </dsp:txBody>
      <dsp:txXfrm>
        <a:off x="343069" y="924566"/>
        <a:ext cx="8465923" cy="479482"/>
      </dsp:txXfrm>
    </dsp:sp>
    <dsp:sp modelId="{C6EBB0DE-782D-4729-AC1B-AFD6DD05183B}">
      <dsp:nvSpPr>
        <dsp:cNvPr id="0" name=""/>
        <dsp:cNvSpPr/>
      </dsp:nvSpPr>
      <dsp:spPr>
        <a:xfrm>
          <a:off x="0" y="1966413"/>
          <a:ext cx="8933196" cy="453600"/>
        </a:xfrm>
        <a:prstGeom prst="rect">
          <a:avLst/>
        </a:prstGeom>
        <a:solidFill>
          <a:srgbClr val="FFFFFF">
            <a:alpha val="0"/>
          </a:srgbClr>
        </a:solidFill>
        <a:ln w="25400" cap="flat" cmpd="sng" algn="ctr">
          <a:solidFill>
            <a:schemeClr val="accent4">
              <a:hueOff val="-1785908"/>
              <a:satOff val="10760"/>
              <a:lumOff val="862"/>
              <a:alphaOff val="0"/>
            </a:schemeClr>
          </a:solidFill>
          <a:prstDash val="solid"/>
        </a:ln>
        <a:effectLst/>
      </dsp:spPr>
      <dsp:style>
        <a:lnRef idx="2">
          <a:scrgbClr r="0" g="0" b="0"/>
        </a:lnRef>
        <a:fillRef idx="1">
          <a:scrgbClr r="0" g="0" b="0"/>
        </a:fillRef>
        <a:effectRef idx="0">
          <a:scrgbClr r="0" g="0" b="0"/>
        </a:effectRef>
        <a:fontRef idx="minor"/>
      </dsp:style>
    </dsp:sp>
    <dsp:sp modelId="{9CD06469-F34B-4432-ADB5-7C825FE94111}">
      <dsp:nvSpPr>
        <dsp:cNvPr id="0" name=""/>
        <dsp:cNvSpPr/>
      </dsp:nvSpPr>
      <dsp:spPr>
        <a:xfrm>
          <a:off x="342650" y="1736829"/>
          <a:ext cx="6640937" cy="531360"/>
        </a:xfrm>
        <a:prstGeom prst="roundRect">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itchFamily="34" charset="0"/>
              <a:cs typeface="Calibri" pitchFamily="34" charset="0"/>
            </a:rPr>
            <a:t>A table cannot have more than one column with </a:t>
          </a:r>
          <a:r>
            <a:rPr lang="en-US" sz="1600" b="0" kern="1200" dirty="0">
              <a:solidFill>
                <a:schemeClr val="bg1"/>
              </a:solidFill>
              <a:latin typeface="Courier New" pitchFamily="49" charset="0"/>
              <a:cs typeface="Courier New" pitchFamily="49" charset="0"/>
            </a:rPr>
            <a:t>IDENTITY</a:t>
          </a:r>
          <a:r>
            <a:rPr lang="en-US" sz="1600" b="1" kern="1200" dirty="0">
              <a:solidFill>
                <a:schemeClr val="bg1"/>
              </a:solidFill>
              <a:latin typeface="Calibri" pitchFamily="34" charset="0"/>
              <a:cs typeface="Calibri" pitchFamily="34" charset="0"/>
            </a:rPr>
            <a:t> property.</a:t>
          </a:r>
        </a:p>
      </dsp:txBody>
      <dsp:txXfrm>
        <a:off x="368589" y="1762768"/>
        <a:ext cx="6589059" cy="479482"/>
      </dsp:txXfrm>
    </dsp:sp>
    <dsp:sp modelId="{651F067F-7FD3-49A0-930F-C390710D14CC}">
      <dsp:nvSpPr>
        <dsp:cNvPr id="0" name=""/>
        <dsp:cNvSpPr/>
      </dsp:nvSpPr>
      <dsp:spPr>
        <a:xfrm>
          <a:off x="0" y="2782894"/>
          <a:ext cx="8933196" cy="453600"/>
        </a:xfrm>
        <a:prstGeom prst="rect">
          <a:avLst/>
        </a:prstGeom>
        <a:solidFill>
          <a:srgbClr val="FFFFFF">
            <a:alpha val="0"/>
          </a:srgbClr>
        </a:solidFill>
        <a:ln w="25400" cap="flat" cmpd="sng" algn="ctr">
          <a:solidFill>
            <a:schemeClr val="accent4">
              <a:hueOff val="-2678862"/>
              <a:satOff val="16139"/>
              <a:lumOff val="1294"/>
              <a:alphaOff val="0"/>
            </a:schemeClr>
          </a:solidFill>
          <a:prstDash val="solid"/>
        </a:ln>
        <a:effectLst/>
      </dsp:spPr>
      <dsp:style>
        <a:lnRef idx="2">
          <a:scrgbClr r="0" g="0" b="0"/>
        </a:lnRef>
        <a:fillRef idx="1">
          <a:scrgbClr r="0" g="0" b="0"/>
        </a:fillRef>
        <a:effectRef idx="0">
          <a:scrgbClr r="0" g="0" b="0"/>
        </a:effectRef>
        <a:fontRef idx="minor"/>
      </dsp:style>
    </dsp:sp>
    <dsp:sp modelId="{EEBD306F-2B9A-4D2B-9193-3D815715E159}">
      <dsp:nvSpPr>
        <dsp:cNvPr id="0" name=""/>
        <dsp:cNvSpPr/>
      </dsp:nvSpPr>
      <dsp:spPr>
        <a:xfrm>
          <a:off x="370977" y="2498828"/>
          <a:ext cx="8337628" cy="531360"/>
        </a:xfrm>
        <a:prstGeom prst="roundRect">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itchFamily="34" charset="0"/>
              <a:cs typeface="Calibri" pitchFamily="34" charset="0"/>
            </a:rPr>
            <a:t>must not allow null values and must not contain a </a:t>
          </a:r>
          <a:r>
            <a:rPr lang="en-US" sz="1600" b="0" kern="1200" dirty="0">
              <a:solidFill>
                <a:schemeClr val="bg1"/>
              </a:solidFill>
              <a:latin typeface="Courier New" pitchFamily="49" charset="0"/>
              <a:cs typeface="Courier New" pitchFamily="49" charset="0"/>
            </a:rPr>
            <a:t>DEFAULT</a:t>
          </a:r>
          <a:r>
            <a:rPr lang="en-US" sz="1600" b="1" kern="1200" dirty="0">
              <a:solidFill>
                <a:schemeClr val="bg1"/>
              </a:solidFill>
              <a:latin typeface="Calibri" pitchFamily="34" charset="0"/>
              <a:cs typeface="Calibri" pitchFamily="34" charset="0"/>
            </a:rPr>
            <a:t> definition or object.</a:t>
          </a:r>
        </a:p>
      </dsp:txBody>
      <dsp:txXfrm>
        <a:off x="396916" y="2524767"/>
        <a:ext cx="8285750" cy="479482"/>
      </dsp:txXfrm>
    </dsp:sp>
    <dsp:sp modelId="{F50AFCC0-5C68-4512-ACDD-23FE4FACC4F8}">
      <dsp:nvSpPr>
        <dsp:cNvPr id="0" name=""/>
        <dsp:cNvSpPr/>
      </dsp:nvSpPr>
      <dsp:spPr>
        <a:xfrm>
          <a:off x="0" y="3599374"/>
          <a:ext cx="8933196" cy="453600"/>
        </a:xfrm>
        <a:prstGeom prst="rect">
          <a:avLst/>
        </a:prstGeom>
        <a:solidFill>
          <a:srgbClr val="FFFFFF">
            <a:alpha val="0"/>
          </a:srgbClr>
        </a:solidFill>
        <a:ln w="25400" cap="flat" cmpd="sng" algn="ctr">
          <a:solidFill>
            <a:schemeClr val="accent4">
              <a:hueOff val="-3571816"/>
              <a:satOff val="21519"/>
              <a:lumOff val="1725"/>
              <a:alphaOff val="0"/>
            </a:schemeClr>
          </a:solidFill>
          <a:prstDash val="solid"/>
        </a:ln>
        <a:effectLst/>
      </dsp:spPr>
      <dsp:style>
        <a:lnRef idx="2">
          <a:scrgbClr r="0" g="0" b="0"/>
        </a:lnRef>
        <a:fillRef idx="1">
          <a:scrgbClr r="0" g="0" b="0"/>
        </a:fillRef>
        <a:effectRef idx="0">
          <a:scrgbClr r="0" g="0" b="0"/>
        </a:effectRef>
        <a:fontRef idx="minor"/>
      </dsp:style>
    </dsp:sp>
    <dsp:sp modelId="{EC1C5D96-D4E0-4B13-B90D-0A1CD7988876}">
      <dsp:nvSpPr>
        <dsp:cNvPr id="0" name=""/>
        <dsp:cNvSpPr/>
      </dsp:nvSpPr>
      <dsp:spPr>
        <a:xfrm>
          <a:off x="322595" y="3337025"/>
          <a:ext cx="4297287" cy="531360"/>
        </a:xfrm>
        <a:prstGeom prst="roundRect">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itchFamily="34" charset="0"/>
              <a:cs typeface="Calibri" pitchFamily="34" charset="0"/>
            </a:rPr>
            <a:t>cannot have their values updated.</a:t>
          </a:r>
        </a:p>
      </dsp:txBody>
      <dsp:txXfrm>
        <a:off x="348534" y="3362964"/>
        <a:ext cx="4245409" cy="479482"/>
      </dsp:txXfrm>
    </dsp:sp>
    <dsp:sp modelId="{2086B887-67F7-4A1B-BADA-8683DBD47710}">
      <dsp:nvSpPr>
        <dsp:cNvPr id="0" name=""/>
        <dsp:cNvSpPr/>
      </dsp:nvSpPr>
      <dsp:spPr>
        <a:xfrm>
          <a:off x="0" y="4415854"/>
          <a:ext cx="8933196" cy="453600"/>
        </a:xfrm>
        <a:prstGeom prst="rect">
          <a:avLst/>
        </a:prstGeom>
        <a:solidFill>
          <a:srgbClr val="FFFFFF">
            <a:alpha val="0"/>
          </a:srgb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274FBB78-BBC1-4EBB-8038-D9338A246E2B}">
      <dsp:nvSpPr>
        <dsp:cNvPr id="0" name=""/>
        <dsp:cNvSpPr/>
      </dsp:nvSpPr>
      <dsp:spPr>
        <a:xfrm>
          <a:off x="346659" y="4099030"/>
          <a:ext cx="8505720" cy="53136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357" tIns="0" rIns="236357"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itchFamily="34" charset="0"/>
              <a:cs typeface="Calibri" pitchFamily="34" charset="0"/>
            </a:rPr>
            <a:t>The values can be explicitly inserted into the identity column only if the </a:t>
          </a:r>
          <a:r>
            <a:rPr lang="en-US" sz="1600" b="0" kern="1200" dirty="0">
              <a:solidFill>
                <a:schemeClr val="bg1"/>
              </a:solidFill>
              <a:latin typeface="Courier New" pitchFamily="49" charset="0"/>
              <a:cs typeface="Courier New" pitchFamily="49" charset="0"/>
            </a:rPr>
            <a:t>IDENTITY_INSERT</a:t>
          </a:r>
          <a:r>
            <a:rPr lang="en-US" sz="1600" b="1" kern="1200" dirty="0">
              <a:solidFill>
                <a:schemeClr val="bg1"/>
              </a:solidFill>
              <a:latin typeface="Calibri" pitchFamily="34" charset="0"/>
              <a:cs typeface="Calibri" pitchFamily="34" charset="0"/>
            </a:rPr>
            <a:t> option is set </a:t>
          </a:r>
          <a:r>
            <a:rPr lang="en-US" sz="1600" b="0" kern="1200" dirty="0">
              <a:solidFill>
                <a:schemeClr val="bg1"/>
              </a:solidFill>
              <a:latin typeface="Courier New" pitchFamily="49" charset="0"/>
              <a:cs typeface="Courier New" pitchFamily="49" charset="0"/>
            </a:rPr>
            <a:t>ON</a:t>
          </a:r>
          <a:r>
            <a:rPr lang="en-US" sz="1600" b="1" kern="1200" dirty="0">
              <a:solidFill>
                <a:schemeClr val="bg1"/>
              </a:solidFill>
              <a:latin typeface="Calibri" pitchFamily="34" charset="0"/>
              <a:cs typeface="Calibri" pitchFamily="34" charset="0"/>
            </a:rPr>
            <a:t>.</a:t>
          </a:r>
        </a:p>
      </dsp:txBody>
      <dsp:txXfrm>
        <a:off x="372598" y="4124969"/>
        <a:ext cx="8453842" cy="4794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37422-C560-4C42-8C7A-0DA04E55B9BB}">
      <dsp:nvSpPr>
        <dsp:cNvPr id="0" name=""/>
        <dsp:cNvSpPr/>
      </dsp:nvSpPr>
      <dsp:spPr>
        <a:xfrm>
          <a:off x="0" y="469199"/>
          <a:ext cx="8001000" cy="756000"/>
        </a:xfrm>
        <a:prstGeom prst="rect">
          <a:avLst/>
        </a:prstGeom>
        <a:solidFill>
          <a:srgbClr val="FFFFFF">
            <a:alpha val="0"/>
          </a:srgb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B940FC-8FA1-4568-B447-0EEB4A38217C}">
      <dsp:nvSpPr>
        <dsp:cNvPr id="0" name=""/>
        <dsp:cNvSpPr/>
      </dsp:nvSpPr>
      <dsp:spPr>
        <a:xfrm>
          <a:off x="419116" y="60920"/>
          <a:ext cx="7353271" cy="8856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Only one identifier column and one globally unique identifier column can be created for each table. </a:t>
          </a:r>
        </a:p>
      </dsp:txBody>
      <dsp:txXfrm>
        <a:off x="462347" y="104151"/>
        <a:ext cx="7266809" cy="799138"/>
      </dsp:txXfrm>
    </dsp:sp>
    <dsp:sp modelId="{C6EBB0DE-782D-4729-AC1B-AFD6DD05183B}">
      <dsp:nvSpPr>
        <dsp:cNvPr id="0" name=""/>
        <dsp:cNvSpPr/>
      </dsp:nvSpPr>
      <dsp:spPr>
        <a:xfrm>
          <a:off x="0" y="1829999"/>
          <a:ext cx="8001000" cy="756000"/>
        </a:xfrm>
        <a:prstGeom prst="rect">
          <a:avLst/>
        </a:prstGeom>
        <a:solidFill>
          <a:srgbClr val="FFFFFF">
            <a:alpha val="0"/>
          </a:srgb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9CD06469-F34B-4432-ADB5-7C825FE94111}">
      <dsp:nvSpPr>
        <dsp:cNvPr id="0" name=""/>
        <dsp:cNvSpPr/>
      </dsp:nvSpPr>
      <dsp:spPr>
        <a:xfrm>
          <a:off x="400050" y="1387199"/>
          <a:ext cx="7429496" cy="885600"/>
        </a:xfrm>
        <a:prstGeom prst="round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To create and work with globally unique identifiers, a combination of </a:t>
          </a:r>
          <a:r>
            <a:rPr lang="en-US" sz="1600" b="0" kern="1200" dirty="0">
              <a:latin typeface="Courier New" pitchFamily="49" charset="0"/>
              <a:cs typeface="Courier New" pitchFamily="49" charset="0"/>
            </a:rPr>
            <a:t>ROWGUIDCOL</a:t>
          </a:r>
          <a:r>
            <a:rPr lang="en-US" sz="1600" b="1" kern="1200" dirty="0">
              <a:latin typeface="Calibri" pitchFamily="34" charset="0"/>
              <a:cs typeface="Calibri" pitchFamily="34" charset="0"/>
            </a:rPr>
            <a:t>, </a:t>
          </a:r>
          <a:r>
            <a:rPr lang="en-US" sz="1600" b="0" kern="1200" dirty="0" err="1">
              <a:latin typeface="Courier New" pitchFamily="49" charset="0"/>
              <a:cs typeface="Courier New" pitchFamily="49" charset="0"/>
            </a:rPr>
            <a:t>uniqueidentifier</a:t>
          </a:r>
          <a:r>
            <a:rPr lang="en-US" sz="1600" b="0" kern="1200" dirty="0">
              <a:latin typeface="Courier New" pitchFamily="49" charset="0"/>
              <a:cs typeface="Courier New" pitchFamily="49" charset="0"/>
            </a:rPr>
            <a:t> </a:t>
          </a:r>
          <a:r>
            <a:rPr lang="en-US" sz="1600" b="1" kern="1200" dirty="0">
              <a:latin typeface="Calibri" pitchFamily="34" charset="0"/>
              <a:cs typeface="Calibri" pitchFamily="34" charset="0"/>
            </a:rPr>
            <a:t>data type, and </a:t>
          </a:r>
          <a:r>
            <a:rPr lang="en-US" sz="1600" b="0" kern="1200" dirty="0">
              <a:latin typeface="Courier New" pitchFamily="49" charset="0"/>
              <a:cs typeface="Courier New" pitchFamily="49" charset="0"/>
            </a:rPr>
            <a:t>NEWID</a:t>
          </a:r>
          <a:r>
            <a:rPr lang="en-US" sz="1600" b="1" kern="1200" dirty="0">
              <a:latin typeface="Calibri" pitchFamily="34" charset="0"/>
              <a:cs typeface="Calibri" pitchFamily="34" charset="0"/>
            </a:rPr>
            <a:t> function are used.</a:t>
          </a:r>
        </a:p>
      </dsp:txBody>
      <dsp:txXfrm>
        <a:off x="443281" y="1430430"/>
        <a:ext cx="7343034" cy="799138"/>
      </dsp:txXfrm>
    </dsp:sp>
    <dsp:sp modelId="{651F067F-7FD3-49A0-930F-C390710D14CC}">
      <dsp:nvSpPr>
        <dsp:cNvPr id="0" name=""/>
        <dsp:cNvSpPr/>
      </dsp:nvSpPr>
      <dsp:spPr>
        <a:xfrm>
          <a:off x="0" y="3190799"/>
          <a:ext cx="8001000" cy="756000"/>
        </a:xfrm>
        <a:prstGeom prst="rect">
          <a:avLst/>
        </a:prstGeom>
        <a:solidFill>
          <a:srgbClr val="FFFFFF">
            <a:alpha val="0"/>
          </a:srgb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EEBD306F-2B9A-4D2B-9193-3D815715E159}">
      <dsp:nvSpPr>
        <dsp:cNvPr id="0" name=""/>
        <dsp:cNvSpPr/>
      </dsp:nvSpPr>
      <dsp:spPr>
        <a:xfrm>
          <a:off x="400050" y="2747999"/>
          <a:ext cx="7467581" cy="885600"/>
        </a:xfrm>
        <a:prstGeom prst="round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Values for a globally unique column are not automatically generated.</a:t>
          </a:r>
        </a:p>
      </dsp:txBody>
      <dsp:txXfrm>
        <a:off x="443281" y="2791230"/>
        <a:ext cx="7381119" cy="799138"/>
      </dsp:txXfrm>
    </dsp:sp>
    <dsp:sp modelId="{F50AFCC0-5C68-4512-ACDD-23FE4FACC4F8}">
      <dsp:nvSpPr>
        <dsp:cNvPr id="0" name=""/>
        <dsp:cNvSpPr/>
      </dsp:nvSpPr>
      <dsp:spPr>
        <a:xfrm>
          <a:off x="0" y="4551600"/>
          <a:ext cx="8001000" cy="756000"/>
        </a:xfrm>
        <a:prstGeom prst="rect">
          <a:avLst/>
        </a:prstGeom>
        <a:solidFill>
          <a:srgbClr val="FFFFFF">
            <a:alpha val="0"/>
          </a:srgb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EC1C5D96-D4E0-4B13-B90D-0A1CD7988876}">
      <dsp:nvSpPr>
        <dsp:cNvPr id="0" name=""/>
        <dsp:cNvSpPr/>
      </dsp:nvSpPr>
      <dsp:spPr>
        <a:xfrm>
          <a:off x="400050" y="4108800"/>
          <a:ext cx="7277101" cy="88560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One has to create a </a:t>
          </a:r>
          <a:r>
            <a:rPr lang="en-US" sz="1600" b="0" kern="1200" dirty="0">
              <a:latin typeface="Courier New" pitchFamily="49" charset="0"/>
              <a:cs typeface="Courier New" pitchFamily="49" charset="0"/>
            </a:rPr>
            <a:t>DEFAULT</a:t>
          </a:r>
          <a:r>
            <a:rPr lang="en-US" sz="1600" b="1" kern="1200" dirty="0">
              <a:latin typeface="Calibri" pitchFamily="34" charset="0"/>
              <a:cs typeface="Calibri" pitchFamily="34" charset="0"/>
            </a:rPr>
            <a:t> definition with a </a:t>
          </a:r>
          <a:r>
            <a:rPr lang="en-US" sz="1600" b="0" kern="1200" dirty="0">
              <a:latin typeface="Courier New" pitchFamily="49" charset="0"/>
              <a:cs typeface="Courier New" pitchFamily="49" charset="0"/>
            </a:rPr>
            <a:t>NEWID() </a:t>
          </a:r>
          <a:r>
            <a:rPr lang="en-US" sz="1600" b="1" kern="1200" dirty="0">
              <a:latin typeface="Calibri" pitchFamily="34" charset="0"/>
              <a:cs typeface="Calibri" pitchFamily="34" charset="0"/>
            </a:rPr>
            <a:t>function for a </a:t>
          </a:r>
          <a:r>
            <a:rPr lang="en-US" sz="1600" b="0" kern="1200" dirty="0" err="1">
              <a:latin typeface="Courier New" pitchFamily="49" charset="0"/>
              <a:cs typeface="Courier New" pitchFamily="49" charset="0"/>
            </a:rPr>
            <a:t>uniqueidentifier</a:t>
          </a:r>
          <a:r>
            <a:rPr lang="en-US" sz="1600" b="1" kern="1200" dirty="0">
              <a:latin typeface="Calibri" pitchFamily="34" charset="0"/>
              <a:cs typeface="Calibri" pitchFamily="34" charset="0"/>
            </a:rPr>
            <a:t> column to generate a globally unique value.</a:t>
          </a:r>
        </a:p>
      </dsp:txBody>
      <dsp:txXfrm>
        <a:off x="443281" y="4152031"/>
        <a:ext cx="7190639"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6B887-67F7-4A1B-BADA-8683DBD47710}">
      <dsp:nvSpPr>
        <dsp:cNvPr id="0" name=""/>
        <dsp:cNvSpPr/>
      </dsp:nvSpPr>
      <dsp:spPr>
        <a:xfrm>
          <a:off x="0" y="457439"/>
          <a:ext cx="8001000" cy="655200"/>
        </a:xfrm>
        <a:prstGeom prst="rect">
          <a:avLst/>
        </a:prstGeom>
        <a:solidFill>
          <a:srgbClr val="FFFFFF">
            <a:alpha val="0"/>
          </a:srgb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4FBB78-BBC1-4EBB-8038-D9338A246E2B}">
      <dsp:nvSpPr>
        <dsp:cNvPr id="0" name=""/>
        <dsp:cNvSpPr/>
      </dsp:nvSpPr>
      <dsp:spPr>
        <a:xfrm>
          <a:off x="400050" y="73679"/>
          <a:ext cx="7277101" cy="7675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The </a:t>
          </a:r>
          <a:r>
            <a:rPr lang="en-US" sz="1400" b="0" kern="1200" dirty="0">
              <a:latin typeface="Courier New" pitchFamily="49" charset="0"/>
              <a:cs typeface="Courier New" pitchFamily="49" charset="0"/>
            </a:rPr>
            <a:t>NEWID() </a:t>
          </a:r>
          <a:r>
            <a:rPr lang="en-US" sz="1400" b="1" kern="1200" dirty="0">
              <a:latin typeface="Calibri" pitchFamily="34" charset="0"/>
              <a:cs typeface="Calibri" pitchFamily="34" charset="0"/>
            </a:rPr>
            <a:t>function creates a unique identifier number which is a 16-byte binary string.</a:t>
          </a:r>
        </a:p>
      </dsp:txBody>
      <dsp:txXfrm>
        <a:off x="437517" y="111146"/>
        <a:ext cx="7202167" cy="692586"/>
      </dsp:txXfrm>
    </dsp:sp>
    <dsp:sp modelId="{2EBB4B53-46AB-41C5-859C-D0BE6E1B248C}">
      <dsp:nvSpPr>
        <dsp:cNvPr id="0" name=""/>
        <dsp:cNvSpPr/>
      </dsp:nvSpPr>
      <dsp:spPr>
        <a:xfrm>
          <a:off x="0" y="1636799"/>
          <a:ext cx="8001000" cy="655200"/>
        </a:xfrm>
        <a:prstGeom prst="rect">
          <a:avLst/>
        </a:prstGeom>
        <a:solidFill>
          <a:srgbClr val="FFFFFF">
            <a:alpha val="0"/>
          </a:srgb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3EDEEC74-B359-4170-BB40-8D96C10D24C9}">
      <dsp:nvSpPr>
        <dsp:cNvPr id="0" name=""/>
        <dsp:cNvSpPr/>
      </dsp:nvSpPr>
      <dsp:spPr>
        <a:xfrm>
          <a:off x="400050" y="1253039"/>
          <a:ext cx="6858001" cy="767520"/>
        </a:xfrm>
        <a:prstGeom prst="round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The column can be referenced in a </a:t>
          </a:r>
          <a:r>
            <a:rPr lang="en-US" sz="1400" b="0" kern="1200" dirty="0">
              <a:latin typeface="Courier New" pitchFamily="49" charset="0"/>
              <a:cs typeface="Courier New" pitchFamily="49" charset="0"/>
            </a:rPr>
            <a:t>SELECT</a:t>
          </a:r>
          <a:r>
            <a:rPr lang="en-US" sz="1400" b="1" kern="1200" dirty="0">
              <a:latin typeface="Calibri" pitchFamily="34" charset="0"/>
              <a:cs typeface="Calibri" pitchFamily="34" charset="0"/>
            </a:rPr>
            <a:t> list by using the </a:t>
          </a:r>
          <a:r>
            <a:rPr lang="en-US" sz="1400" b="0" kern="1200" dirty="0">
              <a:latin typeface="Courier New" pitchFamily="49" charset="0"/>
              <a:cs typeface="Courier New" pitchFamily="49" charset="0"/>
            </a:rPr>
            <a:t>ROWGUIDCOL</a:t>
          </a:r>
          <a:r>
            <a:rPr lang="en-US" sz="1400" b="1" kern="1200" dirty="0">
              <a:latin typeface="Calibri" pitchFamily="34" charset="0"/>
              <a:cs typeface="Calibri" pitchFamily="34" charset="0"/>
            </a:rPr>
            <a:t> keyword.</a:t>
          </a:r>
        </a:p>
      </dsp:txBody>
      <dsp:txXfrm>
        <a:off x="437517" y="1290506"/>
        <a:ext cx="6783067" cy="692586"/>
      </dsp:txXfrm>
    </dsp:sp>
    <dsp:sp modelId="{2C281149-AD05-4B2A-9C91-4AC842819F99}">
      <dsp:nvSpPr>
        <dsp:cNvPr id="0" name=""/>
        <dsp:cNvSpPr/>
      </dsp:nvSpPr>
      <dsp:spPr>
        <a:xfrm>
          <a:off x="0" y="2816159"/>
          <a:ext cx="8001000" cy="655200"/>
        </a:xfrm>
        <a:prstGeom prst="rect">
          <a:avLst/>
        </a:prstGeom>
        <a:solidFill>
          <a:schemeClr val="lt1">
            <a:hueOff val="0"/>
            <a:satOff val="0"/>
            <a:lumOff val="0"/>
            <a:alpha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C5D7B170-F838-4D9B-B666-7F9742A08A83}">
      <dsp:nvSpPr>
        <dsp:cNvPr id="0" name=""/>
        <dsp:cNvSpPr/>
      </dsp:nvSpPr>
      <dsp:spPr>
        <a:xfrm>
          <a:off x="400050" y="2432400"/>
          <a:ext cx="7124706" cy="767520"/>
        </a:xfrm>
        <a:prstGeom prst="round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To know whether a table has a </a:t>
          </a:r>
          <a:r>
            <a:rPr lang="en-US" sz="1400" b="0" kern="1200" dirty="0">
              <a:latin typeface="Courier New" pitchFamily="49" charset="0"/>
              <a:cs typeface="Courier New" pitchFamily="49" charset="0"/>
            </a:rPr>
            <a:t>ROWGUIDCOL</a:t>
          </a:r>
          <a:r>
            <a:rPr lang="en-US" sz="1400" b="1" kern="1200" dirty="0">
              <a:latin typeface="Calibri" pitchFamily="34" charset="0"/>
              <a:cs typeface="Calibri" pitchFamily="34" charset="0"/>
            </a:rPr>
            <a:t> column, the </a:t>
          </a:r>
          <a:r>
            <a:rPr lang="en-US" sz="1400" b="0" kern="1200" dirty="0">
              <a:latin typeface="Courier New" pitchFamily="49" charset="0"/>
              <a:cs typeface="Courier New" pitchFamily="49" charset="0"/>
            </a:rPr>
            <a:t>OBJECTPROPERTY</a:t>
          </a:r>
          <a:r>
            <a:rPr lang="en-US" sz="1400" b="1" kern="1200" dirty="0">
              <a:latin typeface="Calibri" pitchFamily="34" charset="0"/>
              <a:cs typeface="Calibri" pitchFamily="34" charset="0"/>
            </a:rPr>
            <a:t> function is used.</a:t>
          </a:r>
        </a:p>
      </dsp:txBody>
      <dsp:txXfrm>
        <a:off x="437517" y="2469867"/>
        <a:ext cx="7049772" cy="692586"/>
      </dsp:txXfrm>
    </dsp:sp>
    <dsp:sp modelId="{820CE61A-F675-4DE1-AA02-4D3A3DBC032A}">
      <dsp:nvSpPr>
        <dsp:cNvPr id="0" name=""/>
        <dsp:cNvSpPr/>
      </dsp:nvSpPr>
      <dsp:spPr>
        <a:xfrm>
          <a:off x="0" y="3995520"/>
          <a:ext cx="8001000" cy="655200"/>
        </a:xfrm>
        <a:prstGeom prst="rect">
          <a:avLst/>
        </a:prstGeom>
        <a:solidFill>
          <a:schemeClr val="lt1">
            <a:hueOff val="0"/>
            <a:satOff val="0"/>
            <a:lumOff val="0"/>
            <a:alpha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4439432C-E988-46C6-AB62-20AD7739CDA4}">
      <dsp:nvSpPr>
        <dsp:cNvPr id="0" name=""/>
        <dsp:cNvSpPr/>
      </dsp:nvSpPr>
      <dsp:spPr>
        <a:xfrm>
          <a:off x="400050" y="3611759"/>
          <a:ext cx="7429440" cy="76752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The </a:t>
          </a:r>
          <a:r>
            <a:rPr lang="en-US" sz="1400" b="0" kern="1200" dirty="0">
              <a:latin typeface="Courier New" pitchFamily="49" charset="0"/>
              <a:cs typeface="Courier New" pitchFamily="49" charset="0"/>
            </a:rPr>
            <a:t>COLUMNPROPERTY</a:t>
          </a:r>
          <a:r>
            <a:rPr lang="en-US" sz="1400" b="1" kern="1200" dirty="0">
              <a:latin typeface="Calibri" pitchFamily="34" charset="0"/>
              <a:cs typeface="Calibri" pitchFamily="34" charset="0"/>
            </a:rPr>
            <a:t> function is used to retrieve the name of the </a:t>
          </a:r>
          <a:r>
            <a:rPr lang="en-US" sz="1400" b="0" kern="1200" dirty="0">
              <a:latin typeface="Courier New" pitchFamily="49" charset="0"/>
              <a:cs typeface="Courier New" pitchFamily="49" charset="0"/>
            </a:rPr>
            <a:t>ROWGUIDCOL</a:t>
          </a:r>
          <a:r>
            <a:rPr lang="en-US" sz="1400" b="1" kern="1200" dirty="0">
              <a:latin typeface="Calibri" pitchFamily="34" charset="0"/>
              <a:cs typeface="Calibri" pitchFamily="34" charset="0"/>
            </a:rPr>
            <a:t> column. </a:t>
          </a:r>
        </a:p>
      </dsp:txBody>
      <dsp:txXfrm>
        <a:off x="437517" y="3649226"/>
        <a:ext cx="7354506"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37422-C560-4C42-8C7A-0DA04E55B9BB}">
      <dsp:nvSpPr>
        <dsp:cNvPr id="0" name=""/>
        <dsp:cNvSpPr/>
      </dsp:nvSpPr>
      <dsp:spPr>
        <a:xfrm>
          <a:off x="0" y="244319"/>
          <a:ext cx="8001000" cy="352800"/>
        </a:xfrm>
        <a:prstGeom prst="rect">
          <a:avLst/>
        </a:prstGeom>
        <a:solidFill>
          <a:srgbClr val="FFFFFF">
            <a:alpha val="0"/>
          </a:srgb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B940FC-8FA1-4568-B447-0EEB4A38217C}">
      <dsp:nvSpPr>
        <dsp:cNvPr id="0" name=""/>
        <dsp:cNvSpPr/>
      </dsp:nvSpPr>
      <dsp:spPr>
        <a:xfrm>
          <a:off x="419116" y="53789"/>
          <a:ext cx="7353271" cy="4132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are used to apply business logic rules and enforce data integrity.</a:t>
          </a:r>
        </a:p>
      </dsp:txBody>
      <dsp:txXfrm>
        <a:off x="439291" y="73964"/>
        <a:ext cx="7312921" cy="372930"/>
      </dsp:txXfrm>
    </dsp:sp>
    <dsp:sp modelId="{C6EBB0DE-782D-4729-AC1B-AFD6DD05183B}">
      <dsp:nvSpPr>
        <dsp:cNvPr id="0" name=""/>
        <dsp:cNvSpPr/>
      </dsp:nvSpPr>
      <dsp:spPr>
        <a:xfrm>
          <a:off x="0" y="879359"/>
          <a:ext cx="8001000" cy="352800"/>
        </a:xfrm>
        <a:prstGeom prst="rect">
          <a:avLst/>
        </a:prstGeom>
        <a:solidFill>
          <a:srgbClr val="FFFFFF">
            <a:alpha val="0"/>
          </a:srgbClr>
        </a:solidFill>
        <a:ln w="25400" cap="flat" cmpd="sng" algn="ctr">
          <a:solidFill>
            <a:schemeClr val="accent4">
              <a:hueOff val="-892954"/>
              <a:satOff val="5380"/>
              <a:lumOff val="431"/>
              <a:alphaOff val="0"/>
            </a:schemeClr>
          </a:solidFill>
          <a:prstDash val="solid"/>
        </a:ln>
        <a:effectLst/>
      </dsp:spPr>
      <dsp:style>
        <a:lnRef idx="2">
          <a:scrgbClr r="0" g="0" b="0"/>
        </a:lnRef>
        <a:fillRef idx="1">
          <a:scrgbClr r="0" g="0" b="0"/>
        </a:fillRef>
        <a:effectRef idx="0">
          <a:scrgbClr r="0" g="0" b="0"/>
        </a:effectRef>
        <a:fontRef idx="minor"/>
      </dsp:style>
    </dsp:sp>
    <dsp:sp modelId="{9CD06469-F34B-4432-ADB5-7C825FE94111}">
      <dsp:nvSpPr>
        <dsp:cNvPr id="0" name=""/>
        <dsp:cNvSpPr/>
      </dsp:nvSpPr>
      <dsp:spPr>
        <a:xfrm>
          <a:off x="400050" y="672719"/>
          <a:ext cx="7429496" cy="413280"/>
        </a:xfrm>
        <a:prstGeom prst="roundRect">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can be created when a table is created or added at a later stage</a:t>
          </a:r>
        </a:p>
      </dsp:txBody>
      <dsp:txXfrm>
        <a:off x="420225" y="692894"/>
        <a:ext cx="7389146" cy="372930"/>
      </dsp:txXfrm>
    </dsp:sp>
    <dsp:sp modelId="{651F067F-7FD3-49A0-930F-C390710D14CC}">
      <dsp:nvSpPr>
        <dsp:cNvPr id="0" name=""/>
        <dsp:cNvSpPr/>
      </dsp:nvSpPr>
      <dsp:spPr>
        <a:xfrm>
          <a:off x="0" y="1514399"/>
          <a:ext cx="8001000" cy="352800"/>
        </a:xfrm>
        <a:prstGeom prst="rect">
          <a:avLst/>
        </a:prstGeom>
        <a:solidFill>
          <a:srgbClr val="FFFFFF">
            <a:alpha val="0"/>
          </a:srgbClr>
        </a:solidFill>
        <a:ln w="25400" cap="flat" cmpd="sng" algn="ctr">
          <a:solidFill>
            <a:schemeClr val="accent4">
              <a:hueOff val="-1785908"/>
              <a:satOff val="10760"/>
              <a:lumOff val="862"/>
              <a:alphaOff val="0"/>
            </a:schemeClr>
          </a:solidFill>
          <a:prstDash val="solid"/>
        </a:ln>
        <a:effectLst/>
      </dsp:spPr>
      <dsp:style>
        <a:lnRef idx="2">
          <a:scrgbClr r="0" g="0" b="0"/>
        </a:lnRef>
        <a:fillRef idx="1">
          <a:scrgbClr r="0" g="0" b="0"/>
        </a:fillRef>
        <a:effectRef idx="0">
          <a:scrgbClr r="0" g="0" b="0"/>
        </a:effectRef>
        <a:fontRef idx="minor"/>
      </dsp:style>
    </dsp:sp>
    <dsp:sp modelId="{EEBD306F-2B9A-4D2B-9193-3D815715E159}">
      <dsp:nvSpPr>
        <dsp:cNvPr id="0" name=""/>
        <dsp:cNvSpPr/>
      </dsp:nvSpPr>
      <dsp:spPr>
        <a:xfrm>
          <a:off x="381019" y="1295398"/>
          <a:ext cx="7467581" cy="413280"/>
        </a:xfrm>
        <a:prstGeom prst="roundRect">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can be categorized as column constraints and table constraints. </a:t>
          </a:r>
        </a:p>
      </dsp:txBody>
      <dsp:txXfrm>
        <a:off x="401194" y="1315573"/>
        <a:ext cx="7427231" cy="372930"/>
      </dsp:txXfrm>
    </dsp:sp>
    <dsp:sp modelId="{F50AFCC0-5C68-4512-ACDD-23FE4FACC4F8}">
      <dsp:nvSpPr>
        <dsp:cNvPr id="0" name=""/>
        <dsp:cNvSpPr/>
      </dsp:nvSpPr>
      <dsp:spPr>
        <a:xfrm>
          <a:off x="0" y="2149440"/>
          <a:ext cx="8001000" cy="352800"/>
        </a:xfrm>
        <a:prstGeom prst="rect">
          <a:avLst/>
        </a:prstGeom>
        <a:solidFill>
          <a:srgbClr val="FFFFFF">
            <a:alpha val="0"/>
          </a:srgbClr>
        </a:solidFill>
        <a:ln w="25400" cap="flat" cmpd="sng" algn="ctr">
          <a:solidFill>
            <a:schemeClr val="accent4">
              <a:hueOff val="-2678862"/>
              <a:satOff val="16139"/>
              <a:lumOff val="1294"/>
              <a:alphaOff val="0"/>
            </a:schemeClr>
          </a:solidFill>
          <a:prstDash val="solid"/>
        </a:ln>
        <a:effectLst/>
      </dsp:spPr>
      <dsp:style>
        <a:lnRef idx="2">
          <a:scrgbClr r="0" g="0" b="0"/>
        </a:lnRef>
        <a:fillRef idx="1">
          <a:scrgbClr r="0" g="0" b="0"/>
        </a:fillRef>
        <a:effectRef idx="0">
          <a:scrgbClr r="0" g="0" b="0"/>
        </a:effectRef>
        <a:fontRef idx="minor"/>
      </dsp:style>
    </dsp:sp>
    <dsp:sp modelId="{EC1C5D96-D4E0-4B13-B90D-0A1CD7988876}">
      <dsp:nvSpPr>
        <dsp:cNvPr id="0" name=""/>
        <dsp:cNvSpPr/>
      </dsp:nvSpPr>
      <dsp:spPr>
        <a:xfrm>
          <a:off x="400050" y="1942800"/>
          <a:ext cx="7467581" cy="413280"/>
        </a:xfrm>
        <a:prstGeom prst="roundRect">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A column constraint is specified as part of a column definition and applies only to that column. </a:t>
          </a:r>
        </a:p>
      </dsp:txBody>
      <dsp:txXfrm>
        <a:off x="420225" y="1962975"/>
        <a:ext cx="7427231" cy="372930"/>
      </dsp:txXfrm>
    </dsp:sp>
    <dsp:sp modelId="{2086B887-67F7-4A1B-BADA-8683DBD47710}">
      <dsp:nvSpPr>
        <dsp:cNvPr id="0" name=""/>
        <dsp:cNvSpPr/>
      </dsp:nvSpPr>
      <dsp:spPr>
        <a:xfrm>
          <a:off x="0" y="2784480"/>
          <a:ext cx="8001000" cy="352800"/>
        </a:xfrm>
        <a:prstGeom prst="rect">
          <a:avLst/>
        </a:prstGeom>
        <a:solidFill>
          <a:srgbClr val="FFFFFF">
            <a:alpha val="0"/>
          </a:srgbClr>
        </a:solidFill>
        <a:ln w="25400" cap="flat" cmpd="sng" algn="ctr">
          <a:solidFill>
            <a:schemeClr val="accent4">
              <a:hueOff val="-3571816"/>
              <a:satOff val="21519"/>
              <a:lumOff val="1725"/>
              <a:alphaOff val="0"/>
            </a:schemeClr>
          </a:solidFill>
          <a:prstDash val="solid"/>
        </a:ln>
        <a:effectLst/>
      </dsp:spPr>
      <dsp:style>
        <a:lnRef idx="2">
          <a:scrgbClr r="0" g="0" b="0"/>
        </a:lnRef>
        <a:fillRef idx="1">
          <a:scrgbClr r="0" g="0" b="0"/>
        </a:fillRef>
        <a:effectRef idx="0">
          <a:scrgbClr r="0" g="0" b="0"/>
        </a:effectRef>
        <a:fontRef idx="minor"/>
      </dsp:style>
    </dsp:sp>
    <dsp:sp modelId="{274FBB78-BBC1-4EBB-8038-D9338A246E2B}">
      <dsp:nvSpPr>
        <dsp:cNvPr id="0" name=""/>
        <dsp:cNvSpPr/>
      </dsp:nvSpPr>
      <dsp:spPr>
        <a:xfrm>
          <a:off x="400050" y="2577839"/>
          <a:ext cx="7277101" cy="413280"/>
        </a:xfrm>
        <a:prstGeom prst="roundRect">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A table constraint can apply to more than one column in a table and is declared independently from a </a:t>
          </a:r>
          <a:r>
            <a:rPr lang="en-US" sz="1400" b="1" kern="1200">
              <a:latin typeface="Calibri" pitchFamily="34" charset="0"/>
              <a:cs typeface="Calibri" pitchFamily="34" charset="0"/>
            </a:rPr>
            <a:t>column definition.</a:t>
          </a:r>
          <a:endParaRPr lang="en-US" sz="1400" b="1" kern="1200" dirty="0">
            <a:latin typeface="Calibri" pitchFamily="34" charset="0"/>
            <a:cs typeface="Calibri" pitchFamily="34" charset="0"/>
          </a:endParaRPr>
        </a:p>
      </dsp:txBody>
      <dsp:txXfrm>
        <a:off x="420225" y="2598014"/>
        <a:ext cx="7236751" cy="372930"/>
      </dsp:txXfrm>
    </dsp:sp>
    <dsp:sp modelId="{2EBB4B53-46AB-41C5-859C-D0BE6E1B248C}">
      <dsp:nvSpPr>
        <dsp:cNvPr id="0" name=""/>
        <dsp:cNvSpPr/>
      </dsp:nvSpPr>
      <dsp:spPr>
        <a:xfrm>
          <a:off x="0" y="3419520"/>
          <a:ext cx="8001000" cy="352800"/>
        </a:xfrm>
        <a:prstGeom prst="rect">
          <a:avLst/>
        </a:prstGeom>
        <a:solidFill>
          <a:srgbClr val="FFFFFF">
            <a:alpha val="0"/>
          </a:srgb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3EDEEC74-B359-4170-BB40-8D96C10D24C9}">
      <dsp:nvSpPr>
        <dsp:cNvPr id="0" name=""/>
        <dsp:cNvSpPr/>
      </dsp:nvSpPr>
      <dsp:spPr>
        <a:xfrm>
          <a:off x="400050" y="3212880"/>
          <a:ext cx="7277101" cy="41328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pitchFamily="34" charset="0"/>
              <a:cs typeface="Calibri" pitchFamily="34" charset="0"/>
            </a:rPr>
            <a:t>Table constraints must be used when more than one column is included in a constraint.</a:t>
          </a:r>
        </a:p>
      </dsp:txBody>
      <dsp:txXfrm>
        <a:off x="420225" y="3233055"/>
        <a:ext cx="7236751"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37422-C560-4C42-8C7A-0DA04E55B9BB}">
      <dsp:nvSpPr>
        <dsp:cNvPr id="0" name=""/>
        <dsp:cNvSpPr/>
      </dsp:nvSpPr>
      <dsp:spPr>
        <a:xfrm>
          <a:off x="0" y="608699"/>
          <a:ext cx="8001000" cy="1033200"/>
        </a:xfrm>
        <a:prstGeom prst="rect">
          <a:avLst/>
        </a:prstGeom>
        <a:solidFill>
          <a:srgbClr val="FFFFFF">
            <a:alpha val="0"/>
          </a:srgb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B940FC-8FA1-4568-B447-0EEB4A38217C}">
      <dsp:nvSpPr>
        <dsp:cNvPr id="0" name=""/>
        <dsp:cNvSpPr/>
      </dsp:nvSpPr>
      <dsp:spPr>
        <a:xfrm>
          <a:off x="419116" y="50718"/>
          <a:ext cx="7200875" cy="12103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A </a:t>
          </a:r>
          <a:r>
            <a:rPr lang="en-US" sz="1600" b="0" kern="1200" dirty="0">
              <a:latin typeface="Courier New" pitchFamily="49" charset="0"/>
              <a:cs typeface="Courier New" pitchFamily="49" charset="0"/>
            </a:rPr>
            <a:t>NOT</a:t>
          </a:r>
          <a:r>
            <a:rPr lang="en-US" sz="1600" b="0" kern="1200" dirty="0">
              <a:latin typeface="Calibri" pitchFamily="34" charset="0"/>
              <a:cs typeface="Calibri" pitchFamily="34" charset="0"/>
            </a:rPr>
            <a:t> </a:t>
          </a:r>
          <a:r>
            <a:rPr lang="en-US" sz="1600" b="0" kern="1200" dirty="0">
              <a:latin typeface="Courier New" pitchFamily="49" charset="0"/>
              <a:cs typeface="Courier New" pitchFamily="49" charset="0"/>
            </a:rPr>
            <a:t>NULL</a:t>
          </a:r>
          <a:r>
            <a:rPr lang="en-US" sz="1600" b="1" kern="1200" dirty="0">
              <a:latin typeface="Calibri" pitchFamily="34" charset="0"/>
              <a:cs typeface="Calibri" pitchFamily="34" charset="0"/>
            </a:rPr>
            <a:t> constraint enforces that the column will not accept null values.</a:t>
          </a:r>
        </a:p>
      </dsp:txBody>
      <dsp:txXfrm>
        <a:off x="478199" y="109801"/>
        <a:ext cx="7082709" cy="1092154"/>
      </dsp:txXfrm>
    </dsp:sp>
    <dsp:sp modelId="{C6EBB0DE-782D-4729-AC1B-AFD6DD05183B}">
      <dsp:nvSpPr>
        <dsp:cNvPr id="0" name=""/>
        <dsp:cNvSpPr/>
      </dsp:nvSpPr>
      <dsp:spPr>
        <a:xfrm>
          <a:off x="0" y="2468459"/>
          <a:ext cx="8001000" cy="1033200"/>
        </a:xfrm>
        <a:prstGeom prst="rect">
          <a:avLst/>
        </a:prstGeom>
        <a:solidFill>
          <a:srgbClr val="FFFFFF">
            <a:alpha val="0"/>
          </a:srgb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9CD06469-F34B-4432-ADB5-7C825FE94111}">
      <dsp:nvSpPr>
        <dsp:cNvPr id="0" name=""/>
        <dsp:cNvSpPr/>
      </dsp:nvSpPr>
      <dsp:spPr>
        <a:xfrm>
          <a:off x="400050" y="1863299"/>
          <a:ext cx="7124706" cy="121032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693" tIns="0" rIns="21169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itchFamily="34" charset="0"/>
              <a:cs typeface="Calibri" pitchFamily="34" charset="0"/>
            </a:rPr>
            <a:t>The </a:t>
          </a:r>
          <a:r>
            <a:rPr lang="en-US" sz="1600" b="0" kern="1200" dirty="0">
              <a:latin typeface="Courier New" pitchFamily="49" charset="0"/>
              <a:cs typeface="Courier New" pitchFamily="49" charset="0"/>
            </a:rPr>
            <a:t>NOT</a:t>
          </a:r>
          <a:r>
            <a:rPr lang="en-US" sz="1600" b="0" kern="1200" dirty="0">
              <a:latin typeface="Calibri" pitchFamily="34" charset="0"/>
              <a:cs typeface="Calibri" pitchFamily="34" charset="0"/>
            </a:rPr>
            <a:t> </a:t>
          </a:r>
          <a:r>
            <a:rPr lang="en-US" sz="1600" b="0" kern="1200" dirty="0">
              <a:latin typeface="Courier New" pitchFamily="49" charset="0"/>
              <a:cs typeface="Courier New" pitchFamily="49" charset="0"/>
            </a:rPr>
            <a:t>NULL</a:t>
          </a:r>
          <a:r>
            <a:rPr lang="en-US" sz="1600" b="1" kern="1200" dirty="0">
              <a:latin typeface="Calibri" pitchFamily="34" charset="0"/>
              <a:cs typeface="Calibri" pitchFamily="34" charset="0"/>
            </a:rPr>
            <a:t> constraints are used to enforce domain integrity, similar to </a:t>
          </a:r>
          <a:r>
            <a:rPr lang="en-US" sz="1600" b="0" kern="1200" dirty="0">
              <a:latin typeface="Courier New" pitchFamily="49" charset="0"/>
              <a:cs typeface="Courier New" pitchFamily="49" charset="0"/>
            </a:rPr>
            <a:t>CHECK</a:t>
          </a:r>
          <a:r>
            <a:rPr lang="en-US" sz="1600" b="1" kern="1200" dirty="0">
              <a:latin typeface="Calibri" pitchFamily="34" charset="0"/>
              <a:cs typeface="Calibri" pitchFamily="34" charset="0"/>
            </a:rPr>
            <a:t> constraints.</a:t>
          </a:r>
        </a:p>
      </dsp:txBody>
      <dsp:txXfrm>
        <a:off x="459133" y="1922382"/>
        <a:ext cx="7006540" cy="10921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A64BD5E-3635-469D-83E9-0B8E9F9E5CF0}" type="datetimeFigureOut">
              <a:rPr lang="en-US" smtClean="0"/>
              <a:t>10/14/2021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834DD31-C011-4C27-BF09-0E53B924ED7D}" type="slidenum">
              <a:rPr lang="en-US" smtClean="0"/>
              <a:t>‹#›</a:t>
            </a:fld>
            <a:endParaRPr lang="en-US"/>
          </a:p>
        </p:txBody>
      </p:sp>
    </p:spTree>
    <p:extLst>
      <p:ext uri="{BB962C8B-B14F-4D97-AF65-F5344CB8AC3E}">
        <p14:creationId xmlns:p14="http://schemas.microsoft.com/office/powerpoint/2010/main" val="72650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6: Tạo các bảng</a:t>
            </a:r>
          </a:p>
        </p:txBody>
      </p:sp>
      <p:sp>
        <p:nvSpPr>
          <p:cNvPr id="4" name="Slide Number Placeholder 3"/>
          <p:cNvSpPr>
            <a:spLocks noGrp="1"/>
          </p:cNvSpPr>
          <p:nvPr>
            <p:ph type="sldNum" sz="quarter" idx="5"/>
          </p:nvPr>
        </p:nvSpPr>
        <p:spPr/>
        <p:txBody>
          <a:bodyPr/>
          <a:lstStyle/>
          <a:p>
            <a:fld id="{9834DD31-C011-4C27-BF09-0E53B924ED7D}" type="slidenum">
              <a:rPr lang="en-US" smtClean="0"/>
              <a:t>1</a:t>
            </a:fld>
            <a:endParaRPr lang="en-US"/>
          </a:p>
        </p:txBody>
      </p:sp>
    </p:spTree>
    <p:extLst>
      <p:ext uri="{BB962C8B-B14F-4D97-AF65-F5344CB8AC3E}">
        <p14:creationId xmlns:p14="http://schemas.microsoft.com/office/powerpoint/2010/main" val="1240063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a:t>Mô tả quy trình để tạo, sửa đổi và </a:t>
            </a:r>
            <a:r>
              <a:rPr lang="en-US"/>
              <a:t>xóa</a:t>
            </a:r>
            <a:r>
              <a:rPr lang="vi-VN"/>
              <a:t> các bảng trong cơ sở dữ liệu SQL Server</a:t>
            </a:r>
          </a:p>
          <a:p>
            <a:pPr marL="171450" indent="-171450">
              <a:buFont typeface="Arial" panose="020B0604020202020204" pitchFamily="34" charset="0"/>
              <a:buChar char="•"/>
            </a:pPr>
            <a:r>
              <a:rPr lang="vi-VN"/>
              <a:t>Mô tả quy trình để thêm, sửa đổi và </a:t>
            </a:r>
            <a:r>
              <a:rPr lang="en-US"/>
              <a:t>xóa</a:t>
            </a:r>
            <a:r>
              <a:rPr lang="vi-VN"/>
              <a:t> các cột trong một bảng</a:t>
            </a:r>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a:t>
            </a:fld>
            <a:endParaRPr lang="en-US" dirty="0"/>
          </a:p>
        </p:txBody>
      </p:sp>
    </p:spTree>
    <p:extLst>
      <p:ext uri="{BB962C8B-B14F-4D97-AF65-F5344CB8AC3E}">
        <p14:creationId xmlns:p14="http://schemas.microsoft.com/office/powerpoint/2010/main" val="1443771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bảng</a:t>
            </a:r>
          </a:p>
          <a:p>
            <a:r>
              <a:rPr lang="en-US"/>
              <a:t>Cú pháp:</a:t>
            </a:r>
          </a:p>
          <a:p>
            <a:pPr lvl="1"/>
            <a:r>
              <a:rPr lang="en-US"/>
              <a:t>CREATE TABLE [database_name. [schema_name].| schema_name.]table_name</a:t>
            </a:r>
          </a:p>
          <a:p>
            <a:pPr lvl="1"/>
            <a:r>
              <a:rPr lang="en-US" b="1">
                <a:solidFill>
                  <a:srgbClr val="FF0000"/>
                </a:solidFill>
              </a:rPr>
              <a:t>([&lt;column_name&gt;] [data_type] Null/Not Null,)</a:t>
            </a:r>
          </a:p>
          <a:p>
            <a:pPr lvl="1"/>
            <a:r>
              <a:rPr lang="en-US"/>
              <a:t>ON [filegroup | “default”]</a:t>
            </a:r>
          </a:p>
          <a:p>
            <a:pPr marL="171450" lvl="0" indent="-171450">
              <a:buFont typeface="Arial" panose="020B0604020202020204" pitchFamily="34" charset="0"/>
              <a:buChar char="•"/>
            </a:pPr>
            <a:r>
              <a:rPr lang="en-US" b="1"/>
              <a:t>t</a:t>
            </a:r>
            <a:r>
              <a:rPr lang="vi-VN" b="1"/>
              <a:t>able_name</a:t>
            </a:r>
            <a:r>
              <a:rPr lang="vi-VN"/>
              <a:t>: là tên của bảng mới, tối đa 128 ký tự.</a:t>
            </a:r>
          </a:p>
          <a:p>
            <a:pPr marL="171450" lvl="0" indent="-171450">
              <a:buFont typeface="Arial" panose="020B0604020202020204" pitchFamily="34" charset="0"/>
              <a:buChar char="•"/>
            </a:pPr>
            <a:r>
              <a:rPr lang="en-US" sz="1200" b="1">
                <a:cs typeface="Courier New" pitchFamily="49" charset="0"/>
              </a:rPr>
              <a:t>column_name</a:t>
            </a:r>
            <a:r>
              <a:rPr lang="vi-VN"/>
              <a:t>: là tên của một cột trong bảng. Lên đến 128 ký tự. </a:t>
            </a:r>
            <a:r>
              <a:rPr lang="en-US" sz="1200" b="1">
                <a:cs typeface="Courier New" pitchFamily="49" charset="0"/>
              </a:rPr>
              <a:t>column_name </a:t>
            </a:r>
            <a:r>
              <a:rPr lang="vi-VN"/>
              <a:t>không được chỉ định cho các cột được tạo bằng kiểu dữ liệu thời gian. Tên cột mặc định của cột thời gian là thời gian.</a:t>
            </a:r>
            <a:endParaRPr lang="en-US"/>
          </a:p>
          <a:p>
            <a:pPr marL="0" lvl="0" indent="0">
              <a:buFont typeface="Arial" panose="020B0604020202020204" pitchFamily="34" charset="0"/>
              <a:buNone/>
            </a:pPr>
            <a:r>
              <a:rPr lang="en-US"/>
              <a:t>Ví dụ:</a:t>
            </a:r>
          </a:p>
          <a:p>
            <a:pPr lvl="1"/>
            <a:r>
              <a:rPr lang="en-US" b="1"/>
              <a:t>CREATE TABLE [dbo].[Customer_1](</a:t>
            </a:r>
          </a:p>
          <a:p>
            <a:pPr lvl="1"/>
            <a:r>
              <a:rPr lang="en-US" b="1"/>
              <a:t>[Customer_id number] [numeric](10, 0) NOT NULL,</a:t>
            </a:r>
          </a:p>
          <a:p>
            <a:pPr lvl="1"/>
            <a:r>
              <a:rPr lang="en-US" b="1"/>
              <a:t>[Customer_name] [varchar](50) NOT NULL)</a:t>
            </a:r>
          </a:p>
          <a:p>
            <a:pPr lvl="1"/>
            <a:r>
              <a:rPr lang="en-US" b="1"/>
              <a:t>ON [PRIMARY]</a:t>
            </a:r>
          </a:p>
          <a:p>
            <a:pPr lvl="1"/>
            <a:r>
              <a:rPr lang="en-US" b="1"/>
              <a:t>GO</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3</a:t>
            </a:fld>
            <a:endParaRPr lang="en-US" dirty="0"/>
          </a:p>
        </p:txBody>
      </p:sp>
    </p:spTree>
    <p:extLst>
      <p:ext uri="{BB962C8B-B14F-4D97-AF65-F5344CB8AC3E}">
        <p14:creationId xmlns:p14="http://schemas.microsoft.com/office/powerpoint/2010/main" val="899416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Sửa đổi bảng</a:t>
            </a:r>
          </a:p>
          <a:p>
            <a:pPr marL="171450" indent="-171450">
              <a:buFont typeface="Arial" panose="020B0604020202020204" pitchFamily="34" charset="0"/>
              <a:buChar char="•"/>
            </a:pPr>
            <a:r>
              <a:rPr lang="vi-VN" b="0"/>
              <a:t>Câu lệnh </a:t>
            </a:r>
            <a:r>
              <a:rPr lang="vi-VN" b="1"/>
              <a:t>ALTER TABLE </a:t>
            </a:r>
            <a:r>
              <a:rPr lang="vi-VN" b="0"/>
              <a:t>được sử dụng để sửa đổi định nghĩa bảng bằng cách thay đổi, thêm hoặc bỏ các cột và ràng buộc, phân bổ lại các phân vùng hoặc vô hiệu hóa hoặc cho phép các ràng buộc và kích hoạt.</a:t>
            </a:r>
            <a:endParaRPr lang="en-US" b="0"/>
          </a:p>
          <a:p>
            <a:pPr marL="0" indent="0">
              <a:buFont typeface="Arial" panose="020B0604020202020204" pitchFamily="34" charset="0"/>
              <a:buNone/>
            </a:pPr>
            <a:r>
              <a:rPr lang="en-US" b="0"/>
              <a:t>Cú pháp:</a:t>
            </a:r>
          </a:p>
          <a:p>
            <a:pPr lvl="2"/>
            <a:r>
              <a:rPr lang="en-US" b="1"/>
              <a:t>ALTER TABLE [[database_name. [schema_name].| schema_name.]table_name</a:t>
            </a:r>
          </a:p>
          <a:p>
            <a:pPr lvl="2"/>
            <a:r>
              <a:rPr lang="en-US" b="1"/>
              <a:t>ALTER COLUMN ([&lt;column_name&gt;] [data_type] Null/Not Null,);</a:t>
            </a:r>
          </a:p>
          <a:p>
            <a:pPr lvl="2"/>
            <a:r>
              <a:rPr lang="en-US" b="1"/>
              <a:t>| DROP COLUMN ([&lt;column_name&gt;];</a:t>
            </a:r>
          </a:p>
          <a:p>
            <a:pPr lvl="2"/>
            <a:r>
              <a:rPr lang="en-US" b="1"/>
              <a:t>| ADD ([&lt;column_name&gt;] [data_type] Null/Not Null,);</a:t>
            </a:r>
          </a:p>
          <a:p>
            <a:pPr marL="171450" lvl="0" indent="-171450">
              <a:buFont typeface="Arial" panose="020B0604020202020204" pitchFamily="34" charset="0"/>
              <a:buChar char="•"/>
            </a:pPr>
            <a:r>
              <a:rPr lang="en-US" sz="1200" b="1">
                <a:cs typeface="Courier New" pitchFamily="49" charset="0"/>
              </a:rPr>
              <a:t>ALTER COLUMN</a:t>
            </a:r>
            <a:r>
              <a:rPr lang="vi-VN"/>
              <a:t>: Chỉ định rằng cột cụ thể sẽ được thay đổi hoặc sửa đổi.</a:t>
            </a:r>
          </a:p>
          <a:p>
            <a:pPr marL="171450" lvl="0" indent="-171450">
              <a:buFont typeface="Arial" panose="020B0604020202020204" pitchFamily="34" charset="0"/>
              <a:buChar char="•"/>
            </a:pPr>
            <a:r>
              <a:rPr lang="en-US" sz="1200" b="1">
                <a:cs typeface="Courier New" pitchFamily="49" charset="0"/>
              </a:rPr>
              <a:t>DROP COLUMN </a:t>
            </a:r>
            <a:r>
              <a:rPr lang="vi-VN" b="1"/>
              <a:t>([&lt;</a:t>
            </a:r>
            <a:r>
              <a:rPr lang="en-US" sz="1200" b="1">
                <a:cs typeface="Courier New" pitchFamily="49" charset="0"/>
              </a:rPr>
              <a:t>column_name</a:t>
            </a:r>
            <a:r>
              <a:rPr lang="vi-VN" b="1"/>
              <a:t>&gt;]</a:t>
            </a:r>
            <a:r>
              <a:rPr lang="vi-VN"/>
              <a:t>: Chỉ định rằng </a:t>
            </a:r>
            <a:r>
              <a:rPr lang="en-US" sz="1200" b="1">
                <a:cs typeface="Courier New" pitchFamily="49" charset="0"/>
              </a:rPr>
              <a:t>column_name</a:t>
            </a:r>
            <a:r>
              <a:rPr lang="en-US" sz="1200" b="1">
                <a:latin typeface="Calibri" pitchFamily="34" charset="0"/>
                <a:cs typeface="Calibri" pitchFamily="34" charset="0"/>
              </a:rPr>
              <a:t> </a:t>
            </a:r>
            <a:r>
              <a:rPr lang="vi-VN"/>
              <a:t>sẽ bị xóa khỏi bảng.</a:t>
            </a:r>
          </a:p>
          <a:p>
            <a:pPr marL="171450" lvl="0" indent="-171450">
              <a:buFont typeface="Arial" panose="020B0604020202020204" pitchFamily="34" charset="0"/>
              <a:buChar char="•"/>
            </a:pPr>
            <a:r>
              <a:rPr lang="en-US" sz="1200" b="1">
                <a:cs typeface="Courier New" pitchFamily="49" charset="0"/>
              </a:rPr>
              <a:t>ADD</a:t>
            </a:r>
            <a:r>
              <a:rPr lang="vi-VN"/>
              <a:t>: Chỉ định rằng một hoặc nhiều định nghĩa cột sẽ được thêm vào.</a:t>
            </a:r>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4</a:t>
            </a:fld>
            <a:endParaRPr lang="en-US" dirty="0"/>
          </a:p>
        </p:txBody>
      </p:sp>
    </p:spTree>
    <p:extLst>
      <p:ext uri="{BB962C8B-B14F-4D97-AF65-F5344CB8AC3E}">
        <p14:creationId xmlns:p14="http://schemas.microsoft.com/office/powerpoint/2010/main" val="1827287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Sửa đổi bảng</a:t>
            </a:r>
          </a:p>
          <a:p>
            <a:pPr marL="171450" indent="-171450">
              <a:buFont typeface="Arial" panose="020B0604020202020204" pitchFamily="34" charset="0"/>
              <a:buChar char="•"/>
            </a:pPr>
            <a:r>
              <a:rPr lang="en-US"/>
              <a:t>Đoạn mã sau chứng minh việc thay đổi cột </a:t>
            </a:r>
            <a:r>
              <a:rPr lang="en-US" b="1"/>
              <a:t>Customer_id</a:t>
            </a:r>
            <a:r>
              <a:rPr lang="en-US"/>
              <a:t>:</a:t>
            </a:r>
          </a:p>
          <a:p>
            <a:pPr lvl="1"/>
            <a:r>
              <a:rPr lang="en-US"/>
              <a:t>USE [CUST_DB]</a:t>
            </a:r>
          </a:p>
          <a:p>
            <a:pPr lvl="1"/>
            <a:r>
              <a:rPr lang="en-US" b="1"/>
              <a:t>ALTER TABLE </a:t>
            </a:r>
            <a:r>
              <a:rPr lang="en-US"/>
              <a:t>[dbo].[Customer_1]</a:t>
            </a:r>
          </a:p>
          <a:p>
            <a:pPr lvl="1"/>
            <a:r>
              <a:rPr lang="en-US"/>
              <a:t>   </a:t>
            </a:r>
            <a:r>
              <a:rPr lang="en-US" b="1"/>
              <a:t>ALTER Column </a:t>
            </a:r>
            <a:r>
              <a:rPr lang="en-US"/>
              <a:t>[Customer_id number] [numeric](12, 0) NOT NULL;</a:t>
            </a:r>
          </a:p>
          <a:p>
            <a:pPr marL="171450" lvl="0" indent="-171450">
              <a:buFont typeface="Arial" panose="020B0604020202020204" pitchFamily="34" charset="0"/>
              <a:buChar char="•"/>
            </a:pPr>
            <a:r>
              <a:rPr lang="en-US"/>
              <a:t>Đoạn mã sau chứng minh thêm cột </a:t>
            </a:r>
            <a:r>
              <a:rPr lang="en-US" b="1"/>
              <a:t>Contact_Number</a:t>
            </a:r>
            <a:r>
              <a:rPr lang="en-US"/>
              <a:t>:</a:t>
            </a:r>
          </a:p>
          <a:p>
            <a:pPr lvl="1"/>
            <a:r>
              <a:rPr lang="en-US"/>
              <a:t>USE [CUST_DB]</a:t>
            </a:r>
          </a:p>
          <a:p>
            <a:pPr lvl="1"/>
            <a:r>
              <a:rPr lang="en-US" b="1"/>
              <a:t>ALTER TABLE </a:t>
            </a:r>
            <a:r>
              <a:rPr lang="en-US"/>
              <a:t>[dbo].[Table_1]</a:t>
            </a:r>
          </a:p>
          <a:p>
            <a:pPr lvl="1"/>
            <a:r>
              <a:rPr lang="en-US"/>
              <a:t>   </a:t>
            </a:r>
            <a:r>
              <a:rPr lang="en-US" b="1"/>
              <a:t>ADD</a:t>
            </a:r>
            <a:r>
              <a:rPr lang="en-US"/>
              <a:t> [Contact_number] [numeric](12, 0) NOT NULL;</a:t>
            </a:r>
          </a:p>
          <a:p>
            <a:pPr marL="171450" lvl="0" indent="-171450">
              <a:buFont typeface="Arial" panose="020B0604020202020204" pitchFamily="34" charset="0"/>
              <a:buChar char="•"/>
            </a:pPr>
            <a:r>
              <a:rPr lang="en-US"/>
              <a:t>Đoạn mã sau đây chứng minh việc xóa cột </a:t>
            </a:r>
            <a:r>
              <a:rPr lang="en-US" b="1"/>
              <a:t>Contact_Number</a:t>
            </a:r>
            <a:r>
              <a:rPr lang="en-US"/>
              <a:t>:</a:t>
            </a:r>
          </a:p>
          <a:p>
            <a:pPr lvl="1"/>
            <a:r>
              <a:rPr lang="en-US"/>
              <a:t>USE [CUST_DB]</a:t>
            </a:r>
          </a:p>
          <a:p>
            <a:pPr lvl="1"/>
            <a:r>
              <a:rPr lang="en-US" b="1"/>
              <a:t>ALTER TABLE </a:t>
            </a:r>
            <a:r>
              <a:rPr lang="en-US"/>
              <a:t>[dbo].[Table_1]</a:t>
            </a:r>
          </a:p>
          <a:p>
            <a:pPr lvl="1"/>
            <a:r>
              <a:rPr lang="en-US"/>
              <a:t>   </a:t>
            </a:r>
            <a:r>
              <a:rPr lang="en-US" b="1"/>
              <a:t>DROP COLUMN </a:t>
            </a:r>
            <a:r>
              <a:rPr lang="en-US"/>
              <a:t>[Contact_name];</a:t>
            </a:r>
          </a:p>
          <a:p>
            <a:pPr marL="171450" indent="-171450">
              <a:buFont typeface="Arial" panose="020B0604020202020204" pitchFamily="34" charset="0"/>
              <a:buChar char="•"/>
            </a:pPr>
            <a:r>
              <a:rPr lang="vi-VN"/>
              <a:t>Trong một số điều kiện nhất định, các cột không thể được </a:t>
            </a:r>
            <a:r>
              <a:rPr lang="en-US"/>
              <a:t>xóa</a:t>
            </a:r>
            <a:r>
              <a:rPr lang="vi-VN"/>
              <a:t>, chẳng hạn như, nếu chúng được sử dụng trong một </a:t>
            </a:r>
            <a:r>
              <a:rPr lang="en-US" sz="1200" b="1">
                <a:cs typeface="Courier New" pitchFamily="49" charset="0"/>
              </a:rPr>
              <a:t>CHECK</a:t>
            </a:r>
            <a:r>
              <a:rPr lang="vi-VN"/>
              <a:t>, </a:t>
            </a:r>
            <a:r>
              <a:rPr lang="en-US" sz="1200" b="1">
                <a:cs typeface="Courier New" pitchFamily="49" charset="0"/>
              </a:rPr>
              <a:t>FOREIGN KEY</a:t>
            </a:r>
            <a:r>
              <a:rPr lang="vi-VN"/>
              <a:t>, </a:t>
            </a:r>
            <a:r>
              <a:rPr lang="en-US" sz="1200" b="1">
                <a:cs typeface="Courier New" pitchFamily="49" charset="0"/>
              </a:rPr>
              <a:t>UNIQUE</a:t>
            </a:r>
            <a:r>
              <a:rPr lang="en-US" sz="1200">
                <a:cs typeface="Courier New" pitchFamily="49" charset="0"/>
              </a:rPr>
              <a:t> </a:t>
            </a:r>
            <a:r>
              <a:rPr lang="vi-VN"/>
              <a:t>hoặc </a:t>
            </a:r>
            <a:r>
              <a:rPr lang="vi-VN" b="0"/>
              <a:t>ràng buộc </a:t>
            </a:r>
            <a:r>
              <a:rPr lang="en-US" sz="1200" b="1">
                <a:cs typeface="Courier New" pitchFamily="49" charset="0"/>
              </a:rPr>
              <a:t>PRIMARY KEY</a:t>
            </a:r>
            <a:r>
              <a:rPr lang="en-US" sz="1200" b="1">
                <a:latin typeface="Calibri" pitchFamily="34" charset="0"/>
                <a:cs typeface="Calibri" pitchFamily="34" charset="0"/>
              </a:rPr>
              <a:t> </a:t>
            </a:r>
            <a:r>
              <a:rPr lang="vi-VN"/>
              <a:t>, được liên kết với một định nghĩa </a:t>
            </a:r>
            <a:r>
              <a:rPr lang="en-US" sz="1200" b="1">
                <a:cs typeface="Courier New" pitchFamily="49" charset="0"/>
              </a:rPr>
              <a:t>DEFAULT</a:t>
            </a:r>
            <a:r>
              <a:rPr lang="vi-VN"/>
              <a:t>, v.v.</a:t>
            </a:r>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5</a:t>
            </a:fld>
            <a:endParaRPr lang="en-US" dirty="0"/>
          </a:p>
        </p:txBody>
      </p:sp>
    </p:spTree>
    <p:extLst>
      <p:ext uri="{BB962C8B-B14F-4D97-AF65-F5344CB8AC3E}">
        <p14:creationId xmlns:p14="http://schemas.microsoft.com/office/powerpoint/2010/main" val="3724009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Xóa bảng</a:t>
            </a:r>
          </a:p>
          <a:p>
            <a:pPr marL="171450" indent="-171450">
              <a:buFont typeface="Arial" panose="020B0604020202020204" pitchFamily="34" charset="0"/>
              <a:buChar char="•"/>
            </a:pPr>
            <a:r>
              <a:rPr lang="vi-VN" b="0"/>
              <a:t>Câu lệnh </a:t>
            </a:r>
            <a:r>
              <a:rPr lang="en-US" sz="1200" b="1">
                <a:cs typeface="Courier New" pitchFamily="49" charset="0"/>
              </a:rPr>
              <a:t>DROP TABLE</a:t>
            </a:r>
            <a:r>
              <a:rPr lang="en-US" sz="1200" b="1">
                <a:latin typeface="Calibri" pitchFamily="34" charset="0"/>
                <a:cs typeface="Calibri" pitchFamily="34" charset="0"/>
              </a:rPr>
              <a:t> </a:t>
            </a:r>
            <a:r>
              <a:rPr lang="vi-VN" b="0"/>
              <a:t>loại bỏ một định nghĩa bảng, dữ liệu của nó và tất cả các đối tượng liên quan như chỉ mục, kích hoạt, ràng buộc và thông số kỹ thuật cho phép cho bảng đó.</a:t>
            </a:r>
            <a:endParaRPr lang="en-US" b="0"/>
          </a:p>
          <a:p>
            <a:pPr marL="171450" indent="-171450">
              <a:buFont typeface="Arial" panose="020B0604020202020204" pitchFamily="34" charset="0"/>
              <a:buChar char="•"/>
            </a:pPr>
            <a:r>
              <a:rPr lang="en-US" b="0"/>
              <a:t>Cú pháp:</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a:t>	</a:t>
            </a:r>
            <a:r>
              <a:rPr lang="en-US" b="1"/>
              <a:t>DROP TABLE &lt;Table_Name&gt;</a:t>
            </a:r>
          </a:p>
          <a:p>
            <a:pPr marL="171450" indent="-171450">
              <a:buFont typeface="Arial" panose="020B0604020202020204" pitchFamily="34" charset="0"/>
              <a:buChar char="•"/>
            </a:pPr>
            <a:r>
              <a:rPr lang="en-US" b="0"/>
              <a:t>Ví dụ:</a:t>
            </a:r>
          </a:p>
          <a:p>
            <a:pPr lvl="2"/>
            <a:r>
              <a:rPr lang="en-US" b="1"/>
              <a:t>USE [CUST_DB]</a:t>
            </a:r>
          </a:p>
          <a:p>
            <a:pPr lvl="2"/>
            <a:r>
              <a:rPr lang="en-US" b="1"/>
              <a:t>DROP TABLE [dbo].[Table_1]</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6</a:t>
            </a:fld>
            <a:endParaRPr lang="en-US" dirty="0"/>
          </a:p>
        </p:txBody>
      </p:sp>
    </p:spTree>
    <p:extLst>
      <p:ext uri="{BB962C8B-B14F-4D97-AF65-F5344CB8AC3E}">
        <p14:creationId xmlns:p14="http://schemas.microsoft.com/office/powerpoint/2010/main" val="737698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Cột có khả năng rỗng</a:t>
            </a:r>
          </a:p>
          <a:p>
            <a:pPr marL="171450" indent="-171450">
              <a:buFont typeface="Arial" panose="020B0604020202020204" pitchFamily="34" charset="0"/>
              <a:buChar char="•"/>
            </a:pPr>
            <a:r>
              <a:rPr lang="en-US" b="0"/>
              <a:t>Tính năng </a:t>
            </a:r>
            <a:r>
              <a:rPr lang="en-US" b="1"/>
              <a:t>nullability</a:t>
            </a:r>
            <a:r>
              <a:rPr lang="en-US" b="0"/>
              <a:t> của một cột xác định xem các hàng trong bảng có thể chứa giá trị </a:t>
            </a:r>
            <a:r>
              <a:rPr lang="en-US" b="1"/>
              <a:t>null </a:t>
            </a:r>
            <a:r>
              <a:rPr lang="en-US" b="0"/>
              <a:t>cho cột đó hay không.</a:t>
            </a:r>
          </a:p>
          <a:p>
            <a:pPr marL="171450" indent="-171450">
              <a:buFont typeface="Arial" panose="020B0604020202020204" pitchFamily="34" charset="0"/>
              <a:buChar char="•"/>
            </a:pPr>
            <a:r>
              <a:rPr lang="vi-VN" b="0"/>
              <a:t>Giá trị </a:t>
            </a:r>
            <a:r>
              <a:rPr lang="vi-VN" b="1"/>
              <a:t>null</a:t>
            </a:r>
            <a:r>
              <a:rPr lang="vi-VN" b="0"/>
              <a:t> không giống như Zero, trống hoặc chuỗi ký tự có độ dài bằng không (chẳng hạn như ‘’)</a:t>
            </a:r>
            <a:endParaRPr lang="en-US" b="0"/>
          </a:p>
          <a:p>
            <a:pPr marL="171450" indent="-171450">
              <a:buFont typeface="Arial" panose="020B0604020202020204" pitchFamily="34" charset="0"/>
              <a:buChar char="•"/>
            </a:pPr>
            <a:r>
              <a:rPr lang="vi-VN" b="1"/>
              <a:t>Nullability</a:t>
            </a:r>
            <a:r>
              <a:rPr lang="vi-VN" b="0"/>
              <a:t> có thể được xác định hoặc khi tạo một bảng hoặc sửa đổi một bảng.</a:t>
            </a:r>
            <a:endParaRPr lang="en-US" b="0"/>
          </a:p>
          <a:p>
            <a:pPr marL="171450" indent="-171450">
              <a:buFont typeface="Arial" panose="020B0604020202020204" pitchFamily="34" charset="0"/>
              <a:buChar char="•"/>
            </a:pPr>
            <a:r>
              <a:rPr lang="vi-VN" b="0"/>
              <a:t>Khi chèn một hàng, nếu không có giá trị nào được đưa ra cho một cột </a:t>
            </a:r>
            <a:r>
              <a:rPr lang="vi-VN" b="1"/>
              <a:t>nullable</a:t>
            </a:r>
            <a:r>
              <a:rPr lang="vi-VN" b="0"/>
              <a:t>, thì SQL Server sẽ tự động cung cấp cho nó giá trị </a:t>
            </a:r>
            <a:r>
              <a:rPr lang="vi-VN" b="1"/>
              <a:t>null</a:t>
            </a:r>
            <a:r>
              <a:rPr lang="vi-VN" b="0"/>
              <a:t> trừ khi cột đã được cung cấp một giá trị mặc định</a:t>
            </a:r>
            <a:endParaRPr lang="en-US" b="0"/>
          </a:p>
          <a:p>
            <a:pPr marL="171450" indent="-171450">
              <a:buFont typeface="Arial" panose="020B0604020202020204" pitchFamily="34" charset="0"/>
              <a:buChar char="•"/>
            </a:pPr>
            <a:r>
              <a:rPr lang="en-US" b="0"/>
              <a:t>Ví dụ:</a:t>
            </a:r>
          </a:p>
          <a:p>
            <a:pPr lvl="1"/>
            <a:r>
              <a:rPr lang="en-US" b="1"/>
              <a:t>USE [CUST_DB]</a:t>
            </a:r>
          </a:p>
          <a:p>
            <a:pPr lvl="1"/>
            <a:r>
              <a:rPr lang="en-US" b="1"/>
              <a:t>CREATE TABLE StoreDetails ( StoreID int NOT NULL, Name varchar(40) NULL)</a:t>
            </a:r>
          </a:p>
          <a:p>
            <a:pPr lvl="1"/>
            <a:r>
              <a:rPr lang="en-US" b="1"/>
              <a:t>GO</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7</a:t>
            </a:fld>
            <a:endParaRPr lang="en-US" dirty="0"/>
          </a:p>
        </p:txBody>
      </p:sp>
    </p:spTree>
    <p:extLst>
      <p:ext uri="{BB962C8B-B14F-4D97-AF65-F5344CB8AC3E}">
        <p14:creationId xmlns:p14="http://schemas.microsoft.com/office/powerpoint/2010/main" val="3445803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Định nghĩa DEFAULT</a:t>
            </a:r>
          </a:p>
          <a:p>
            <a:pPr marL="171450" indent="-171450">
              <a:buFont typeface="Arial" panose="020B0604020202020204" pitchFamily="34" charset="0"/>
              <a:buChar char="•"/>
            </a:pPr>
            <a:r>
              <a:rPr lang="vi-VN" b="0"/>
              <a:t>Gán một giá trị mặc định cho cột nếu không có giá trị nào được đưa ra tại thời điểm tạo.</a:t>
            </a:r>
            <a:endParaRPr lang="en-US" b="0"/>
          </a:p>
          <a:p>
            <a:pPr marL="171450" indent="-171450">
              <a:buFont typeface="Arial" panose="020B0604020202020204" pitchFamily="34" charset="0"/>
              <a:buChar char="•"/>
            </a:pPr>
            <a:r>
              <a:rPr lang="vi-VN" b="0"/>
              <a:t>Khi một định nghĩa </a:t>
            </a:r>
            <a:r>
              <a:rPr lang="en-US" b="1"/>
              <a:t>DEFAULT </a:t>
            </a:r>
            <a:r>
              <a:rPr lang="vi-VN" b="0"/>
              <a:t>được thêm vào một cột hiện có, </a:t>
            </a:r>
            <a:r>
              <a:rPr lang="vi-VN" b="0" i="1"/>
              <a:t>SQL Server chỉ áp dụng các giá trị mặc định cho các hàng dữ liệu mới được thêm vào</a:t>
            </a:r>
            <a:r>
              <a:rPr lang="vi-VN" b="0"/>
              <a:t>.</a:t>
            </a:r>
            <a:endParaRPr lang="en-US" b="0"/>
          </a:p>
          <a:p>
            <a:pPr marL="171450" indent="-171450">
              <a:buFont typeface="Arial" panose="020B0604020202020204" pitchFamily="34" charset="0"/>
              <a:buChar char="•"/>
            </a:pPr>
            <a:r>
              <a:rPr lang="en-US" b="0"/>
              <a:t>Những mục s</a:t>
            </a:r>
            <a:r>
              <a:rPr lang="vi-VN" b="0"/>
              <a:t>au đây không thể được tạo trên các cột với các định nghĩa </a:t>
            </a:r>
            <a:r>
              <a:rPr lang="en-US" sz="1200" b="1">
                <a:cs typeface="Courier New" pitchFamily="49" charset="0"/>
              </a:rPr>
              <a:t>DEFAULT</a:t>
            </a:r>
            <a:r>
              <a:rPr lang="vi-VN" b="0"/>
              <a:t>:</a:t>
            </a:r>
            <a:endParaRPr lang="en-US" b="0"/>
          </a:p>
          <a:p>
            <a:pPr marL="628650" lvl="1" indent="-171450">
              <a:buFont typeface="Arial" panose="020B0604020202020204" pitchFamily="34" charset="0"/>
              <a:buChar char="•"/>
            </a:pPr>
            <a:r>
              <a:rPr lang="vi-VN" b="0"/>
              <a:t>Một kiểu dữ liệu </a:t>
            </a:r>
            <a:r>
              <a:rPr lang="en-US" sz="1200" b="1">
                <a:latin typeface="Calibri" pitchFamily="34" charset="0"/>
                <a:cs typeface="Calibri" pitchFamily="34" charset="0"/>
              </a:rPr>
              <a:t>timestamp</a:t>
            </a:r>
            <a:endParaRPr lang="vi-VN" b="0"/>
          </a:p>
          <a:p>
            <a:pPr marL="628650" lvl="1" indent="-171450">
              <a:buFont typeface="Arial" panose="020B0604020202020204" pitchFamily="34" charset="0"/>
              <a:buChar char="•"/>
            </a:pPr>
            <a:r>
              <a:rPr lang="vi-VN" b="0"/>
              <a:t>Một </a:t>
            </a:r>
            <a:r>
              <a:rPr lang="en-US" b="0"/>
              <a:t>thuộc tính </a:t>
            </a:r>
            <a:r>
              <a:rPr lang="en-US" sz="1200" b="1">
                <a:cs typeface="Courier New" pitchFamily="49" charset="0"/>
              </a:rPr>
              <a:t>IDENTITY</a:t>
            </a:r>
            <a:r>
              <a:rPr lang="en-US" sz="1200" b="1">
                <a:latin typeface="Calibri" pitchFamily="34" charset="0"/>
                <a:cs typeface="Calibri" pitchFamily="34" charset="0"/>
              </a:rPr>
              <a:t> </a:t>
            </a:r>
            <a:r>
              <a:rPr lang="en-US" sz="1200" b="0">
                <a:latin typeface="Calibri" pitchFamily="34" charset="0"/>
                <a:cs typeface="Calibri" pitchFamily="34" charset="0"/>
              </a:rPr>
              <a:t>hoặc</a:t>
            </a:r>
            <a:r>
              <a:rPr lang="en-US" sz="1200" b="1">
                <a:latin typeface="Calibri" pitchFamily="34" charset="0"/>
                <a:cs typeface="Calibri" pitchFamily="34" charset="0"/>
              </a:rPr>
              <a:t> </a:t>
            </a:r>
            <a:r>
              <a:rPr lang="en-US" sz="1200" b="1">
                <a:cs typeface="Courier New" pitchFamily="49" charset="0"/>
              </a:rPr>
              <a:t>ROWGUIDCOL</a:t>
            </a:r>
            <a:endParaRPr lang="en-US" sz="1200" b="1">
              <a:latin typeface="Calibri" pitchFamily="34" charset="0"/>
              <a:cs typeface="Calibri" pitchFamily="34" charset="0"/>
            </a:endParaRPr>
          </a:p>
          <a:p>
            <a:pPr marL="628650" lvl="1" indent="-171450">
              <a:buFont typeface="Arial" panose="020B0604020202020204" pitchFamily="34" charset="0"/>
              <a:buChar char="•"/>
            </a:pPr>
            <a:r>
              <a:rPr lang="vi-VN" b="0"/>
              <a:t>Một định nghĩa mặc định hoặc đối tượng mặc định hiện có</a:t>
            </a:r>
            <a:endParaRPr lang="en-US" b="0"/>
          </a:p>
          <a:p>
            <a:pPr marL="171450" lvl="0" indent="-171450">
              <a:buFont typeface="Arial" panose="020B0604020202020204" pitchFamily="34" charset="0"/>
              <a:buChar char="•"/>
            </a:pPr>
            <a:r>
              <a:rPr lang="en-US" b="0"/>
              <a:t>Ví dụ:</a:t>
            </a:r>
          </a:p>
          <a:p>
            <a:pPr lvl="2"/>
            <a:r>
              <a:rPr lang="en-US"/>
              <a:t>USE [CUST_DB]</a:t>
            </a:r>
          </a:p>
          <a:p>
            <a:pPr lvl="2">
              <a:lnSpc>
                <a:spcPct val="100000"/>
              </a:lnSpc>
              <a:spcBef>
                <a:spcPts val="600"/>
              </a:spcBef>
            </a:pPr>
            <a:r>
              <a:rPr lang="en-US"/>
              <a:t>CREATE TABLE StoreProduct( ProductID int NOT NULL, Name varchar(40) NOT NULL, rice money NOT NULL </a:t>
            </a:r>
            <a:r>
              <a:rPr lang="en-US" b="1"/>
              <a:t>DEFAULT (100)</a:t>
            </a:r>
            <a:r>
              <a:rPr lang="en-US"/>
              <a:t>)</a:t>
            </a:r>
          </a:p>
          <a:p>
            <a:pPr lvl="2">
              <a:lnSpc>
                <a:spcPct val="100000"/>
              </a:lnSpc>
              <a:spcBef>
                <a:spcPts val="600"/>
              </a:spcBef>
            </a:pPr>
            <a:r>
              <a:rPr lang="en-US"/>
              <a:t>GO</a:t>
            </a:r>
          </a:p>
          <a:p>
            <a:pPr lvl="2">
              <a:lnSpc>
                <a:spcPct val="100000"/>
              </a:lnSpc>
              <a:spcBef>
                <a:spcPts val="600"/>
              </a:spcBef>
            </a:pPr>
            <a:r>
              <a:rPr lang="en-US"/>
              <a:t>INSERT INTO dbo.StoreProduct (ProductID, Name) VALUES (111, 'Rivets')</a:t>
            </a:r>
          </a:p>
          <a:p>
            <a:pPr lvl="2">
              <a:lnSpc>
                <a:spcPct val="100000"/>
              </a:lnSpc>
              <a:spcBef>
                <a:spcPts val="600"/>
              </a:spcBef>
            </a:pPr>
            <a:r>
              <a:rPr lang="en-US"/>
              <a:t>GO</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8</a:t>
            </a:fld>
            <a:endParaRPr lang="en-US" dirty="0"/>
          </a:p>
        </p:txBody>
      </p:sp>
    </p:spTree>
    <p:extLst>
      <p:ext uri="{BB962C8B-B14F-4D97-AF65-F5344CB8AC3E}">
        <p14:creationId xmlns:p14="http://schemas.microsoft.com/office/powerpoint/2010/main" val="1017285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Thuộc tính IDENTITY</a:t>
            </a:r>
          </a:p>
          <a:p>
            <a:pPr marL="171450" indent="-171450">
              <a:buFont typeface="Arial" panose="020B0604020202020204" pitchFamily="34" charset="0"/>
              <a:buChar char="•"/>
            </a:pPr>
            <a:r>
              <a:rPr lang="vi-VN" b="0"/>
              <a:t>Được sử dụng để tạo các cột có thể chứa các giá trị liên tiếp được tạo tự động để xác định </a:t>
            </a:r>
            <a:r>
              <a:rPr lang="en-US" b="0"/>
              <a:t>tính </a:t>
            </a:r>
            <a:r>
              <a:rPr lang="vi-VN" b="0"/>
              <a:t>duy nhất mỗi hàng trong một bảng.</a:t>
            </a:r>
          </a:p>
          <a:p>
            <a:pPr marL="171450" indent="-171450">
              <a:buFont typeface="Arial" panose="020B0604020202020204" pitchFamily="34" charset="0"/>
              <a:buChar char="•"/>
            </a:pPr>
            <a:r>
              <a:rPr lang="vi-VN" b="0"/>
              <a:t>Thường được sử dụng cho các giá trị khóa chính. Các đặc điểm:</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Phải được xác định bằng một trong các loại dữ liệu sau: </a:t>
            </a:r>
            <a:r>
              <a:rPr lang="en-US" sz="1200" b="1">
                <a:latin typeface="Courier New" pitchFamily="49" charset="0"/>
                <a:cs typeface="Courier New" pitchFamily="49" charset="0"/>
              </a:rPr>
              <a:t>decimal</a:t>
            </a:r>
            <a:r>
              <a:rPr lang="en-US" sz="1200" b="1">
                <a:latin typeface="Calibri" pitchFamily="34" charset="0"/>
                <a:cs typeface="Calibri" pitchFamily="34" charset="0"/>
              </a:rPr>
              <a:t>, </a:t>
            </a:r>
            <a:r>
              <a:rPr lang="en-US" sz="1200" b="1">
                <a:latin typeface="Courier New" pitchFamily="49" charset="0"/>
                <a:cs typeface="Courier New" pitchFamily="49" charset="0"/>
              </a:rPr>
              <a:t>int</a:t>
            </a:r>
            <a:r>
              <a:rPr lang="en-US" sz="1200" b="1">
                <a:latin typeface="Calibri" pitchFamily="34" charset="0"/>
                <a:cs typeface="Calibri" pitchFamily="34" charset="0"/>
              </a:rPr>
              <a:t>, </a:t>
            </a:r>
            <a:r>
              <a:rPr lang="en-US" sz="1200" b="1">
                <a:latin typeface="Courier New" pitchFamily="49" charset="0"/>
                <a:cs typeface="Courier New" pitchFamily="49" charset="0"/>
              </a:rPr>
              <a:t>numeric</a:t>
            </a:r>
            <a:r>
              <a:rPr lang="en-US" sz="1200" b="1">
                <a:latin typeface="Calibri" pitchFamily="34" charset="0"/>
                <a:cs typeface="Calibri" pitchFamily="34" charset="0"/>
              </a:rPr>
              <a:t>, </a:t>
            </a:r>
            <a:r>
              <a:rPr lang="en-US" sz="1200" b="1">
                <a:latin typeface="Courier New" pitchFamily="49" charset="0"/>
                <a:cs typeface="Courier New" pitchFamily="49" charset="0"/>
              </a:rPr>
              <a:t>smallint</a:t>
            </a:r>
            <a:r>
              <a:rPr lang="en-US" sz="1200" b="1">
                <a:latin typeface="Calibri" pitchFamily="34" charset="0"/>
                <a:cs typeface="Calibri" pitchFamily="34" charset="0"/>
              </a:rPr>
              <a:t>, </a:t>
            </a:r>
            <a:r>
              <a:rPr lang="en-US" sz="1200" b="1">
                <a:latin typeface="Courier New" pitchFamily="49" charset="0"/>
                <a:cs typeface="Courier New" pitchFamily="49" charset="0"/>
              </a:rPr>
              <a:t>bigint</a:t>
            </a:r>
            <a:r>
              <a:rPr lang="vi-VN" b="0"/>
              <a:t> hoặc </a:t>
            </a:r>
            <a:r>
              <a:rPr lang="vi-VN" b="1"/>
              <a:t>tinyint</a:t>
            </a:r>
            <a:r>
              <a:rPr lang="vi-VN" b="0"/>
              <a:t>.</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K</a:t>
            </a:r>
            <a:r>
              <a:rPr lang="vi-VN" b="0"/>
              <a:t>hông cần phải có </a:t>
            </a:r>
            <a:r>
              <a:rPr lang="en-US" b="0"/>
              <a:t>nguồn</a:t>
            </a:r>
            <a:r>
              <a:rPr lang="vi-VN" b="0"/>
              <a:t> và giá trị gia tăng được chỉ định. Nếu chúng không được chỉ định, giá trị mặc định là 1 sẽ được sử dụng cho cả hai.</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bảng không thể có nhiều hơn một cột với thuộc tính </a:t>
            </a:r>
            <a:r>
              <a:rPr lang="en-US" sz="1200" b="1">
                <a:solidFill>
                  <a:schemeClr val="bg1"/>
                </a:solidFill>
                <a:latin typeface="Courier New" pitchFamily="49" charset="0"/>
                <a:cs typeface="Courier New" pitchFamily="49" charset="0"/>
              </a:rPr>
              <a:t>IDENTITY</a:t>
            </a:r>
            <a:r>
              <a:rPr lang="vi-VN" b="0"/>
              <a:t>.</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Không được cho phép các giá trị null và không được chứa một định nghĩa </a:t>
            </a:r>
            <a:r>
              <a:rPr lang="en-US" sz="1200" b="0">
                <a:solidFill>
                  <a:schemeClr val="bg1"/>
                </a:solidFill>
                <a:latin typeface="Courier New" pitchFamily="49" charset="0"/>
                <a:cs typeface="Courier New" pitchFamily="49" charset="0"/>
              </a:rPr>
              <a:t>DEFAULT </a:t>
            </a:r>
            <a:r>
              <a:rPr lang="vi-VN" b="0"/>
              <a:t>hoặc đối tượng.</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Không thể cập nhật giá trị của nó</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giá trị chỉ có thể được chèn rõ ràng vào cột </a:t>
            </a:r>
            <a:r>
              <a:rPr lang="en-US" sz="1200" b="1">
                <a:solidFill>
                  <a:schemeClr val="bg1"/>
                </a:solidFill>
                <a:latin typeface="Courier New" pitchFamily="49" charset="0"/>
                <a:cs typeface="Courier New" pitchFamily="49" charset="0"/>
              </a:rPr>
              <a:t>IDENTITY </a:t>
            </a:r>
            <a:r>
              <a:rPr lang="vi-VN" b="0"/>
              <a:t>nếu tùy chọn </a:t>
            </a:r>
            <a:r>
              <a:rPr lang="en-US" sz="1200" b="1">
                <a:solidFill>
                  <a:schemeClr val="bg1"/>
                </a:solidFill>
                <a:latin typeface="Courier New" pitchFamily="49" charset="0"/>
                <a:cs typeface="Courier New" pitchFamily="49" charset="0"/>
              </a:rPr>
              <a:t>IDENTITY_INSERT</a:t>
            </a:r>
            <a:r>
              <a:rPr lang="en-US" sz="1200" b="1">
                <a:solidFill>
                  <a:schemeClr val="bg1"/>
                </a:solidFill>
                <a:latin typeface="Calibri" pitchFamily="34" charset="0"/>
                <a:cs typeface="Calibri" pitchFamily="34" charset="0"/>
              </a:rPr>
              <a:t> </a:t>
            </a:r>
            <a:r>
              <a:rPr lang="vi-VN" b="0"/>
              <a:t>được đặt </a:t>
            </a:r>
            <a:r>
              <a:rPr lang="en-US" b="0"/>
              <a:t>là </a:t>
            </a:r>
            <a:r>
              <a:rPr lang="en-US" b="1"/>
              <a:t>ON</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9</a:t>
            </a:fld>
            <a:endParaRPr lang="en-US" dirty="0"/>
          </a:p>
        </p:txBody>
      </p:sp>
    </p:spTree>
    <p:extLst>
      <p:ext uri="{BB962C8B-B14F-4D97-AF65-F5344CB8AC3E}">
        <p14:creationId xmlns:p14="http://schemas.microsoft.com/office/powerpoint/2010/main" val="2680952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Thuộc tính IDENTITY</a:t>
            </a:r>
          </a:p>
          <a:p>
            <a:pPr marL="171450" indent="-171450">
              <a:buFont typeface="Arial" panose="020B0604020202020204" pitchFamily="34" charset="0"/>
              <a:buChar char="•"/>
            </a:pPr>
            <a:r>
              <a:rPr lang="vi-VN"/>
              <a:t>Khi thuộc tính </a:t>
            </a:r>
            <a:r>
              <a:rPr lang="en-US" sz="1200" b="1">
                <a:cs typeface="Courier New" pitchFamily="49" charset="0"/>
              </a:rPr>
              <a:t>IDENTITY</a:t>
            </a:r>
            <a:r>
              <a:rPr lang="en-US" sz="1200">
                <a:cs typeface="Courier New" pitchFamily="49" charset="0"/>
              </a:rPr>
              <a:t> </a:t>
            </a:r>
            <a:r>
              <a:rPr lang="vi-VN"/>
              <a:t>đã được đặt, hãy truy xuất các giá trị của cột định danh có thể được thực hiện bằng cách sử dụng từ khóa </a:t>
            </a:r>
            <a:r>
              <a:rPr lang="en-US" sz="1200" b="1">
                <a:cs typeface="Courier New" pitchFamily="49" charset="0"/>
              </a:rPr>
              <a:t>IDENTITYCOL</a:t>
            </a:r>
            <a:r>
              <a:rPr lang="en-US" sz="1200">
                <a:cs typeface="Courier New" pitchFamily="49" charset="0"/>
              </a:rPr>
              <a:t> </a:t>
            </a:r>
            <a:r>
              <a:rPr lang="vi-VN"/>
              <a:t>với tên bảng trong một câu lệnh </a:t>
            </a:r>
            <a:r>
              <a:rPr lang="en-US" sz="1200" b="1">
                <a:cs typeface="Courier New" pitchFamily="49" charset="0"/>
              </a:rPr>
              <a:t>SELECT</a:t>
            </a:r>
          </a:p>
          <a:p>
            <a:pPr marL="171450" indent="-171450">
              <a:buFont typeface="Arial" panose="020B0604020202020204" pitchFamily="34" charset="0"/>
              <a:buChar char="•"/>
            </a:pPr>
            <a:r>
              <a:rPr lang="vi-VN"/>
              <a:t>Để biết nếu một bảng có một cột </a:t>
            </a:r>
            <a:r>
              <a:rPr lang="en-US" sz="1200" b="1">
                <a:cs typeface="Courier New" pitchFamily="49" charset="0"/>
              </a:rPr>
              <a:t>IDENTITY</a:t>
            </a:r>
            <a:r>
              <a:rPr lang="vi-VN"/>
              <a:t>, hàm </a:t>
            </a:r>
            <a:r>
              <a:rPr lang="en-US" sz="1200" b="1">
                <a:cs typeface="Courier New" pitchFamily="49" charset="0"/>
              </a:rPr>
              <a:t>OBJECTPROPERTY()</a:t>
            </a:r>
            <a:r>
              <a:rPr lang="en-US" sz="1200" b="1">
                <a:latin typeface="Calibri" pitchFamily="34" charset="0"/>
                <a:cs typeface="Calibri" pitchFamily="34" charset="0"/>
              </a:rPr>
              <a:t> </a:t>
            </a:r>
            <a:r>
              <a:rPr lang="vi-VN"/>
              <a:t>có thể được sử dụng.</a:t>
            </a:r>
            <a:endParaRPr lang="en-US"/>
          </a:p>
          <a:p>
            <a:pPr marL="171450" indent="-171450">
              <a:buFont typeface="Arial" panose="020B0604020202020204" pitchFamily="34" charset="0"/>
              <a:buChar char="•"/>
            </a:pPr>
            <a:r>
              <a:rPr lang="vi-VN"/>
              <a:t>Để lấy tên của cột </a:t>
            </a:r>
            <a:r>
              <a:rPr lang="en-US" sz="1200" b="1">
                <a:latin typeface="Calibri" pitchFamily="34" charset="0"/>
                <a:cs typeface="Calibri" pitchFamily="34" charset="0"/>
              </a:rPr>
              <a:t>IDENTITY</a:t>
            </a:r>
            <a:r>
              <a:rPr lang="en-US" sz="1200">
                <a:latin typeface="Calibri" pitchFamily="34" charset="0"/>
                <a:cs typeface="Calibri" pitchFamily="34" charset="0"/>
              </a:rPr>
              <a:t> </a:t>
            </a:r>
            <a:r>
              <a:rPr lang="vi-VN"/>
              <a:t>trong một bảng, </a:t>
            </a:r>
            <a:r>
              <a:rPr lang="en-US"/>
              <a:t>hàm </a:t>
            </a:r>
            <a:r>
              <a:rPr lang="en-US" sz="1200" b="1">
                <a:cs typeface="Courier New" pitchFamily="49" charset="0"/>
              </a:rPr>
              <a:t>COLUMNPROPERTY</a:t>
            </a:r>
            <a:r>
              <a:rPr lang="vi-VN"/>
              <a:t> được sử dụng.</a:t>
            </a:r>
            <a:endParaRPr lang="en-US"/>
          </a:p>
          <a:p>
            <a:pPr marL="0" indent="0">
              <a:buFont typeface="Arial" panose="020B0604020202020204" pitchFamily="34" charset="0"/>
              <a:buNone/>
            </a:pPr>
            <a:r>
              <a:rPr lang="en-US"/>
              <a:t>Cú pháp:</a:t>
            </a:r>
          </a:p>
          <a:p>
            <a:pPr lvl="2"/>
            <a:r>
              <a:rPr lang="en-US" b="1"/>
              <a:t>CREATE TABLE &lt;table_name&gt; (</a:t>
            </a:r>
          </a:p>
          <a:p>
            <a:pPr lvl="2"/>
            <a:r>
              <a:rPr lang="en-US" b="1"/>
              <a:t>column_name data_type [ IDENTITY[(seed_value, increment_value)]] NOT NULL )</a:t>
            </a:r>
          </a:p>
          <a:p>
            <a:pPr marL="171450" lvl="0" indent="-171450">
              <a:buFont typeface="Arial" panose="020B0604020202020204" pitchFamily="34" charset="0"/>
              <a:buChar char="•"/>
            </a:pPr>
            <a:r>
              <a:rPr lang="en-US" b="1"/>
              <a:t>seed_value</a:t>
            </a:r>
            <a:r>
              <a:rPr lang="en-US" b="0"/>
              <a:t>: là giá trị nguồn để bắt đầu tạo các giá trị nhận dạng.</a:t>
            </a:r>
          </a:p>
          <a:p>
            <a:pPr marL="171450" lvl="0" indent="-171450">
              <a:buFont typeface="Arial" panose="020B0604020202020204" pitchFamily="34" charset="0"/>
              <a:buChar char="•"/>
            </a:pPr>
            <a:r>
              <a:rPr lang="en-US" sz="1200" b="1">
                <a:cs typeface="Courier New" pitchFamily="49" charset="0"/>
              </a:rPr>
              <a:t>increment_value</a:t>
            </a:r>
            <a:r>
              <a:rPr lang="en-US" b="0"/>
              <a:t>: là giá trị gia tăng để tăng mỗi lần</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10</a:t>
            </a:fld>
            <a:endParaRPr lang="en-US" dirty="0"/>
          </a:p>
        </p:txBody>
      </p:sp>
    </p:spTree>
    <p:extLst>
      <p:ext uri="{BB962C8B-B14F-4D97-AF65-F5344CB8AC3E}">
        <p14:creationId xmlns:p14="http://schemas.microsoft.com/office/powerpoint/2010/main" val="2388925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Thuộc tính IDENTITY</a:t>
            </a:r>
          </a:p>
          <a:p>
            <a:pPr marL="171450" indent="-171450">
              <a:buFont typeface="Arial" panose="020B0604020202020204" pitchFamily="34" charset="0"/>
              <a:buChar char="•"/>
            </a:pPr>
            <a:r>
              <a:rPr lang="en-US"/>
              <a:t>Ví dụ: </a:t>
            </a:r>
          </a:p>
          <a:p>
            <a:pPr lvl="1"/>
            <a:r>
              <a:rPr lang="en-US" sz="1200"/>
              <a:t>USE [CUST_DB]</a:t>
            </a:r>
          </a:p>
          <a:p>
            <a:pPr lvl="1"/>
            <a:r>
              <a:rPr lang="en-US" sz="1200"/>
              <a:t>GO</a:t>
            </a:r>
          </a:p>
          <a:p>
            <a:pPr lvl="1"/>
            <a:r>
              <a:rPr lang="en-US" sz="1200"/>
              <a:t>CREATE TABLE HRContactPhone ( Person_ID int </a:t>
            </a:r>
            <a:r>
              <a:rPr lang="en-US" sz="1200" b="1"/>
              <a:t>IDENTITY(500,1) </a:t>
            </a:r>
            <a:r>
              <a:rPr lang="en-US" sz="1200"/>
              <a:t>NOT NULL, MobileNumber bigint NOT NULL )</a:t>
            </a:r>
          </a:p>
          <a:p>
            <a:pPr lvl="1"/>
            <a:r>
              <a:rPr lang="en-US" sz="1200"/>
              <a:t>GO</a:t>
            </a:r>
          </a:p>
          <a:p>
            <a:pPr lvl="1"/>
            <a:endParaRPr lang="en-US" sz="1200"/>
          </a:p>
          <a:p>
            <a:pPr lvl="1"/>
            <a:r>
              <a:rPr lang="en-US" sz="1200"/>
              <a:t>INSERT INTO HRContactPhone VALUES(983452201)</a:t>
            </a:r>
          </a:p>
          <a:p>
            <a:pPr lvl="1"/>
            <a:r>
              <a:rPr lang="en-US" sz="1200"/>
              <a:t>INSERT INTO HRContactPhone VALUES(993026654)</a:t>
            </a:r>
          </a:p>
          <a:p>
            <a:pPr lvl="1"/>
            <a:r>
              <a:rPr lang="en-US" sz="1200"/>
              <a:t>GO</a:t>
            </a:r>
          </a:p>
          <a:p>
            <a:pPr marL="171450" lvl="0" indent="-171450">
              <a:buFont typeface="Arial" panose="020B0604020202020204" pitchFamily="34" charset="0"/>
              <a:buChar char="•"/>
            </a:pPr>
            <a:r>
              <a:rPr lang="vi-VN" sz="1200"/>
              <a:t>Hình dưới đây cho thấy đầu ra</a:t>
            </a:r>
            <a:endParaRPr lang="en-US" sz="120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11</a:t>
            </a:fld>
            <a:endParaRPr lang="en-US" dirty="0"/>
          </a:p>
        </p:txBody>
      </p:sp>
    </p:spTree>
    <p:extLst>
      <p:ext uri="{BB962C8B-B14F-4D97-AF65-F5344CB8AC3E}">
        <p14:creationId xmlns:p14="http://schemas.microsoft.com/office/powerpoint/2010/main" val="2725970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Định danh duy nhất toàn cục 1-3</a:t>
            </a:r>
          </a:p>
          <a:p>
            <a:pPr marL="171450" indent="-171450">
              <a:buFont typeface="Arial" panose="020B0604020202020204" pitchFamily="34" charset="0"/>
              <a:buChar char="•"/>
            </a:pPr>
            <a:r>
              <a:rPr lang="vi-VN" b="0"/>
              <a:t>Chỉ có một cột định danh và một cột nhận dạng duy nhất </a:t>
            </a:r>
            <a:r>
              <a:rPr lang="en-US" b="0"/>
              <a:t>t</a:t>
            </a:r>
            <a:r>
              <a:rPr lang="vi-VN" b="0"/>
              <a:t>oàn </a:t>
            </a:r>
            <a:r>
              <a:rPr lang="en-US" b="0"/>
              <a:t>cục</a:t>
            </a:r>
            <a:r>
              <a:rPr lang="vi-VN" b="0"/>
              <a:t> có thể được tạo cho mỗi bảng.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Để tạo và làm việc với số nhận dạng duy nhất toàn </a:t>
            </a:r>
            <a:r>
              <a:rPr lang="en-US" b="0"/>
              <a:t>cục</a:t>
            </a:r>
            <a:r>
              <a:rPr lang="vi-VN" b="0"/>
              <a:t>, sự kết hợp của loại dữ liệu </a:t>
            </a:r>
            <a:r>
              <a:rPr lang="en-US" sz="1200" b="1">
                <a:latin typeface="Courier New" pitchFamily="49" charset="0"/>
                <a:cs typeface="Courier New" pitchFamily="49" charset="0"/>
              </a:rPr>
              <a:t>ROWGUIDCOL</a:t>
            </a:r>
            <a:r>
              <a:rPr lang="en-US" sz="1200" b="1">
                <a:latin typeface="Calibri" pitchFamily="34" charset="0"/>
                <a:cs typeface="Calibri" pitchFamily="34" charset="0"/>
              </a:rPr>
              <a:t>, </a:t>
            </a:r>
            <a:r>
              <a:rPr lang="en-US" sz="1200" b="1">
                <a:latin typeface="Courier New" pitchFamily="49" charset="0"/>
                <a:cs typeface="Courier New" pitchFamily="49" charset="0"/>
              </a:rPr>
              <a:t>uniqueidentifier</a:t>
            </a:r>
            <a:r>
              <a:rPr lang="en-US" sz="1200" b="0">
                <a:latin typeface="Courier New" pitchFamily="49" charset="0"/>
                <a:cs typeface="Courier New" pitchFamily="49" charset="0"/>
              </a:rPr>
              <a:t> </a:t>
            </a:r>
            <a:r>
              <a:rPr lang="vi-VN" b="0"/>
              <a:t>và </a:t>
            </a:r>
            <a:r>
              <a:rPr lang="en-US" b="0"/>
              <a:t>hàm </a:t>
            </a:r>
            <a:r>
              <a:rPr lang="en-US" sz="1200" b="1">
                <a:latin typeface="Courier New" pitchFamily="49" charset="0"/>
                <a:cs typeface="Courier New" pitchFamily="49" charset="0"/>
              </a:rPr>
              <a:t>NEWID</a:t>
            </a:r>
            <a:r>
              <a:rPr lang="vi-VN" b="0"/>
              <a:t> được sử dụng.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giá trị cho một cột duy nhất toàn </a:t>
            </a:r>
            <a:r>
              <a:rPr lang="en-US" b="0"/>
              <a:t>cục</a:t>
            </a:r>
            <a:r>
              <a:rPr lang="vi-VN" b="0"/>
              <a:t> không được tạo tự động.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Người ta phải tạo một định nghĩa </a:t>
            </a:r>
            <a:r>
              <a:rPr lang="en-US" sz="1200" b="1">
                <a:latin typeface="Courier New" pitchFamily="49" charset="0"/>
                <a:cs typeface="Courier New" pitchFamily="49" charset="0"/>
              </a:rPr>
              <a:t>DEFAULT</a:t>
            </a:r>
            <a:r>
              <a:rPr lang="en-US" sz="1200" b="1">
                <a:latin typeface="Calibri" pitchFamily="34" charset="0"/>
                <a:cs typeface="Calibri" pitchFamily="34" charset="0"/>
              </a:rPr>
              <a:t> </a:t>
            </a:r>
            <a:r>
              <a:rPr lang="vi-VN" b="0"/>
              <a:t>với hàm </a:t>
            </a:r>
            <a:r>
              <a:rPr lang="en-US" sz="1200" b="1">
                <a:latin typeface="Courier New" pitchFamily="49" charset="0"/>
                <a:cs typeface="Courier New" pitchFamily="49" charset="0"/>
              </a:rPr>
              <a:t>NEWID() </a:t>
            </a:r>
            <a:r>
              <a:rPr lang="vi-VN" b="0"/>
              <a:t>cho cột </a:t>
            </a:r>
            <a:r>
              <a:rPr lang="en-US" sz="1200" b="1">
                <a:latin typeface="Courier New" pitchFamily="49" charset="0"/>
                <a:cs typeface="Courier New" pitchFamily="49" charset="0"/>
              </a:rPr>
              <a:t>uniqueidentifier</a:t>
            </a:r>
            <a:r>
              <a:rPr lang="vi-VN" b="1"/>
              <a:t> </a:t>
            </a:r>
            <a:r>
              <a:rPr lang="vi-VN" b="0"/>
              <a:t>để tạo một giá trị duy nhất toàn </a:t>
            </a:r>
            <a:r>
              <a:rPr lang="en-US" b="0"/>
              <a:t>cục</a:t>
            </a:r>
            <a:r>
              <a:rPr lang="vi-VN" b="0"/>
              <a:t>.</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12</a:t>
            </a:fld>
            <a:endParaRPr lang="en-US" dirty="0"/>
          </a:p>
        </p:txBody>
      </p:sp>
    </p:spTree>
    <p:extLst>
      <p:ext uri="{BB962C8B-B14F-4D97-AF65-F5344CB8AC3E}">
        <p14:creationId xmlns:p14="http://schemas.microsoft.com/office/powerpoint/2010/main" val="3591981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Định danh duy nhất toàn cục 2-3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Hàm </a:t>
            </a:r>
            <a:r>
              <a:rPr lang="en-US" b="1"/>
              <a:t>NEWID() </a:t>
            </a:r>
            <a:r>
              <a:rPr lang="en-US" b="0"/>
              <a:t>tạo một số nhận dạng duy nhất là chuỗi nhị phân 16 byte.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Cột có thể được tham chiếu trong một danh sách </a:t>
            </a:r>
            <a:r>
              <a:rPr lang="en-US" sz="1200" b="1">
                <a:latin typeface="Courier New" pitchFamily="49" charset="0"/>
                <a:cs typeface="Courier New" pitchFamily="49" charset="0"/>
              </a:rPr>
              <a:t>SELECT</a:t>
            </a:r>
            <a:r>
              <a:rPr lang="vi-VN" b="0"/>
              <a:t> bằng cách sử dụng từ khóa </a:t>
            </a:r>
            <a:r>
              <a:rPr lang="en-US" sz="1200" b="1">
                <a:latin typeface="Courier New" pitchFamily="49" charset="0"/>
                <a:cs typeface="Courier New" pitchFamily="49" charset="0"/>
              </a:rPr>
              <a:t>ROWGUIDCOL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Để biết liệu một bảng có cột </a:t>
            </a:r>
            <a:r>
              <a:rPr lang="vi-VN" b="1"/>
              <a:t>ROWGUIDCOL</a:t>
            </a:r>
            <a:r>
              <a:rPr lang="vi-VN" b="0"/>
              <a:t> hay không, </a:t>
            </a:r>
            <a:r>
              <a:rPr lang="en-US" b="0"/>
              <a:t>hàm </a:t>
            </a:r>
            <a:r>
              <a:rPr lang="en-US" sz="1200" b="1">
                <a:latin typeface="Courier New" pitchFamily="49" charset="0"/>
                <a:cs typeface="Courier New" pitchFamily="49" charset="0"/>
              </a:rPr>
              <a:t>OBJECTPROPERTY</a:t>
            </a:r>
            <a:r>
              <a:rPr lang="vi-VN" b="0"/>
              <a:t> được sử dụng.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Hàm </a:t>
            </a:r>
            <a:r>
              <a:rPr lang="en-US" sz="1200" b="1">
                <a:latin typeface="Courier New" pitchFamily="49" charset="0"/>
                <a:cs typeface="Courier New" pitchFamily="49" charset="0"/>
              </a:rPr>
              <a:t>COLUMNPROPERTY</a:t>
            </a:r>
            <a:r>
              <a:rPr lang="vi-VN" b="0"/>
              <a:t> được sử dụng để truy xuất tên của cột </a:t>
            </a:r>
            <a:r>
              <a:rPr lang="en-US" sz="1200" b="1">
                <a:latin typeface="Courier New" pitchFamily="49" charset="0"/>
                <a:cs typeface="Courier New" pitchFamily="49" charset="0"/>
              </a:rPr>
              <a:t>ROWGUIDCOL</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13</a:t>
            </a:fld>
            <a:endParaRPr lang="en-US" dirty="0"/>
          </a:p>
        </p:txBody>
      </p:sp>
    </p:spTree>
    <p:extLst>
      <p:ext uri="{BB962C8B-B14F-4D97-AF65-F5344CB8AC3E}">
        <p14:creationId xmlns:p14="http://schemas.microsoft.com/office/powerpoint/2010/main" val="2966659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Định danh duy nhất toàn cục 3-3</a:t>
            </a:r>
          </a:p>
          <a:p>
            <a:pPr marL="171450" indent="-171450">
              <a:buFont typeface="Arial" panose="020B0604020202020204" pitchFamily="34" charset="0"/>
              <a:buChar char="•"/>
            </a:pPr>
            <a:r>
              <a:rPr lang="en-US"/>
              <a:t>Ví dụ:</a:t>
            </a:r>
          </a:p>
          <a:p>
            <a:pPr lvl="1">
              <a:lnSpc>
                <a:spcPct val="100000"/>
              </a:lnSpc>
              <a:spcBef>
                <a:spcPts val="600"/>
              </a:spcBef>
            </a:pPr>
            <a:r>
              <a:rPr lang="en-US" sz="1200"/>
              <a:t>USE [CUST_DB]</a:t>
            </a:r>
          </a:p>
          <a:p>
            <a:pPr lvl="1">
              <a:lnSpc>
                <a:spcPct val="100000"/>
              </a:lnSpc>
              <a:spcBef>
                <a:spcPts val="600"/>
              </a:spcBef>
            </a:pPr>
            <a:r>
              <a:rPr lang="en-US" sz="1200"/>
              <a:t>CREATE TABLE EMP_CellularPhone( Person_ID </a:t>
            </a:r>
            <a:r>
              <a:rPr lang="en-US" sz="1200" b="1"/>
              <a:t>uniqueidentifier</a:t>
            </a:r>
            <a:r>
              <a:rPr lang="en-US" sz="1200"/>
              <a:t> DEFAULT </a:t>
            </a:r>
            <a:r>
              <a:rPr lang="en-US" sz="1200" b="1"/>
              <a:t>NEWID() </a:t>
            </a:r>
            <a:r>
              <a:rPr lang="en-US" sz="1200"/>
              <a:t>NOT NULL, PersonName varchar(60) NOT NULL)</a:t>
            </a:r>
          </a:p>
          <a:p>
            <a:pPr lvl="1">
              <a:lnSpc>
                <a:spcPct val="100000"/>
              </a:lnSpc>
              <a:spcBef>
                <a:spcPts val="600"/>
              </a:spcBef>
            </a:pPr>
            <a:r>
              <a:rPr lang="en-US" sz="1200"/>
              <a:t>GO</a:t>
            </a:r>
          </a:p>
          <a:p>
            <a:pPr marL="171450" lvl="0" indent="-171450">
              <a:lnSpc>
                <a:spcPct val="100000"/>
              </a:lnSpc>
              <a:spcBef>
                <a:spcPts val="600"/>
              </a:spcBef>
              <a:buFont typeface="Arial" panose="020B0604020202020204" pitchFamily="34" charset="0"/>
              <a:buChar char="•"/>
            </a:pPr>
            <a:r>
              <a:rPr lang="en-US" sz="1200"/>
              <a:t>Đoạn mã sau đây thêm một giá trị cho cột PersonName:</a:t>
            </a:r>
          </a:p>
          <a:p>
            <a:pPr lvl="1"/>
            <a:r>
              <a:rPr lang="en-US"/>
              <a:t>USE [CUST_DB]</a:t>
            </a:r>
          </a:p>
          <a:p>
            <a:pPr lvl="1"/>
            <a:r>
              <a:rPr lang="en-US"/>
              <a:t>INSERT INTO EMP_CellularPhone(</a:t>
            </a:r>
            <a:r>
              <a:rPr lang="en-US" b="1"/>
              <a:t>PersonName</a:t>
            </a:r>
            <a:r>
              <a:rPr lang="en-US"/>
              <a:t>) VALUES (</a:t>
            </a:r>
            <a:r>
              <a:rPr lang="en-US" b="0"/>
              <a:t>'</a:t>
            </a:r>
            <a:r>
              <a:rPr lang="en-US" b="1"/>
              <a:t>William Smith</a:t>
            </a:r>
            <a:r>
              <a:rPr lang="en-US"/>
              <a:t>')</a:t>
            </a:r>
          </a:p>
          <a:p>
            <a:pPr lvl="1"/>
            <a:r>
              <a:rPr lang="en-US"/>
              <a:t>SELECT * FROM EMP_CellularPhone</a:t>
            </a:r>
          </a:p>
          <a:p>
            <a:pPr lvl="1"/>
            <a:r>
              <a:rPr lang="en-US"/>
              <a:t>GO</a:t>
            </a:r>
          </a:p>
          <a:p>
            <a:pPr marL="171450" lvl="0" indent="-171450">
              <a:buFont typeface="Arial" panose="020B0604020202020204" pitchFamily="34" charset="0"/>
              <a:buChar char="•"/>
            </a:pPr>
            <a:r>
              <a:rPr lang="vi-VN"/>
              <a:t>Hình dưới đây cho thấy đầu ra nơi một định danh duy nhất được hiển thị đối với </a:t>
            </a:r>
            <a:r>
              <a:rPr lang="en-US" sz="1200" b="1">
                <a:cs typeface="Courier New" pitchFamily="49" charset="0"/>
              </a:rPr>
              <a:t>PersonName </a:t>
            </a:r>
            <a:r>
              <a:rPr lang="vi-VN"/>
              <a:t>cụ thể:</a:t>
            </a:r>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14</a:t>
            </a:fld>
            <a:endParaRPr lang="en-US" dirty="0"/>
          </a:p>
        </p:txBody>
      </p:sp>
    </p:spTree>
    <p:extLst>
      <p:ext uri="{BB962C8B-B14F-4D97-AF65-F5344CB8AC3E}">
        <p14:creationId xmlns:p14="http://schemas.microsoft.com/office/powerpoint/2010/main" val="4290981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Ràng buộc</a:t>
            </a:r>
          </a:p>
          <a:p>
            <a:pPr marL="171450" indent="-171450">
              <a:buFont typeface="Arial" panose="020B0604020202020204" pitchFamily="34" charset="0"/>
              <a:buChar char="•"/>
            </a:pPr>
            <a:r>
              <a:rPr lang="vi-VN" b="0"/>
              <a:t>Một ràng buộc là một thuộc tính được gán cho một cột hoặc tập hợp các cột trong một bảng để ngăn chặn một số loại giá trị dữ liệu không nhất quán được nhập.</a:t>
            </a:r>
            <a:endParaRPr lang="en-US" b="0"/>
          </a:p>
          <a:p>
            <a:pPr marL="628650" lvl="1" indent="-171450">
              <a:buFont typeface="Arial" panose="020B0604020202020204" pitchFamily="34" charset="0"/>
              <a:buChar char="•"/>
            </a:pPr>
            <a:r>
              <a:rPr lang="en-US" b="0"/>
              <a:t>Đ</a:t>
            </a:r>
            <a:r>
              <a:rPr lang="vi-VN" b="0"/>
              <a:t>ược sử dụng để áp dụng các quy tắc logic kinh doanh và thực thi tính toàn vẹn dữ liệu.</a:t>
            </a:r>
            <a:endParaRPr lang="en-US" b="0"/>
          </a:p>
          <a:p>
            <a:pPr marL="628650" lvl="1" indent="-171450">
              <a:buFont typeface="Arial" panose="020B0604020202020204" pitchFamily="34" charset="0"/>
              <a:buChar char="•"/>
            </a:pPr>
            <a:r>
              <a:rPr lang="en-US" b="0"/>
              <a:t>C</a:t>
            </a:r>
            <a:r>
              <a:rPr lang="vi-VN" b="0"/>
              <a:t>ó thể được tạo khi một bảng được tạo hoặc thêm vào ở giai đoạn sau</a:t>
            </a:r>
            <a:endParaRPr lang="en-US" b="0"/>
          </a:p>
          <a:p>
            <a:pPr marL="628650" lvl="1" indent="-171450">
              <a:buFont typeface="Arial" panose="020B0604020202020204" pitchFamily="34" charset="0"/>
              <a:buChar char="•"/>
            </a:pPr>
            <a:r>
              <a:rPr lang="en-US" b="0"/>
              <a:t>C</a:t>
            </a:r>
            <a:r>
              <a:rPr lang="vi-VN" b="0"/>
              <a:t>ó thể được phân loại thành các ràng buộc cột và ràng buộc bảng.</a:t>
            </a:r>
            <a:endParaRPr lang="en-US" b="0"/>
          </a:p>
          <a:p>
            <a:pPr marL="628650" lvl="1" indent="-171450">
              <a:buFont typeface="Arial" panose="020B0604020202020204" pitchFamily="34" charset="0"/>
              <a:buChar char="•"/>
            </a:pPr>
            <a:r>
              <a:rPr lang="vi-VN" b="0"/>
              <a:t>Một ràng buộc cột được chỉ định là một phần của định nghĩa cột và chỉ áp dụng cho cột đó.</a:t>
            </a:r>
            <a:endParaRPr lang="en-US" b="0"/>
          </a:p>
          <a:p>
            <a:pPr marL="628650" lvl="1" indent="-171450">
              <a:buFont typeface="Arial" panose="020B0604020202020204" pitchFamily="34" charset="0"/>
              <a:buChar char="•"/>
            </a:pPr>
            <a:r>
              <a:rPr lang="vi-VN" b="0"/>
              <a:t>Một ràng buộc bảng có thể áp dụng cho nhiều hơn một cột trong một bảng và được khai báo độc lập với một định nghĩa cột.</a:t>
            </a:r>
            <a:endParaRPr lang="en-US" b="0"/>
          </a:p>
          <a:p>
            <a:pPr marL="628650" lvl="1" indent="-171450">
              <a:buFont typeface="Arial" panose="020B0604020202020204" pitchFamily="34" charset="0"/>
              <a:buChar char="•"/>
            </a:pPr>
            <a:r>
              <a:rPr lang="vi-VN" b="0"/>
              <a:t>Các ràng buộc bảng phải được sử dụng khi có nhiều hơn một cột được bao gồm trong một ràng buộc.</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SQL Server hỗ trợ các loại ràng buộc sau: </a:t>
            </a:r>
            <a:r>
              <a:rPr lang="en-US" sz="1200" b="1">
                <a:cs typeface="Courier New" pitchFamily="49" charset="0"/>
              </a:rPr>
              <a:t>PRIMARY KEY, UNIQUE, FOREIGN KEY, CHECK, NOT NULL</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15</a:t>
            </a:fld>
            <a:endParaRPr lang="en-US" dirty="0"/>
          </a:p>
        </p:txBody>
      </p:sp>
    </p:spTree>
    <p:extLst>
      <p:ext uri="{BB962C8B-B14F-4D97-AF65-F5344CB8AC3E}">
        <p14:creationId xmlns:p14="http://schemas.microsoft.com/office/powerpoint/2010/main" val="3579219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Khóa chính</a:t>
            </a:r>
          </a:p>
          <a:p>
            <a:pPr marL="171450" indent="-171450">
              <a:buFont typeface="Arial" panose="020B0604020202020204" pitchFamily="34" charset="0"/>
              <a:buChar char="•"/>
            </a:pPr>
            <a:r>
              <a:rPr lang="vi-VN" b="0"/>
              <a:t>Một bảng thường có khóa chính bao gồm một cột hoặc kết hợp các cột để xác định duy nhất mỗi hàng trong bảng.</a:t>
            </a:r>
            <a:endParaRPr lang="en-US" b="0"/>
          </a:p>
          <a:p>
            <a:pPr marL="171450" indent="-171450">
              <a:buFont typeface="Arial" panose="020B0604020202020204" pitchFamily="34" charset="0"/>
              <a:buChar char="•"/>
            </a:pPr>
            <a:r>
              <a:rPr lang="vi-VN" b="0"/>
              <a:t>Các ràng buộc khóa chính được sử dụng để tạo khóa chính và thực thi tính toàn vẹn của thực thể của bảng.</a:t>
            </a:r>
            <a:endParaRPr lang="en-US" b="0"/>
          </a:p>
          <a:p>
            <a:pPr marL="171450" indent="-171450">
              <a:buFont typeface="Arial" panose="020B0604020202020204" pitchFamily="34" charset="0"/>
              <a:buChar char="•"/>
            </a:pPr>
            <a:r>
              <a:rPr lang="vi-VN" b="0"/>
              <a:t>Chỉ có một ràng buộc khóa chính có thể được tạo trên mỗi bảng.</a:t>
            </a:r>
            <a:endParaRPr lang="en-US" b="0"/>
          </a:p>
          <a:p>
            <a:pPr marL="171450" indent="-171450">
              <a:buFont typeface="Arial" panose="020B0604020202020204" pitchFamily="34" charset="0"/>
              <a:buChar char="•"/>
            </a:pPr>
            <a:r>
              <a:rPr lang="en-US" b="0"/>
              <a:t>Cột là khóa chính không thể có giá trị </a:t>
            </a:r>
            <a:r>
              <a:rPr lang="en-US" b="1"/>
              <a:t>NULL</a:t>
            </a:r>
            <a:r>
              <a:rPr lang="en-US" b="0"/>
              <a:t>.</a:t>
            </a:r>
          </a:p>
          <a:p>
            <a:pPr marL="171450" indent="-171450">
              <a:buFont typeface="Arial" panose="020B0604020202020204" pitchFamily="34" charset="0"/>
              <a:buChar char="•"/>
            </a:pPr>
            <a:r>
              <a:rPr lang="en-US" b="0"/>
              <a:t>Cú pháp:</a:t>
            </a:r>
          </a:p>
          <a:p>
            <a:pPr marL="1085850" lvl="2" indent="-171450">
              <a:buFont typeface="Arial" panose="020B0604020202020204" pitchFamily="34" charset="0"/>
              <a:buChar char="•"/>
            </a:pPr>
            <a:r>
              <a:rPr lang="en-US"/>
              <a:t>CREATE TABLE &lt;table_name&gt; (Column_name datatype PRIMARY KEY [column_list])</a:t>
            </a:r>
          </a:p>
          <a:p>
            <a:pPr marL="1085850" lvl="2" indent="-171450">
              <a:buFont typeface="Arial" panose="020B0604020202020204" pitchFamily="34" charset="0"/>
              <a:buChar char="•"/>
            </a:pPr>
            <a:r>
              <a:rPr lang="en-US"/>
              <a:t>CREATE TABLE &lt;table_name&gt; (&lt;column_name&gt; &lt;datatype&gt; [, column_list]</a:t>
            </a:r>
            <a:br>
              <a:rPr lang="en-US"/>
            </a:br>
            <a:r>
              <a:rPr lang="en-US"/>
              <a:t>CONSTRAINT constraint_name PRIMARY KEY (column,..))</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16</a:t>
            </a:fld>
            <a:endParaRPr lang="en-US" dirty="0"/>
          </a:p>
        </p:txBody>
      </p:sp>
    </p:spTree>
    <p:extLst>
      <p:ext uri="{BB962C8B-B14F-4D97-AF65-F5344CB8AC3E}">
        <p14:creationId xmlns:p14="http://schemas.microsoft.com/office/powerpoint/2010/main" val="37691181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 </a:t>
            </a:r>
            <a:r>
              <a:rPr lang="en-US" b="1"/>
              <a:t>D</a:t>
            </a:r>
            <a:r>
              <a:rPr lang="vi-VN" b="1"/>
              <a:t>uy nh</a:t>
            </a:r>
            <a:r>
              <a:rPr lang="en-US" b="1"/>
              <a:t>ấ</a:t>
            </a:r>
            <a:r>
              <a:rPr lang="vi-VN" b="1"/>
              <a:t>t</a:t>
            </a:r>
            <a:endParaRPr lang="en-US" b="1"/>
          </a:p>
          <a:p>
            <a:pPr marL="171450" indent="-171450">
              <a:buFont typeface="Arial" panose="020B0604020202020204" pitchFamily="34" charset="0"/>
              <a:buChar char="•"/>
            </a:pPr>
            <a:r>
              <a:rPr lang="vi-VN" b="0"/>
              <a:t>Một ràng buộc duy nhất </a:t>
            </a:r>
            <a:r>
              <a:rPr lang="en-US" b="0"/>
              <a:t>(</a:t>
            </a:r>
            <a:r>
              <a:rPr lang="en-US" sz="1200" b="1">
                <a:solidFill>
                  <a:schemeClr val="bg1"/>
                </a:solidFill>
                <a:cs typeface="Courier New" pitchFamily="49" charset="0"/>
              </a:rPr>
              <a:t>UNIQUE</a:t>
            </a:r>
            <a:r>
              <a:rPr lang="en-US" sz="1200">
                <a:solidFill>
                  <a:schemeClr val="bg1"/>
                </a:solidFill>
                <a:cs typeface="Courier New" pitchFamily="49" charset="0"/>
              </a:rPr>
              <a:t>) </a:t>
            </a:r>
            <a:r>
              <a:rPr lang="vi-VN" b="0"/>
              <a:t>được sử dụng để đảm bảo rằng chỉ các giá trị duy nhất được nhập trong một cột hoặc tập hợp các cột.</a:t>
            </a:r>
            <a:r>
              <a:rPr lang="en-US" b="0"/>
              <a:t> </a:t>
            </a:r>
          </a:p>
          <a:p>
            <a:pPr marL="171450" indent="-171450">
              <a:buFont typeface="Arial" panose="020B0604020202020204" pitchFamily="34" charset="0"/>
              <a:buChar char="•"/>
            </a:pPr>
            <a:r>
              <a:rPr lang="vi-VN" b="0"/>
              <a:t>Các ràng buộc duy nhất </a:t>
            </a:r>
            <a:r>
              <a:rPr lang="en-US" b="0"/>
              <a:t>(</a:t>
            </a:r>
            <a:r>
              <a:rPr lang="en-US" sz="1200" b="1">
                <a:solidFill>
                  <a:schemeClr val="bg1"/>
                </a:solidFill>
                <a:cs typeface="Courier New" pitchFamily="49" charset="0"/>
              </a:rPr>
              <a:t>UNIQUE</a:t>
            </a:r>
            <a:r>
              <a:rPr lang="en-US" sz="1200">
                <a:solidFill>
                  <a:schemeClr val="bg1"/>
                </a:solidFill>
                <a:cs typeface="Courier New" pitchFamily="49" charset="0"/>
              </a:rPr>
              <a:t>) </a:t>
            </a:r>
            <a:r>
              <a:rPr lang="vi-VN" b="0"/>
              <a:t>cho phép giá trị null.</a:t>
            </a:r>
          </a:p>
          <a:p>
            <a:pPr marL="171450" indent="-171450">
              <a:buFont typeface="Arial" panose="020B0604020202020204" pitchFamily="34" charset="0"/>
              <a:buChar char="•"/>
            </a:pPr>
            <a:r>
              <a:rPr lang="vi-VN" b="0"/>
              <a:t>Một bảng duy nhất có thể có nhiều hơn một ràng buộc duy nhất</a:t>
            </a:r>
            <a:r>
              <a:rPr lang="en-US" b="0"/>
              <a:t> (</a:t>
            </a:r>
            <a:r>
              <a:rPr lang="en-US" sz="1200" b="1">
                <a:solidFill>
                  <a:schemeClr val="bg1"/>
                </a:solidFill>
                <a:cs typeface="Courier New" pitchFamily="49" charset="0"/>
              </a:rPr>
              <a:t>UNIQUE</a:t>
            </a:r>
            <a:r>
              <a:rPr lang="en-US" sz="1200">
                <a:solidFill>
                  <a:schemeClr val="bg1"/>
                </a:solidFill>
                <a:cs typeface="Courier New" pitchFamily="49" charset="0"/>
              </a:rPr>
              <a:t>)</a:t>
            </a:r>
            <a:r>
              <a:rPr lang="vi-VN" b="0"/>
              <a:t>.</a:t>
            </a:r>
            <a:endParaRPr lang="en-US" b="0"/>
          </a:p>
          <a:p>
            <a:pPr marL="171450" indent="-171450">
              <a:buFont typeface="Arial" panose="020B0604020202020204" pitchFamily="34" charset="0"/>
              <a:buChar char="•"/>
            </a:pPr>
            <a:r>
              <a:rPr lang="en-US" b="0"/>
              <a:t>Cú pháp:</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b="0"/>
              <a:t>	</a:t>
            </a:r>
            <a:r>
              <a:rPr lang="en-US" b="1"/>
              <a:t>CREATE TABLE &lt;table_name&gt; ([column_list ] &lt;column_name&gt; &lt;data_type&gt; UNIQUE [ column_list])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a:t>
            </a:r>
          </a:p>
          <a:p>
            <a:pPr lvl="2">
              <a:lnSpc>
                <a:spcPct val="100000"/>
              </a:lnSpc>
              <a:spcBef>
                <a:spcPts val="1200"/>
              </a:spcBef>
              <a:spcAft>
                <a:spcPts val="600"/>
              </a:spcAft>
            </a:pPr>
            <a:r>
              <a:rPr lang="en-US" b="1"/>
              <a:t>USE [CUST_DB]</a:t>
            </a:r>
          </a:p>
          <a:p>
            <a:pPr lvl="2">
              <a:lnSpc>
                <a:spcPct val="100000"/>
              </a:lnSpc>
              <a:spcBef>
                <a:spcPts val="1200"/>
              </a:spcBef>
              <a:spcAft>
                <a:spcPts val="600"/>
              </a:spcAft>
            </a:pPr>
            <a:r>
              <a:rPr lang="en-US" b="1"/>
              <a:t>GO</a:t>
            </a:r>
          </a:p>
          <a:p>
            <a:pPr lvl="2">
              <a:lnSpc>
                <a:spcPct val="100000"/>
              </a:lnSpc>
              <a:spcBef>
                <a:spcPts val="1200"/>
              </a:spcBef>
              <a:spcAft>
                <a:spcPts val="600"/>
              </a:spcAft>
            </a:pPr>
            <a:r>
              <a:rPr lang="en-US" b="1"/>
              <a:t>CREATE TABLE EMP_ContactPhone(Person_ID int PRIMARY KEY, MobileNumber bigint UNIQUE,ServiceProvider varchar(30),LandlineNumber bigint UNIQUE)</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17</a:t>
            </a:fld>
            <a:endParaRPr lang="en-US" dirty="0"/>
          </a:p>
        </p:txBody>
      </p:sp>
    </p:spTree>
    <p:extLst>
      <p:ext uri="{BB962C8B-B14F-4D97-AF65-F5344CB8AC3E}">
        <p14:creationId xmlns:p14="http://schemas.microsoft.com/office/powerpoint/2010/main" val="2383882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Khóa ngoại</a:t>
            </a:r>
          </a:p>
          <a:p>
            <a:pPr marL="171450" indent="-171450">
              <a:buFont typeface="Arial" panose="020B0604020202020204" pitchFamily="34" charset="0"/>
              <a:buChar char="•"/>
            </a:pPr>
            <a:r>
              <a:rPr lang="vi-VN" b="0"/>
              <a:t>Khóa ngoại trong bảng là một cột trỏ đến cột khóa chính trong một bảng khác.</a:t>
            </a:r>
          </a:p>
          <a:p>
            <a:pPr marL="171450" indent="-171450">
              <a:buFont typeface="Arial" panose="020B0604020202020204" pitchFamily="34" charset="0"/>
              <a:buChar char="•"/>
            </a:pPr>
            <a:r>
              <a:rPr lang="vi-VN" b="0"/>
              <a:t>Các ràng buộc khóa </a:t>
            </a:r>
            <a:r>
              <a:rPr lang="en-US" b="0"/>
              <a:t>ngoại </a:t>
            </a:r>
            <a:r>
              <a:rPr lang="vi-VN" b="0"/>
              <a:t>được sử dụng để thực thi tính toàn vẹn tham chiếu.</a:t>
            </a:r>
            <a:endParaRPr lang="en-US" b="0"/>
          </a:p>
          <a:p>
            <a:pPr marL="171450" indent="-171450">
              <a:buFont typeface="Arial" panose="020B0604020202020204" pitchFamily="34" charset="0"/>
              <a:buChar char="•"/>
            </a:pPr>
            <a:r>
              <a:rPr lang="en-US" b="0"/>
              <a:t>Cú pháp:</a:t>
            </a:r>
          </a:p>
          <a:p>
            <a:pPr lvl="1">
              <a:lnSpc>
                <a:spcPct val="100000"/>
              </a:lnSpc>
              <a:spcBef>
                <a:spcPts val="1200"/>
              </a:spcBef>
            </a:pPr>
            <a:r>
              <a:rPr lang="en-US" b="1"/>
              <a:t>CREATE TABLE &lt;table_name1&gt;([ column_list,] &lt;column_name&gt; &lt;datatype&gt; </a:t>
            </a:r>
          </a:p>
          <a:p>
            <a:pPr lvl="1">
              <a:lnSpc>
                <a:spcPct val="100000"/>
              </a:lnSpc>
              <a:spcBef>
                <a:spcPts val="1200"/>
              </a:spcBef>
            </a:pPr>
            <a:r>
              <a:rPr lang="en-US" b="1"/>
              <a:t>FOREIGN KEY REFERENCES &lt;table_name&gt; (pk_column_name&gt; [, column_list])</a:t>
            </a:r>
          </a:p>
          <a:p>
            <a:pPr marL="171450" lvl="0" indent="-171450">
              <a:lnSpc>
                <a:spcPct val="100000"/>
              </a:lnSpc>
              <a:spcBef>
                <a:spcPts val="1200"/>
              </a:spcBef>
              <a:buFont typeface="Arial" panose="020B0604020202020204" pitchFamily="34" charset="0"/>
              <a:buChar char="•"/>
            </a:pPr>
            <a:r>
              <a:rPr lang="en-US"/>
              <a:t>Ví dụ:</a:t>
            </a:r>
          </a:p>
          <a:p>
            <a:pPr lvl="1">
              <a:lnSpc>
                <a:spcPct val="100000"/>
              </a:lnSpc>
              <a:spcBef>
                <a:spcPts val="1200"/>
              </a:spcBef>
              <a:spcAft>
                <a:spcPts val="600"/>
              </a:spcAft>
            </a:pPr>
            <a:r>
              <a:rPr lang="en-US" b="1"/>
              <a:t>USE [CUST_DB]</a:t>
            </a:r>
          </a:p>
          <a:p>
            <a:pPr lvl="1">
              <a:lnSpc>
                <a:spcPct val="100000"/>
              </a:lnSpc>
              <a:spcBef>
                <a:spcPts val="1200"/>
              </a:spcBef>
              <a:spcAft>
                <a:spcPts val="600"/>
              </a:spcAft>
            </a:pPr>
            <a:r>
              <a:rPr lang="en-US" b="1"/>
              <a:t>GO</a:t>
            </a:r>
          </a:p>
          <a:p>
            <a:pPr lvl="1">
              <a:lnSpc>
                <a:spcPct val="100000"/>
              </a:lnSpc>
              <a:spcBef>
                <a:spcPts val="1200"/>
              </a:spcBef>
              <a:spcAft>
                <a:spcPts val="600"/>
              </a:spcAft>
            </a:pPr>
            <a:r>
              <a:rPr lang="en-US" b="1"/>
              <a:t>CREATE TABLE EMP_PhoneExpenses ( Expense_ID int PRIMARY KEY, MobileNumber bigint FOREIGN KEY REFERENCES EMP_ContactPhone (MobileNumber), Amount bigint)</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18</a:t>
            </a:fld>
            <a:endParaRPr lang="en-US" dirty="0"/>
          </a:p>
        </p:txBody>
      </p:sp>
    </p:spTree>
    <p:extLst>
      <p:ext uri="{BB962C8B-B14F-4D97-AF65-F5344CB8AC3E}">
        <p14:creationId xmlns:p14="http://schemas.microsoft.com/office/powerpoint/2010/main" val="2974779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Kiểm tra</a:t>
            </a:r>
          </a:p>
          <a:p>
            <a:pPr marL="171450" indent="-171450">
              <a:buFont typeface="Arial" panose="020B0604020202020204" pitchFamily="34" charset="0"/>
              <a:buChar char="•"/>
            </a:pPr>
            <a:r>
              <a:rPr lang="vi-VN" b="0"/>
              <a:t>Một ràng buộc </a:t>
            </a:r>
            <a:r>
              <a:rPr lang="en-US" sz="1200">
                <a:cs typeface="Courier New" pitchFamily="49" charset="0"/>
              </a:rPr>
              <a:t>CHECK </a:t>
            </a:r>
            <a:r>
              <a:rPr lang="vi-VN" b="0"/>
              <a:t>giới hạn các giá trị có thể được đặt trong một cột.</a:t>
            </a:r>
          </a:p>
          <a:p>
            <a:pPr marL="171450" indent="-171450">
              <a:buFont typeface="Arial" panose="020B0604020202020204" pitchFamily="34" charset="0"/>
              <a:buChar char="•"/>
            </a:pPr>
            <a:r>
              <a:rPr lang="vi-VN" b="0"/>
              <a:t>Kiểm tra các ràng buộc thực thi tính toàn vẹn của dữ liệu.</a:t>
            </a:r>
          </a:p>
          <a:p>
            <a:pPr marL="171450" indent="-171450">
              <a:buFont typeface="Arial" panose="020B0604020202020204" pitchFamily="34" charset="0"/>
              <a:buChar char="•"/>
            </a:pPr>
            <a:r>
              <a:rPr lang="vi-VN" b="0"/>
              <a:t>Một ràng buộc kiểm tra hoạt động bằng cách chỉ định một điều kiện tìm kiếm, có thể đánh giá thành </a:t>
            </a:r>
            <a:r>
              <a:rPr lang="en-US" sz="1200">
                <a:cs typeface="Courier New" pitchFamily="49" charset="0"/>
              </a:rPr>
              <a:t>TRUE</a:t>
            </a:r>
            <a:r>
              <a:rPr lang="vi-VN" b="0"/>
              <a:t>, </a:t>
            </a:r>
            <a:r>
              <a:rPr lang="en-US" sz="1200">
                <a:cs typeface="Courier New" pitchFamily="49" charset="0"/>
              </a:rPr>
              <a:t>FALSE </a:t>
            </a:r>
            <a:r>
              <a:rPr lang="vi-VN" b="0"/>
              <a:t>hoặc không xác định.</a:t>
            </a:r>
          </a:p>
          <a:p>
            <a:pPr marL="171450" indent="-171450">
              <a:buFont typeface="Arial" panose="020B0604020202020204" pitchFamily="34" charset="0"/>
              <a:buChar char="•"/>
            </a:pPr>
            <a:r>
              <a:rPr lang="vi-VN" b="0"/>
              <a:t>Các giá trị đánh giá để </a:t>
            </a:r>
            <a:r>
              <a:rPr lang="en-US" sz="1200">
                <a:cs typeface="Courier New" pitchFamily="49" charset="0"/>
              </a:rPr>
              <a:t>FALSE</a:t>
            </a:r>
            <a:r>
              <a:rPr lang="vi-VN" b="0"/>
              <a:t> bị từ chối.</a:t>
            </a:r>
          </a:p>
          <a:p>
            <a:pPr marL="171450" indent="-171450">
              <a:buFont typeface="Arial" panose="020B0604020202020204" pitchFamily="34" charset="0"/>
              <a:buChar char="•"/>
            </a:pPr>
            <a:r>
              <a:rPr lang="vi-VN" b="0"/>
              <a:t>Nhiều ràng buộc </a:t>
            </a:r>
            <a:r>
              <a:rPr lang="en-US" sz="1200">
                <a:cs typeface="Courier New" pitchFamily="49" charset="0"/>
              </a:rPr>
              <a:t>CHECK </a:t>
            </a:r>
            <a:r>
              <a:rPr lang="vi-VN" b="0"/>
              <a:t>có thể được chỉ định cho một cột duy nhất.</a:t>
            </a:r>
          </a:p>
          <a:p>
            <a:pPr marL="171450" indent="-171450">
              <a:buFont typeface="Arial" panose="020B0604020202020204" pitchFamily="34" charset="0"/>
              <a:buChar char="•"/>
            </a:pPr>
            <a:r>
              <a:rPr lang="vi-VN" b="0"/>
              <a:t>Một ràng buộc </a:t>
            </a:r>
            <a:r>
              <a:rPr lang="en-US" sz="1200">
                <a:cs typeface="Courier New" pitchFamily="49" charset="0"/>
              </a:rPr>
              <a:t>CHECK </a:t>
            </a:r>
            <a:r>
              <a:rPr lang="vi-VN" b="0"/>
              <a:t>duy nhất cũng có thể được áp dụng cho nhiều cột bằng cách tạo nó ở cấp độ bảng.</a:t>
            </a:r>
          </a:p>
          <a:p>
            <a:pPr marL="171450" indent="-171450">
              <a:buFont typeface="Arial" panose="020B0604020202020204" pitchFamily="34" charset="0"/>
              <a:buChar char="•"/>
            </a:pPr>
            <a:r>
              <a:rPr lang="vi-VN" b="0"/>
              <a:t>Thí dụ:</a:t>
            </a:r>
            <a:endParaRPr lang="en-US" b="0"/>
          </a:p>
          <a:p>
            <a:pPr lvl="2"/>
            <a:r>
              <a:rPr lang="en-US"/>
              <a:t>USE [CUST_DB]</a:t>
            </a:r>
          </a:p>
          <a:p>
            <a:pPr lvl="2"/>
            <a:r>
              <a:rPr lang="en-US"/>
              <a:t>CREATE TABLE EMP_PhoneExpenses ( Expense_ID int PRIMARY KEY,</a:t>
            </a:r>
          </a:p>
          <a:p>
            <a:pPr lvl="2"/>
            <a:r>
              <a:rPr lang="en-US"/>
              <a:t> MobileNumber bigint FOREIGN KEY REFERENCES EMP_ContactPhone</a:t>
            </a:r>
          </a:p>
          <a:p>
            <a:pPr lvl="2"/>
            <a:r>
              <a:rPr lang="en-US"/>
              <a:t>(MobileNumber), Amount bigint </a:t>
            </a:r>
            <a:r>
              <a:rPr lang="en-US" b="1"/>
              <a:t>CHECK (Amount &gt;10)</a:t>
            </a:r>
            <a:r>
              <a:rPr lang="en-US"/>
              <a:t>)</a:t>
            </a:r>
          </a:p>
          <a:p>
            <a:pPr lvl="2"/>
            <a:r>
              <a:rPr lang="en-US"/>
              <a:t>GO</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19</a:t>
            </a:fld>
            <a:endParaRPr lang="en-US" dirty="0"/>
          </a:p>
        </p:txBody>
      </p:sp>
    </p:spTree>
    <p:extLst>
      <p:ext uri="{BB962C8B-B14F-4D97-AF65-F5344CB8AC3E}">
        <p14:creationId xmlns:p14="http://schemas.microsoft.com/office/powerpoint/2010/main" val="3884820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Không đ</a:t>
            </a:r>
            <a:r>
              <a:rPr lang="vi-VN" b="1"/>
              <a:t>ư</a:t>
            </a:r>
            <a:r>
              <a:rPr lang="en-US" b="1"/>
              <a:t>ợc phép rỗng (NOT NULL)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Một ràng buộc </a:t>
            </a:r>
            <a:r>
              <a:rPr lang="en-US" sz="1200" b="1">
                <a:latin typeface="Courier New" pitchFamily="49" charset="0"/>
                <a:cs typeface="Courier New" pitchFamily="49" charset="0"/>
              </a:rPr>
              <a:t>NOT</a:t>
            </a:r>
            <a:r>
              <a:rPr lang="en-US" sz="1200" b="1">
                <a:latin typeface="Calibri" pitchFamily="34" charset="0"/>
                <a:cs typeface="Calibri" pitchFamily="34" charset="0"/>
              </a:rPr>
              <a:t> </a:t>
            </a:r>
            <a:r>
              <a:rPr lang="en-US" sz="1200" b="1">
                <a:latin typeface="Courier New" pitchFamily="49" charset="0"/>
                <a:cs typeface="Courier New" pitchFamily="49" charset="0"/>
              </a:rPr>
              <a:t>NULL</a:t>
            </a:r>
            <a:r>
              <a:rPr lang="en-US" sz="1200" b="1">
                <a:latin typeface="Calibri" pitchFamily="34" charset="0"/>
                <a:cs typeface="Calibri" pitchFamily="34" charset="0"/>
              </a:rPr>
              <a:t> </a:t>
            </a:r>
            <a:r>
              <a:rPr lang="en-US" b="0"/>
              <a:t>thực thi rằng cột sẽ không chấp nhận giá trị null.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ràng buộc </a:t>
            </a:r>
            <a:r>
              <a:rPr lang="en-US" sz="1200" b="1">
                <a:latin typeface="Courier New" pitchFamily="49" charset="0"/>
                <a:cs typeface="Courier New" pitchFamily="49" charset="0"/>
              </a:rPr>
              <a:t>NOT</a:t>
            </a:r>
            <a:r>
              <a:rPr lang="en-US" sz="1200" b="1">
                <a:latin typeface="Calibri" pitchFamily="34" charset="0"/>
                <a:cs typeface="Calibri" pitchFamily="34" charset="0"/>
              </a:rPr>
              <a:t> </a:t>
            </a:r>
            <a:r>
              <a:rPr lang="en-US" sz="1200" b="1">
                <a:latin typeface="Courier New" pitchFamily="49" charset="0"/>
                <a:cs typeface="Courier New" pitchFamily="49" charset="0"/>
              </a:rPr>
              <a:t>NULL</a:t>
            </a:r>
            <a:r>
              <a:rPr lang="en-US" sz="1200" b="1">
                <a:latin typeface="Calibri" pitchFamily="34" charset="0"/>
                <a:cs typeface="Calibri" pitchFamily="34" charset="0"/>
              </a:rPr>
              <a:t> </a:t>
            </a:r>
            <a:r>
              <a:rPr lang="vi-VN" b="0"/>
              <a:t>được sử dụng để thực thi tính toàn vẹn của tên miền, tương tự như các ràng buộc kiểm tra.</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20</a:t>
            </a:fld>
            <a:endParaRPr lang="en-US" dirty="0"/>
          </a:p>
        </p:txBody>
      </p:sp>
    </p:spTree>
    <p:extLst>
      <p:ext uri="{BB962C8B-B14F-4D97-AF65-F5344CB8AC3E}">
        <p14:creationId xmlns:p14="http://schemas.microsoft.com/office/powerpoint/2010/main" val="4130312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Lệnh sửa đổi dữ liệu</a:t>
            </a:r>
          </a:p>
          <a:p>
            <a:pPr marL="171450" indent="-171450">
              <a:buFont typeface="Arial" panose="020B0604020202020204" pitchFamily="34" charset="0"/>
              <a:buChar char="•"/>
            </a:pPr>
            <a:r>
              <a:rPr lang="vi-VN" b="0"/>
              <a:t>Được sử dụng để sửa đổi dữ liệu, chúng </a:t>
            </a:r>
            <a:r>
              <a:rPr lang="en-US" b="0"/>
              <a:t>có thể là các lệnh</a:t>
            </a:r>
            <a:r>
              <a:rPr lang="vi-VN" b="0"/>
              <a:t> </a:t>
            </a:r>
            <a:r>
              <a:rPr lang="en-US" sz="1200">
                <a:cs typeface="Courier New" pitchFamily="49" charset="0"/>
              </a:rPr>
              <a:t>INSERT</a:t>
            </a:r>
            <a:r>
              <a:rPr lang="vi-VN" b="0"/>
              <a:t>, </a:t>
            </a:r>
            <a:r>
              <a:rPr lang="en-US" sz="1200">
                <a:cs typeface="Courier New" pitchFamily="49" charset="0"/>
              </a:rPr>
              <a:t>UPDATE </a:t>
            </a:r>
            <a:r>
              <a:rPr lang="vi-VN" b="0"/>
              <a:t>và </a:t>
            </a:r>
            <a:r>
              <a:rPr lang="en-US" sz="1200">
                <a:cs typeface="Courier New" pitchFamily="49" charset="0"/>
              </a:rPr>
              <a:t>DELETE</a:t>
            </a:r>
          </a:p>
          <a:p>
            <a:pPr marL="171450" indent="-171450">
              <a:buFont typeface="Arial" panose="020B0604020202020204" pitchFamily="34" charset="0"/>
              <a:buChar char="•"/>
            </a:pPr>
            <a:r>
              <a:rPr lang="en-US" b="0"/>
              <a:t>Thêm một hàng mới vào một bảng</a:t>
            </a:r>
          </a:p>
          <a:p>
            <a:pPr marL="628650" lvl="1" indent="-171450">
              <a:buFont typeface="Arial" panose="020B0604020202020204" pitchFamily="34" charset="0"/>
              <a:buChar char="•"/>
            </a:pPr>
            <a:r>
              <a:rPr lang="en-US" b="0"/>
              <a:t>Cú pháp:</a:t>
            </a:r>
          </a:p>
          <a:p>
            <a:pPr lvl="3"/>
            <a:r>
              <a:rPr lang="en-US" b="1"/>
              <a:t>INSERT [INTO] &lt;Table_Name&gt;</a:t>
            </a:r>
          </a:p>
          <a:p>
            <a:pPr lvl="3"/>
            <a:r>
              <a:rPr lang="en-US" b="1"/>
              <a:t>VALUES &lt;values&gt;</a:t>
            </a:r>
          </a:p>
          <a:p>
            <a:pPr marL="628650" lvl="1" indent="-171450">
              <a:buFont typeface="Arial" panose="020B0604020202020204" pitchFamily="34" charset="0"/>
              <a:buChar char="•"/>
            </a:pPr>
            <a:r>
              <a:rPr lang="en-US" b="0"/>
              <a:t>Ví dụ:</a:t>
            </a:r>
          </a:p>
          <a:p>
            <a:pPr lvl="3"/>
            <a:r>
              <a:rPr lang="en-US"/>
              <a:t>USE [CUST_DB]</a:t>
            </a:r>
          </a:p>
          <a:p>
            <a:pPr lvl="3"/>
            <a:r>
              <a:rPr lang="en-US" b="1"/>
              <a:t>INSERT INTO [dbo].[Table_2] VALUES (101, 'Richard Parker', 'Richy')</a:t>
            </a:r>
          </a:p>
          <a:p>
            <a:pPr lvl="3"/>
            <a:r>
              <a:rPr lang="en-US"/>
              <a:t>GO</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21</a:t>
            </a:fld>
            <a:endParaRPr lang="en-US" dirty="0"/>
          </a:p>
        </p:txBody>
      </p:sp>
    </p:spTree>
    <p:extLst>
      <p:ext uri="{BB962C8B-B14F-4D97-AF65-F5344CB8AC3E}">
        <p14:creationId xmlns:p14="http://schemas.microsoft.com/office/powerpoint/2010/main" val="3590737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Lệnh sửa đổi dữ liệu</a:t>
            </a:r>
          </a:p>
          <a:p>
            <a:r>
              <a:rPr lang="en-US"/>
              <a:t>Câu lệnh UPDATE</a:t>
            </a:r>
          </a:p>
          <a:p>
            <a:pPr marL="171450" indent="-171450">
              <a:buFont typeface="Arial" panose="020B0604020202020204" pitchFamily="34" charset="0"/>
              <a:buChar char="•"/>
            </a:pPr>
            <a:r>
              <a:rPr lang="en-US"/>
              <a:t>Câu lệnh UPDATE dung để thay đổi dữ liệu trong bảng</a:t>
            </a:r>
          </a:p>
          <a:p>
            <a:pPr marL="628650" lvl="1" indent="-171450">
              <a:buFont typeface="Arial" panose="020B0604020202020204" pitchFamily="34" charset="0"/>
              <a:buChar char="•"/>
            </a:pPr>
            <a:r>
              <a:rPr lang="en-US"/>
              <a:t>Cú pháp:</a:t>
            </a:r>
          </a:p>
          <a:p>
            <a:pPr lvl="3"/>
            <a:r>
              <a:rPr lang="en-US" b="1"/>
              <a:t>UPDATE &lt;Table_Name&gt;</a:t>
            </a:r>
          </a:p>
          <a:p>
            <a:pPr lvl="3"/>
            <a:r>
              <a:rPr lang="en-US" b="1"/>
              <a:t>SET &lt;Column_Name = Value&gt;</a:t>
            </a:r>
          </a:p>
          <a:p>
            <a:pPr lvl="3"/>
            <a:r>
              <a:rPr lang="en-US" b="1"/>
              <a:t>[WHERE &lt;Search condition&gt;]</a:t>
            </a:r>
          </a:p>
          <a:p>
            <a:pPr marL="1543050" lvl="3" indent="-171450">
              <a:buFont typeface="Arial" panose="020B0604020202020204" pitchFamily="34" charset="0"/>
              <a:buChar char="•"/>
            </a:pPr>
            <a:r>
              <a:rPr lang="vi-VN" b="1"/>
              <a:t>&lt;</a:t>
            </a:r>
            <a:r>
              <a:rPr lang="en-US" sz="1200" b="1">
                <a:cs typeface="Courier New" pitchFamily="49" charset="0"/>
              </a:rPr>
              <a:t>Column_Name</a:t>
            </a:r>
            <a:r>
              <a:rPr lang="vi-VN" b="1"/>
              <a:t>&gt;</a:t>
            </a:r>
            <a:r>
              <a:rPr lang="vi-VN" b="0"/>
              <a:t>: Tên của cột trong đó </a:t>
            </a:r>
            <a:r>
              <a:rPr lang="en-US" b="0"/>
              <a:t>mẫu tin </a:t>
            </a:r>
            <a:r>
              <a:rPr lang="vi-VN" b="0"/>
              <a:t>sẽ được cập nhật.</a:t>
            </a:r>
          </a:p>
          <a:p>
            <a:pPr marL="1543050" lvl="3" indent="-171450">
              <a:buFont typeface="Arial" panose="020B0604020202020204" pitchFamily="34" charset="0"/>
              <a:buChar char="•"/>
            </a:pPr>
            <a:r>
              <a:rPr lang="vi-VN" b="1"/>
              <a:t>&lt;Value&gt;</a:t>
            </a:r>
            <a:r>
              <a:rPr lang="vi-VN" b="0"/>
              <a:t>: Chỉ định giá trị mới cho cột đã sửa đổi.</a:t>
            </a:r>
          </a:p>
          <a:p>
            <a:pPr marL="1543050" lvl="3" indent="-171450">
              <a:buFont typeface="Arial" panose="020B0604020202020204" pitchFamily="34" charset="0"/>
              <a:buChar char="•"/>
            </a:pPr>
            <a:r>
              <a:rPr lang="vi-VN" b="1"/>
              <a:t>&lt;</a:t>
            </a:r>
            <a:r>
              <a:rPr lang="en-US" sz="1200" b="1">
                <a:cs typeface="Courier New" pitchFamily="49" charset="0"/>
              </a:rPr>
              <a:t>Search condition</a:t>
            </a:r>
            <a:r>
              <a:rPr lang="vi-VN" b="1"/>
              <a:t>&gt;</a:t>
            </a:r>
            <a:r>
              <a:rPr lang="vi-VN" b="0"/>
              <a:t>: Điều kiện sẽ được đáp ứng cho các hàng được cập nhật.</a:t>
            </a:r>
            <a:endParaRPr lang="en-US" b="0"/>
          </a:p>
          <a:p>
            <a:pPr marL="628650" lvl="1" indent="-171450">
              <a:buFont typeface="Arial" panose="020B0604020202020204" pitchFamily="34" charset="0"/>
              <a:buChar char="•"/>
            </a:pPr>
            <a:r>
              <a:rPr lang="en-US" b="0"/>
              <a:t>Ví dụ:</a:t>
            </a:r>
          </a:p>
          <a:p>
            <a:pPr lvl="3"/>
            <a:r>
              <a:rPr lang="en-US"/>
              <a:t>USE [CUST_DB]</a:t>
            </a:r>
          </a:p>
          <a:p>
            <a:pPr lvl="3"/>
            <a:r>
              <a:rPr lang="en-US"/>
              <a:t>UPDATE [dbo].[Table_2] SET Contact_number = 5432679 </a:t>
            </a:r>
          </a:p>
          <a:p>
            <a:pPr lvl="3"/>
            <a:r>
              <a:rPr lang="en-US" b="1"/>
              <a:t>  WHERE Contact_name LIKE 'Richy'</a:t>
            </a:r>
          </a:p>
          <a:p>
            <a:pPr lvl="3"/>
            <a:r>
              <a:rPr lang="en-US"/>
              <a:t>GO</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22</a:t>
            </a:fld>
            <a:endParaRPr lang="en-US" dirty="0"/>
          </a:p>
        </p:txBody>
      </p:sp>
    </p:spTree>
    <p:extLst>
      <p:ext uri="{BB962C8B-B14F-4D97-AF65-F5344CB8AC3E}">
        <p14:creationId xmlns:p14="http://schemas.microsoft.com/office/powerpoint/2010/main" val="4151712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Lệnh sửa đổi dữ liệu</a:t>
            </a:r>
          </a:p>
          <a:p>
            <a:r>
              <a:rPr lang="en-US"/>
              <a:t>Câu lệnh xóa (DELETE)</a:t>
            </a:r>
          </a:p>
          <a:p>
            <a:pPr marL="171450" indent="-171450">
              <a:buFont typeface="Arial" panose="020B0604020202020204" pitchFamily="34" charset="0"/>
              <a:buChar char="•"/>
            </a:pPr>
            <a:r>
              <a:rPr lang="en-US"/>
              <a:t>Câu lệnh DELETE</a:t>
            </a:r>
            <a:r>
              <a:rPr lang="vi-VN"/>
              <a:t> sẽ loại bỏ các hàng khỏi bảng.</a:t>
            </a:r>
          </a:p>
          <a:p>
            <a:pPr marL="171450" indent="-171450">
              <a:buFont typeface="Arial" panose="020B0604020202020204" pitchFamily="34" charset="0"/>
              <a:buChar char="•"/>
            </a:pPr>
            <a:r>
              <a:rPr lang="vi-VN"/>
              <a:t>Tuyên bố về cú pháp để xóa như sau:</a:t>
            </a:r>
            <a:endParaRPr lang="en-US"/>
          </a:p>
          <a:p>
            <a:pPr marL="628650" lvl="1" indent="-171450">
              <a:buFont typeface="Arial" panose="020B0604020202020204" pitchFamily="34" charset="0"/>
              <a:buChar char="•"/>
            </a:pPr>
            <a:r>
              <a:rPr lang="en-US"/>
              <a:t>Cú pháp:</a:t>
            </a:r>
          </a:p>
          <a:p>
            <a:pPr lvl="2"/>
            <a:r>
              <a:rPr lang="en-US" b="1"/>
              <a:t>DELETE FROM &lt;Table_Name&gt;</a:t>
            </a:r>
          </a:p>
          <a:p>
            <a:pPr lvl="2"/>
            <a:r>
              <a:rPr lang="en-US" b="1"/>
              <a:t>[WHERE &lt;Search condition&gt;]</a:t>
            </a:r>
          </a:p>
          <a:p>
            <a:pPr marL="1085850" lvl="2" indent="-171450">
              <a:buFont typeface="Arial" panose="020B0604020202020204" pitchFamily="34" charset="0"/>
              <a:buChar char="•"/>
            </a:pPr>
            <a:r>
              <a:rPr lang="vi-VN" b="0"/>
              <a:t>Mệnh đề WHERE được sử dụng để chỉ định điều kiện. Nếu mệnh đề WHERE không được bao gồm trong câu lệnh </a:t>
            </a:r>
            <a:r>
              <a:rPr lang="en-US" sz="1200">
                <a:cs typeface="Courier New" pitchFamily="49" charset="0"/>
              </a:rPr>
              <a:t>DELETE</a:t>
            </a:r>
            <a:r>
              <a:rPr lang="vi-VN" b="0"/>
              <a:t>, tất cả các </a:t>
            </a:r>
            <a:r>
              <a:rPr lang="en-US" b="0"/>
              <a:t>mẫu tin </a:t>
            </a:r>
            <a:r>
              <a:rPr lang="vi-VN" b="0"/>
              <a:t>trong bảng sẽ bị xóa.</a:t>
            </a:r>
            <a:endParaRPr lang="en-US" b="0"/>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23</a:t>
            </a:fld>
            <a:endParaRPr lang="en-US" dirty="0"/>
          </a:p>
        </p:txBody>
      </p:sp>
    </p:spTree>
    <p:extLst>
      <p:ext uri="{BB962C8B-B14F-4D97-AF65-F5344CB8AC3E}">
        <p14:creationId xmlns:p14="http://schemas.microsoft.com/office/powerpoint/2010/main" val="2751035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b="1"/>
              <a:t>Tóm lược</a:t>
            </a:r>
            <a:endParaRPr lang="en-US" b="1"/>
          </a:p>
          <a:p>
            <a:pPr marL="171450" indent="-171450">
              <a:buFont typeface="Arial" panose="020B0604020202020204" pitchFamily="34" charset="0"/>
              <a:buChar char="•"/>
            </a:pPr>
            <a:r>
              <a:rPr lang="vi-VN"/>
              <a:t>Hầu hết các bảng có khóa chính, được tạo thành từ một hoặc nhiều cột của bảng xác định các </a:t>
            </a:r>
            <a:r>
              <a:rPr lang="en-US"/>
              <a:t>mẫu tin </a:t>
            </a:r>
            <a:r>
              <a:rPr lang="vi-VN"/>
              <a:t>duy nhất</a:t>
            </a:r>
            <a:r>
              <a:rPr lang="en-US"/>
              <a:t>.</a:t>
            </a:r>
          </a:p>
          <a:p>
            <a:pPr marL="171450" indent="-171450">
              <a:buFont typeface="Arial" panose="020B0604020202020204" pitchFamily="34" charset="0"/>
              <a:buChar char="•"/>
            </a:pPr>
            <a:r>
              <a:rPr lang="en-US"/>
              <a:t>Tính năng </a:t>
            </a:r>
            <a:r>
              <a:rPr lang="en-US" b="1"/>
              <a:t>nullable</a:t>
            </a:r>
            <a:r>
              <a:rPr lang="en-US"/>
              <a:t> (có thể rỗng) của một cột xác định xem các hàng trong bảng có thể chứa giá trị null cho cột đó hay không</a:t>
            </a:r>
          </a:p>
          <a:p>
            <a:pPr marL="171450" indent="-171450">
              <a:buFont typeface="Arial" panose="020B0604020202020204" pitchFamily="34" charset="0"/>
              <a:buChar char="•"/>
            </a:pPr>
            <a:r>
              <a:rPr lang="vi-VN"/>
              <a:t>Một định nghĩa mặc định</a:t>
            </a:r>
            <a:r>
              <a:rPr lang="en-US"/>
              <a:t> (</a:t>
            </a:r>
            <a:r>
              <a:rPr lang="en-US" sz="1200" b="1">
                <a:latin typeface="Calibri" pitchFamily="34" charset="0"/>
                <a:cs typeface="Calibri" pitchFamily="34" charset="0"/>
              </a:rPr>
              <a:t>DEFAULT</a:t>
            </a:r>
            <a:r>
              <a:rPr lang="en-US" sz="1200">
                <a:latin typeface="Calibri" pitchFamily="34" charset="0"/>
                <a:cs typeface="Calibri" pitchFamily="34" charset="0"/>
              </a:rPr>
              <a:t>)</a:t>
            </a:r>
            <a:r>
              <a:rPr lang="vi-VN"/>
              <a:t> cho một cột có thể được tạo tại thời điểm tạo bảng hoặc được thêm vào ở giai đoạn sau vào bảng hiện có.</a:t>
            </a:r>
            <a:endParaRPr lang="en-US"/>
          </a:p>
          <a:p>
            <a:pPr marL="171450" indent="-171450">
              <a:buFont typeface="Arial" panose="020B0604020202020204" pitchFamily="34" charset="0"/>
              <a:buChar char="•"/>
            </a:pPr>
            <a:r>
              <a:rPr lang="vi-VN"/>
              <a:t>Thuộc tính danh tính </a:t>
            </a:r>
            <a:r>
              <a:rPr lang="en-US"/>
              <a:t>(</a:t>
            </a:r>
            <a:r>
              <a:rPr lang="en-US" sz="1200" b="1">
                <a:latin typeface="Calibri" pitchFamily="34" charset="0"/>
                <a:cs typeface="Calibri" pitchFamily="34" charset="0"/>
              </a:rPr>
              <a:t>IDENTITY</a:t>
            </a:r>
            <a:r>
              <a:rPr lang="en-US" sz="1200">
                <a:latin typeface="Calibri" pitchFamily="34" charset="0"/>
                <a:cs typeface="Calibri" pitchFamily="34" charset="0"/>
              </a:rPr>
              <a:t>) </a:t>
            </a:r>
            <a:r>
              <a:rPr lang="vi-VN"/>
              <a:t>của SQL Server được sử dụng để tạo các cột định danh có thể chứa các giá trị liên tiếp được tạo tự động để xác định duy nhất mỗi hàng trong một bảng</a:t>
            </a:r>
            <a:endParaRPr lang="en-US"/>
          </a:p>
          <a:p>
            <a:pPr marL="171450" indent="-171450">
              <a:buFont typeface="Arial" panose="020B0604020202020204" pitchFamily="34" charset="0"/>
              <a:buChar char="•"/>
            </a:pPr>
            <a:r>
              <a:rPr lang="vi-VN"/>
              <a:t>Các ràng buộc được sử dụng để áp dụng các quy tắc logic kinh doanh và thực thi tính toàn vẹn dữ liệu.</a:t>
            </a:r>
            <a:endParaRPr lang="en-US"/>
          </a:p>
          <a:p>
            <a:pPr marL="171450" indent="-171450">
              <a:buFont typeface="Arial" panose="020B0604020202020204" pitchFamily="34" charset="0"/>
              <a:buChar char="•"/>
            </a:pPr>
            <a:r>
              <a:rPr lang="vi-VN"/>
              <a:t>Một ràng buộc duy nhất </a:t>
            </a:r>
            <a:r>
              <a:rPr lang="en-US"/>
              <a:t>(</a:t>
            </a:r>
            <a:r>
              <a:rPr lang="en-US" sz="1200" b="1">
                <a:latin typeface="Calibri" pitchFamily="34" charset="0"/>
                <a:cs typeface="Calibri" pitchFamily="34" charset="0"/>
              </a:rPr>
              <a:t>UNIQUE</a:t>
            </a:r>
            <a:r>
              <a:rPr lang="en-US" sz="1200">
                <a:latin typeface="Calibri" pitchFamily="34" charset="0"/>
                <a:cs typeface="Calibri" pitchFamily="34" charset="0"/>
              </a:rPr>
              <a:t>) </a:t>
            </a:r>
            <a:r>
              <a:rPr lang="vi-VN"/>
              <a:t>được sử dụng để đảm bảo rằng chỉ các giá trị duy nhất được nhập trong một cột hoặc tập hợp các cột.</a:t>
            </a:r>
            <a:endParaRPr lang="en-US"/>
          </a:p>
          <a:p>
            <a:pPr marL="171450" indent="-171450">
              <a:buFont typeface="Arial" panose="020B0604020202020204" pitchFamily="34" charset="0"/>
              <a:buChar char="•"/>
            </a:pPr>
            <a:r>
              <a:rPr lang="en-US"/>
              <a:t>Khóa ngoại trong bảng là một cột trỏ đến cột khóa chính trong một bảng khác.</a:t>
            </a:r>
          </a:p>
          <a:p>
            <a:pPr marL="171450" indent="-171450">
              <a:buFont typeface="Arial" panose="020B0604020202020204" pitchFamily="34" charset="0"/>
              <a:buChar char="•"/>
            </a:pPr>
            <a:r>
              <a:rPr lang="vi-VN"/>
              <a:t>Một ràng buộc kiểm tra </a:t>
            </a:r>
            <a:r>
              <a:rPr lang="en-US"/>
              <a:t>(</a:t>
            </a:r>
            <a:r>
              <a:rPr lang="en-US" sz="1200" b="1">
                <a:latin typeface="Calibri" pitchFamily="34" charset="0"/>
                <a:cs typeface="Calibri" pitchFamily="34" charset="0"/>
              </a:rPr>
              <a:t>CHECK</a:t>
            </a:r>
            <a:r>
              <a:rPr lang="en-US" sz="1200">
                <a:latin typeface="Calibri" pitchFamily="34" charset="0"/>
                <a:cs typeface="Calibri" pitchFamily="34" charset="0"/>
              </a:rPr>
              <a:t>) </a:t>
            </a:r>
            <a:r>
              <a:rPr lang="vi-VN"/>
              <a:t>giới hạn các giá trị có thể được đặt trong một cột.</a:t>
            </a:r>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24</a:t>
            </a:fld>
            <a:endParaRPr lang="en-US" dirty="0"/>
          </a:p>
        </p:txBody>
      </p:sp>
    </p:spTree>
    <p:extLst>
      <p:ext uri="{BB962C8B-B14F-4D97-AF65-F5344CB8AC3E}">
        <p14:creationId xmlns:p14="http://schemas.microsoft.com/office/powerpoint/2010/main" val="1076499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24383"/>
            <a:ext cx="8376919"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85A310B-9EAF-4755-A8B8-392FC6C077E3}" type="datetime1">
              <a:rPr lang="en-US" smtClean="0"/>
              <a:t>10/14/2021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3F5112A-516C-4A57-9FAD-67FDF0A7A978}" type="datetime1">
              <a:rPr lang="en-US" smtClean="0"/>
              <a:t>10/14/2021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ACB096B-E59B-41A0-8CCF-13E8E8884FE8}" type="datetime1">
              <a:rPr lang="en-US" smtClean="0"/>
              <a:t>10/14/2021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5843BA2-A778-4483-8C83-947D76EE4319}" type="datetime1">
              <a:rPr lang="en-US" smtClean="0"/>
              <a:t>10/14/2021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D1306F2-7A2E-4CA4-AA90-FE0EC069BF48}" type="datetime1">
              <a:rPr lang="en-US" smtClean="0"/>
              <a:t>10/14/2021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a:p>
        </p:txBody>
      </p:sp>
      <p:sp>
        <p:nvSpPr>
          <p:cNvPr id="11" name="Title 1"/>
          <p:cNvSpPr>
            <a:spLocks noGrp="1"/>
          </p:cNvSpPr>
          <p:nvPr>
            <p:ph type="title" hasCustomPrompt="1"/>
          </p:nvPr>
        </p:nvSpPr>
        <p:spPr>
          <a:xfrm>
            <a:off x="381000" y="76200"/>
            <a:ext cx="7620000" cy="615553"/>
          </a:xfrm>
          <a:noFill/>
          <a:ln>
            <a:noFill/>
          </a:ln>
          <a:effectLst>
            <a:glow rad="63500">
              <a:schemeClr val="accent4">
                <a:satMod val="175000"/>
                <a:alpha val="40000"/>
              </a:schemeClr>
            </a:glow>
          </a:effectLst>
        </p:spPr>
        <p:txBody>
          <a:bodyPr/>
          <a:lstStyle>
            <a:lvl1pPr algn="l">
              <a:defRPr sz="4000" b="0" i="0" cap="none" spc="0" baseline="0">
                <a:ln w="900" cmpd="sng">
                  <a:solidFill>
                    <a:srgbClr val="C00000">
                      <a:alpha val="55000"/>
                    </a:srgbClr>
                  </a:solidFill>
                  <a:prstDash val="solid"/>
                </a:ln>
                <a:solidFill>
                  <a:schemeClr val="bg1"/>
                </a:solidFill>
                <a:effectLst/>
                <a:latin typeface="Arial" panose="020B0604020202020204" pitchFamily="34" charset="0"/>
                <a:cs typeface="Arial" panose="020B0604020202020204" pitchFamily="34" charset="0"/>
              </a:defRPr>
            </a:lvl1pPr>
          </a:lstStyle>
          <a:p>
            <a:r>
              <a:rPr lang="en-US" dirty="0"/>
              <a:t>Click to add title</a:t>
            </a:r>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err="1">
                <a:ln>
                  <a:noFill/>
                </a:ln>
                <a:solidFill>
                  <a:schemeClr val="tx1"/>
                </a:solidFill>
                <a:effectLst/>
                <a:uLnTx/>
                <a:uFillTx/>
                <a:latin typeface="Calibri" pitchFamily="34" charset="0"/>
                <a:ea typeface="+mn-ea"/>
                <a:cs typeface="+mn-cs"/>
              </a:rPr>
              <a:t>Aptech</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4109926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a:xfrm>
            <a:off x="383540" y="1125473"/>
            <a:ext cx="8452485" cy="4293235"/>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CFB3BF10-1D06-4426-894E-D2C8FF4B2A82}" type="datetime1">
              <a:rPr lang="en-US" smtClean="0"/>
              <a:t>10/14/2021</a:t>
            </a:fld>
            <a:endParaRPr lang="en-US"/>
          </a:p>
        </p:txBody>
      </p:sp>
      <p:sp>
        <p:nvSpPr>
          <p:cNvPr id="6" name="Holder 6"/>
          <p:cNvSpPr>
            <a:spLocks noGrp="1"/>
          </p:cNvSpPr>
          <p:nvPr>
            <p:ph type="sldNum" sz="quarter" idx="7"/>
          </p:nvPr>
        </p:nvSpPr>
        <p:spPr>
          <a:xfrm>
            <a:off x="7934706" y="6569709"/>
            <a:ext cx="882650" cy="184666"/>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a:t>Session </a:t>
            </a:r>
            <a:r>
              <a:rPr lang="en-US" sz="1800" spc="-75" baseline="4629"/>
              <a:t>6</a:t>
            </a:r>
            <a:r>
              <a:rPr sz="1800" spc="-75" baseline="4629"/>
              <a:t>/</a:t>
            </a:r>
            <a:r>
              <a:rPr sz="1800" spc="-247" baseline="4629"/>
              <a:t> </a:t>
            </a:r>
            <a:fld id="{81D60167-4931-47E6-BA6A-407CBD079E47}" type="slidenum">
              <a:rPr sz="1200" spc="-7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147173"/>
            <a:ext cx="6179185" cy="1296893"/>
          </a:xfrm>
          <a:prstGeom prst="rect">
            <a:avLst/>
          </a:prstGeom>
        </p:spPr>
        <p:txBody>
          <a:bodyPr vert="horz" wrap="square" lIns="0" tIns="77470" rIns="0" bIns="0" rtlCol="0">
            <a:spAutoFit/>
          </a:bodyPr>
          <a:lstStyle/>
          <a:p>
            <a:pPr marL="12700">
              <a:lnSpc>
                <a:spcPct val="100000"/>
              </a:lnSpc>
              <a:spcBef>
                <a:spcPts val="610"/>
              </a:spcBef>
            </a:pPr>
            <a:r>
              <a:rPr sz="2800" b="1" dirty="0">
                <a:latin typeface="Book Antiqua"/>
                <a:cs typeface="Book Antiqua"/>
              </a:rPr>
              <a:t>Session</a:t>
            </a:r>
            <a:r>
              <a:rPr sz="2800" b="1">
                <a:latin typeface="Book Antiqua"/>
                <a:cs typeface="Book Antiqua"/>
              </a:rPr>
              <a:t>:</a:t>
            </a:r>
            <a:r>
              <a:rPr sz="2800" b="1" spc="-5">
                <a:latin typeface="Book Antiqua"/>
                <a:cs typeface="Book Antiqua"/>
              </a:rPr>
              <a:t> </a:t>
            </a:r>
            <a:r>
              <a:rPr lang="en-US" sz="2800" b="1">
                <a:latin typeface="Book Antiqua"/>
                <a:cs typeface="Book Antiqua"/>
              </a:rPr>
              <a:t>6</a:t>
            </a:r>
            <a:endParaRPr sz="2800">
              <a:latin typeface="Book Antiqua"/>
              <a:cs typeface="Book Antiqua"/>
            </a:endParaRPr>
          </a:p>
          <a:p>
            <a:pPr marL="1814830" marR="5080" indent="-1663064">
              <a:lnSpc>
                <a:spcPct val="101000"/>
              </a:lnSpc>
              <a:spcBef>
                <a:spcPts val="765"/>
              </a:spcBef>
            </a:pPr>
            <a:r>
              <a:rPr sz="4500" b="1" i="1" spc="-5">
                <a:latin typeface="Book Antiqua"/>
                <a:cs typeface="Book Antiqua"/>
              </a:rPr>
              <a:t>Creating </a:t>
            </a:r>
            <a:r>
              <a:rPr lang="en-US" sz="4500" b="1" i="1" spc="-5">
                <a:latin typeface="Book Antiqua"/>
                <a:cs typeface="Book Antiqua"/>
              </a:rPr>
              <a:t>Tables</a:t>
            </a:r>
            <a:endParaRPr sz="4500">
              <a:latin typeface="Book Antiqua"/>
              <a:cs typeface="Book Antiqua"/>
            </a:endParaRPr>
          </a:p>
        </p:txBody>
      </p:sp>
      <p:sp>
        <p:nvSpPr>
          <p:cNvPr id="7" name="object 7"/>
          <p:cNvSpPr txBox="1">
            <a:spLocks noGrp="1"/>
          </p:cNvSpPr>
          <p:nvPr>
            <p:ph type="title"/>
          </p:nvPr>
        </p:nvSpPr>
        <p:spPr>
          <a:xfrm>
            <a:off x="2980435" y="1379473"/>
            <a:ext cx="4544060" cy="1694180"/>
          </a:xfrm>
          <a:prstGeom prst="rect">
            <a:avLst/>
          </a:prstGeom>
        </p:spPr>
        <p:txBody>
          <a:bodyPr vert="horz" wrap="square" lIns="0" tIns="12700" rIns="0" bIns="0" rtlCol="0">
            <a:spAutoFit/>
          </a:bodyPr>
          <a:lstStyle/>
          <a:p>
            <a:pPr algn="ctr">
              <a:lnSpc>
                <a:spcPct val="100000"/>
              </a:lnSpc>
              <a:spcBef>
                <a:spcPts val="100"/>
              </a:spcBef>
            </a:pPr>
            <a:r>
              <a:rPr sz="3600" b="1" spc="-5" dirty="0">
                <a:latin typeface="Times New Roman"/>
                <a:cs typeface="Times New Roman"/>
              </a:rPr>
              <a:t>Intelligent</a:t>
            </a:r>
            <a:endParaRPr sz="3600">
              <a:latin typeface="Times New Roman"/>
              <a:cs typeface="Times New Roman"/>
            </a:endParaRPr>
          </a:p>
          <a:p>
            <a:pPr marL="12700" marR="5080" algn="ctr">
              <a:lnSpc>
                <a:spcPts val="4500"/>
              </a:lnSpc>
            </a:pPr>
            <a:r>
              <a:rPr sz="3600" b="1" spc="-30" dirty="0">
                <a:latin typeface="Times New Roman"/>
                <a:cs typeface="Times New Roman"/>
              </a:rPr>
              <a:t>Data </a:t>
            </a:r>
            <a:r>
              <a:rPr sz="3600" b="1" spc="-35" dirty="0">
                <a:latin typeface="Times New Roman"/>
                <a:cs typeface="Times New Roman"/>
              </a:rPr>
              <a:t>Management</a:t>
            </a:r>
            <a:r>
              <a:rPr sz="3600" b="1" spc="-434" dirty="0">
                <a:latin typeface="Times New Roman"/>
                <a:cs typeface="Times New Roman"/>
              </a:rPr>
              <a:t> </a:t>
            </a:r>
            <a:r>
              <a:rPr sz="3600" b="1" spc="45" dirty="0">
                <a:latin typeface="Times New Roman"/>
                <a:cs typeface="Times New Roman"/>
              </a:rPr>
              <a:t>with  </a:t>
            </a:r>
            <a:r>
              <a:rPr sz="3600" b="1" spc="10" dirty="0">
                <a:latin typeface="Times New Roman"/>
                <a:cs typeface="Times New Roman"/>
              </a:rPr>
              <a:t>SQL</a:t>
            </a:r>
            <a:r>
              <a:rPr sz="3600" b="1" spc="-200" dirty="0">
                <a:latin typeface="Times New Roman"/>
                <a:cs typeface="Times New Roman"/>
              </a:rPr>
              <a:t> </a:t>
            </a:r>
            <a:r>
              <a:rPr sz="3600" b="1" spc="-45" dirty="0">
                <a:latin typeface="Times New Roman"/>
                <a:cs typeface="Times New Roman"/>
              </a:rPr>
              <a:t>Server</a:t>
            </a:r>
            <a:endParaRPr sz="3600">
              <a:latin typeface="Times New Roman"/>
              <a:cs typeface="Times New Roman"/>
            </a:endParaRPr>
          </a:p>
        </p:txBody>
      </p:sp>
      <p:sp>
        <p:nvSpPr>
          <p:cNvPr id="8" name="Footer Placeholder 7">
            <a:extLst>
              <a:ext uri="{FF2B5EF4-FFF2-40B4-BE49-F238E27FC236}">
                <a16:creationId xmlns:a16="http://schemas.microsoft.com/office/drawing/2014/main" id="{371A02E3-A3A1-4874-AD36-AD647A696EE3}"/>
              </a:ext>
            </a:extLst>
          </p:cNvPr>
          <p:cNvSpPr>
            <a:spLocks noGrp="1"/>
          </p:cNvSpPr>
          <p:nvPr>
            <p:ph type="ftr" sz="quarter" idx="5"/>
          </p:nvPr>
        </p:nvSpPr>
        <p:spPr/>
        <p:txBody>
          <a:bodyPr/>
          <a:lstStyle/>
          <a:p>
            <a:pPr marL="12700">
              <a:lnSpc>
                <a:spcPct val="100000"/>
              </a:lnSpc>
              <a:spcBef>
                <a:spcPts val="50"/>
              </a:spcBef>
            </a:pPr>
            <a:r>
              <a:rPr lang="en-US" i="0" spc="70">
                <a:latin typeface="Arial"/>
                <a:cs typeface="Arial"/>
              </a:rPr>
              <a:t>©</a:t>
            </a:r>
            <a:r>
              <a:rPr lang="en-US" i="0" spc="-180">
                <a:latin typeface="Arial"/>
                <a:cs typeface="Arial"/>
              </a:rPr>
              <a:t> </a:t>
            </a:r>
            <a:r>
              <a:rPr lang="en-US"/>
              <a:t>Aptech </a:t>
            </a:r>
            <a:r>
              <a:rPr lang="en-US" spc="-15"/>
              <a:t>Ltd.</a:t>
            </a:r>
            <a:endParaRPr lang="en-US" spc="-15" dirty="0"/>
          </a:p>
        </p:txBody>
      </p:sp>
      <p:sp>
        <p:nvSpPr>
          <p:cNvPr id="9" name="Slide Number Placeholder 8">
            <a:extLst>
              <a:ext uri="{FF2B5EF4-FFF2-40B4-BE49-F238E27FC236}">
                <a16:creationId xmlns:a16="http://schemas.microsoft.com/office/drawing/2014/main" id="{2D6434ED-4241-4546-9409-82E17F126141}"/>
              </a:ext>
            </a:extLst>
          </p:cNvPr>
          <p:cNvSpPr>
            <a:spLocks noGrp="1"/>
          </p:cNvSpPr>
          <p:nvPr>
            <p:ph type="sldNum" sz="quarter" idx="7"/>
          </p:nvPr>
        </p:nvSpPr>
        <p:spPr/>
        <p:txBody>
          <a:bodyPr/>
          <a:lstStyle/>
          <a:p>
            <a:pPr marL="12700">
              <a:lnSpc>
                <a:spcPct val="100000"/>
              </a:lnSpc>
              <a:spcBef>
                <a:spcPts val="145"/>
              </a:spcBef>
            </a:pPr>
            <a:r>
              <a:rPr lang="en-US" sz="1800" spc="-75" baseline="4629"/>
              <a:t>Session 6/</a:t>
            </a:r>
            <a:r>
              <a:rPr lang="en-US" sz="1800" spc="-247" baseline="4629"/>
              <a:t> </a:t>
            </a:r>
            <a:fld id="{81D60167-4931-47E6-BA6A-407CBD079E47}" type="slidenum">
              <a:rPr sz="1200" spc="-70" smtClean="0"/>
              <a:t>1</a:t>
            </a:fld>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noFill/>
        </p:spPr>
        <p:txBody>
          <a:bodyPr/>
          <a:lstStyle/>
          <a:p>
            <a:r>
              <a:rPr lang="en-US" dirty="0"/>
              <a:t>Objectives</a:t>
            </a:r>
          </a:p>
        </p:txBody>
      </p:sp>
      <p:sp>
        <p:nvSpPr>
          <p:cNvPr id="6" name="TextBox 5"/>
          <p:cNvSpPr txBox="1"/>
          <p:nvPr/>
        </p:nvSpPr>
        <p:spPr>
          <a:xfrm>
            <a:off x="304800" y="1143000"/>
            <a:ext cx="8229599" cy="1754326"/>
          </a:xfrm>
          <a:prstGeom prst="rect">
            <a:avLst/>
          </a:prstGeom>
          <a:noFill/>
        </p:spPr>
        <p:txBody>
          <a:bodyPr wrap="square" rtlCol="0">
            <a:spAutoFit/>
          </a:bodyPr>
          <a:lstStyle/>
          <a:p>
            <a:pPr marL="341313" indent="-341313">
              <a:buFont typeface="Calibri" pitchFamily="34" charset="0"/>
              <a:buChar char="●"/>
            </a:pPr>
            <a:r>
              <a:rPr lang="en-US" sz="2400">
                <a:latin typeface="Calibri" pitchFamily="34" charset="0"/>
                <a:cs typeface="Calibri" pitchFamily="34" charset="0"/>
              </a:rPr>
              <a:t>Describe </a:t>
            </a:r>
            <a:r>
              <a:rPr lang="en-US" sz="2400" dirty="0">
                <a:latin typeface="Calibri" pitchFamily="34" charset="0"/>
                <a:cs typeface="Calibri" pitchFamily="34" charset="0"/>
              </a:rPr>
              <a:t>the procedure to create, modify, and drop tables in an SQL Server database</a:t>
            </a:r>
          </a:p>
          <a:p>
            <a:pPr marL="341313" indent="-341313">
              <a:buFont typeface="Calibri" pitchFamily="34" charset="0"/>
              <a:buChar char="●"/>
            </a:pPr>
            <a:r>
              <a:rPr lang="en-US" sz="2400" dirty="0">
                <a:latin typeface="Calibri" pitchFamily="34" charset="0"/>
                <a:cs typeface="Calibri" pitchFamily="34" charset="0"/>
              </a:rPr>
              <a:t>Describe the procedure to add, modify, and drop columns in a table</a:t>
            </a:r>
          </a:p>
          <a:p>
            <a:pPr marL="341313" indent="-341313">
              <a:buFont typeface="Calibri" pitchFamily="34" charset="0"/>
              <a:buChar char="●"/>
            </a:pPr>
            <a:endParaRPr lang="en-US" sz="1200" dirty="0"/>
          </a:p>
        </p:txBody>
      </p:sp>
      <p:sp>
        <p:nvSpPr>
          <p:cNvPr id="7" name="object 5">
            <a:extLst>
              <a:ext uri="{FF2B5EF4-FFF2-40B4-BE49-F238E27FC236}">
                <a16:creationId xmlns:a16="http://schemas.microsoft.com/office/drawing/2014/main" id="{C095D19F-8C56-47DC-B7ED-D6E9A2528093}"/>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a:t>
            </a:fld>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Tables</a:t>
            </a:r>
          </a:p>
        </p:txBody>
      </p:sp>
      <p:sp>
        <p:nvSpPr>
          <p:cNvPr id="6" name="Rounded Rectangle 5"/>
          <p:cNvSpPr/>
          <p:nvPr/>
        </p:nvSpPr>
        <p:spPr>
          <a:xfrm>
            <a:off x="471923" y="1182791"/>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7" name="TextBox 6"/>
          <p:cNvSpPr txBox="1"/>
          <p:nvPr/>
        </p:nvSpPr>
        <p:spPr>
          <a:xfrm>
            <a:off x="441652" y="1781586"/>
            <a:ext cx="8001000" cy="1277273"/>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CREATE TABLE [</a:t>
            </a:r>
            <a:r>
              <a:rPr lang="en-US" dirty="0" err="1"/>
              <a:t>database_name</a:t>
            </a:r>
            <a:r>
              <a:rPr lang="en-US" dirty="0"/>
              <a:t>. [</a:t>
            </a:r>
            <a:r>
              <a:rPr lang="en-US" dirty="0" err="1"/>
              <a:t>schema_name</a:t>
            </a:r>
            <a:r>
              <a:rPr lang="en-US" dirty="0"/>
              <a:t>].| </a:t>
            </a:r>
            <a:r>
              <a:rPr lang="en-US" dirty="0" err="1"/>
              <a:t>schema_name</a:t>
            </a:r>
            <a:r>
              <a:rPr lang="en-US" dirty="0"/>
              <a:t>.]</a:t>
            </a:r>
            <a:r>
              <a:rPr lang="en-US" dirty="0" err="1"/>
              <a:t>table_name</a:t>
            </a:r>
            <a:endParaRPr lang="en-US" dirty="0"/>
          </a:p>
          <a:p>
            <a:r>
              <a:rPr lang="en-US" b="1" dirty="0">
                <a:solidFill>
                  <a:srgbClr val="FF0000"/>
                </a:solidFill>
              </a:rPr>
              <a:t>([&lt;</a:t>
            </a:r>
            <a:r>
              <a:rPr lang="en-US" b="1" dirty="0" err="1">
                <a:solidFill>
                  <a:srgbClr val="FF0000"/>
                </a:solidFill>
              </a:rPr>
              <a:t>column_name</a:t>
            </a:r>
            <a:r>
              <a:rPr lang="en-US" b="1" dirty="0">
                <a:solidFill>
                  <a:srgbClr val="FF0000"/>
                </a:solidFill>
              </a:rPr>
              <a:t>&gt;] [</a:t>
            </a:r>
            <a:r>
              <a:rPr lang="en-US" b="1" dirty="0" err="1">
                <a:solidFill>
                  <a:srgbClr val="FF0000"/>
                </a:solidFill>
              </a:rPr>
              <a:t>data_type</a:t>
            </a:r>
            <a:r>
              <a:rPr lang="en-US" b="1" dirty="0">
                <a:solidFill>
                  <a:srgbClr val="FF0000"/>
                </a:solidFill>
              </a:rPr>
              <a:t>] Null/Not Null,)</a:t>
            </a:r>
          </a:p>
          <a:p>
            <a:r>
              <a:rPr lang="en-US" dirty="0"/>
              <a:t>ON [</a:t>
            </a:r>
            <a:r>
              <a:rPr lang="en-US" dirty="0" err="1"/>
              <a:t>filegroup</a:t>
            </a:r>
            <a:r>
              <a:rPr lang="en-US" dirty="0"/>
              <a:t> | “default”]</a:t>
            </a:r>
          </a:p>
          <a:p>
            <a:endParaRPr lang="en-US" dirty="0"/>
          </a:p>
        </p:txBody>
      </p:sp>
      <p:sp>
        <p:nvSpPr>
          <p:cNvPr id="8" name="TextBox 7"/>
          <p:cNvSpPr txBox="1"/>
          <p:nvPr/>
        </p:nvSpPr>
        <p:spPr>
          <a:xfrm>
            <a:off x="413084" y="3184036"/>
            <a:ext cx="8458200" cy="2031325"/>
          </a:xfrm>
          <a:prstGeom prst="rect">
            <a:avLst/>
          </a:prstGeom>
          <a:noFill/>
        </p:spPr>
        <p:txBody>
          <a:bodyPr wrap="square" rtlCol="0">
            <a:spAutoFit/>
          </a:bodyPr>
          <a:lstStyle/>
          <a:p>
            <a:pPr>
              <a:lnSpc>
                <a:spcPct val="100000"/>
              </a:lnSpc>
              <a:spcBef>
                <a:spcPts val="0"/>
              </a:spcBef>
            </a:pPr>
            <a:r>
              <a:rPr lang="en-US" sz="1800" dirty="0">
                <a:latin typeface="Calibri" pitchFamily="34" charset="0"/>
                <a:cs typeface="Calibri" pitchFamily="34" charset="0"/>
              </a:rPr>
              <a:t>where,</a:t>
            </a:r>
          </a:p>
          <a:p>
            <a:pPr marL="231775">
              <a:lnSpc>
                <a:spcPct val="100000"/>
              </a:lnSpc>
              <a:spcBef>
                <a:spcPts val="0"/>
              </a:spcBef>
            </a:pPr>
            <a:r>
              <a:rPr lang="en-US" sz="1800" dirty="0" err="1">
                <a:cs typeface="Courier New" pitchFamily="49" charset="0"/>
              </a:rPr>
              <a:t>table_name</a:t>
            </a:r>
            <a:r>
              <a:rPr lang="en-US" sz="1800" dirty="0">
                <a:latin typeface="Calibri" pitchFamily="34" charset="0"/>
                <a:cs typeface="Calibri" pitchFamily="34" charset="0"/>
              </a:rPr>
              <a:t>: is the name of the new table, maximum of 128 characters.</a:t>
            </a:r>
          </a:p>
          <a:p>
            <a:pPr marL="231775">
              <a:lnSpc>
                <a:spcPct val="100000"/>
              </a:lnSpc>
              <a:spcBef>
                <a:spcPts val="0"/>
              </a:spcBef>
            </a:pPr>
            <a:r>
              <a:rPr lang="en-US" sz="1800" dirty="0" err="1">
                <a:cs typeface="Courier New" pitchFamily="49" charset="0"/>
              </a:rPr>
              <a:t>column_name</a:t>
            </a:r>
            <a:r>
              <a:rPr lang="en-US" sz="1800" dirty="0">
                <a:latin typeface="Calibri" pitchFamily="34" charset="0"/>
                <a:cs typeface="Calibri" pitchFamily="34" charset="0"/>
              </a:rPr>
              <a:t>: is the name of a column in the table. up to 128 characters. </a:t>
            </a:r>
            <a:r>
              <a:rPr lang="en-US" sz="1800" dirty="0" err="1">
                <a:latin typeface="Calibri" pitchFamily="34" charset="0"/>
                <a:cs typeface="Calibri" pitchFamily="34" charset="0"/>
              </a:rPr>
              <a:t>column_name</a:t>
            </a:r>
            <a:r>
              <a:rPr lang="en-US" sz="1800" dirty="0">
                <a:latin typeface="Calibri" pitchFamily="34" charset="0"/>
                <a:cs typeface="Calibri" pitchFamily="34" charset="0"/>
              </a:rPr>
              <a:t> are not specified for columns that are created with a timestamp data type. The default column name of a timestamp column is timestamp.</a:t>
            </a:r>
          </a:p>
          <a:p>
            <a:pPr marL="231775">
              <a:lnSpc>
                <a:spcPct val="100000"/>
              </a:lnSpc>
              <a:spcBef>
                <a:spcPts val="0"/>
              </a:spcBef>
            </a:pPr>
            <a:endParaRPr lang="en-US" sz="1800" dirty="0">
              <a:latin typeface="Calibri" pitchFamily="34" charset="0"/>
              <a:cs typeface="Calibri" pitchFamily="34" charset="0"/>
            </a:endParaRPr>
          </a:p>
          <a:p>
            <a:pPr marL="231775">
              <a:lnSpc>
                <a:spcPct val="100000"/>
              </a:lnSpc>
              <a:spcBef>
                <a:spcPts val="0"/>
              </a:spcBef>
            </a:pPr>
            <a:r>
              <a:rPr lang="en-US" sz="1800" dirty="0">
                <a:latin typeface="Calibri" pitchFamily="34" charset="0"/>
                <a:cs typeface="Calibri" pitchFamily="34" charset="0"/>
              </a:rPr>
              <a:t>For example :</a:t>
            </a:r>
          </a:p>
        </p:txBody>
      </p:sp>
      <p:sp>
        <p:nvSpPr>
          <p:cNvPr id="9" name="TextBox 8"/>
          <p:cNvSpPr txBox="1"/>
          <p:nvPr/>
        </p:nvSpPr>
        <p:spPr>
          <a:xfrm>
            <a:off x="2286000" y="4864995"/>
            <a:ext cx="5543424" cy="1535805"/>
          </a:xfrm>
          <a:prstGeom prst="rect">
            <a:avLst/>
          </a:prstGeom>
          <a:solidFill>
            <a:schemeClr val="accent1">
              <a:lumMod val="60000"/>
              <a:lumOff val="40000"/>
            </a:schemeClr>
          </a:solidFill>
          <a:ln>
            <a:solidFill>
              <a:schemeClr val="tx1"/>
            </a:solidFill>
          </a:ln>
        </p:spPr>
        <p:txBody>
          <a:bodyPr wrap="square" rtlCol="0">
            <a:spAutoFit/>
          </a:bodyPr>
          <a:lstStyle/>
          <a:p>
            <a:r>
              <a:rPr lang="en-US"/>
              <a:t>CREATE </a:t>
            </a:r>
            <a:r>
              <a:rPr lang="en-US" dirty="0"/>
              <a:t>TABLE [</a:t>
            </a:r>
            <a:r>
              <a:rPr lang="en-US" dirty="0" err="1"/>
              <a:t>dbo</a:t>
            </a:r>
            <a:r>
              <a:rPr lang="en-US" dirty="0"/>
              <a:t>].[Customer_1](</a:t>
            </a:r>
          </a:p>
          <a:p>
            <a:r>
              <a:rPr lang="en-US" dirty="0"/>
              <a:t>[</a:t>
            </a:r>
            <a:r>
              <a:rPr lang="en-US" dirty="0" err="1"/>
              <a:t>Customer_id</a:t>
            </a:r>
            <a:r>
              <a:rPr lang="en-US" dirty="0"/>
              <a:t> number] [numeric](10, 0) NOT NULL,</a:t>
            </a:r>
          </a:p>
          <a:p>
            <a:r>
              <a:rPr lang="en-US" dirty="0"/>
              <a:t>[</a:t>
            </a:r>
            <a:r>
              <a:rPr lang="en-US" dirty="0" err="1"/>
              <a:t>Customer_name</a:t>
            </a:r>
            <a:r>
              <a:rPr lang="en-US" dirty="0"/>
              <a:t>] [</a:t>
            </a:r>
            <a:r>
              <a:rPr lang="en-US" dirty="0" err="1"/>
              <a:t>varchar</a:t>
            </a:r>
            <a:r>
              <a:rPr lang="en-US" dirty="0"/>
              <a:t>](50) NOT NULL)</a:t>
            </a:r>
          </a:p>
          <a:p>
            <a:r>
              <a:rPr lang="en-US" dirty="0"/>
              <a:t>ON [PRIMARY]</a:t>
            </a:r>
          </a:p>
          <a:p>
            <a:r>
              <a:rPr lang="en-US" dirty="0"/>
              <a:t>GO</a:t>
            </a:r>
          </a:p>
        </p:txBody>
      </p:sp>
      <p:sp>
        <p:nvSpPr>
          <p:cNvPr id="10" name="object 5">
            <a:extLst>
              <a:ext uri="{FF2B5EF4-FFF2-40B4-BE49-F238E27FC236}">
                <a16:creationId xmlns:a16="http://schemas.microsoft.com/office/drawing/2014/main" id="{B1685E79-18A6-490C-B31B-3704879BF871}"/>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3</a:t>
            </a:fld>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Modifying Tables 1-2</a:t>
            </a:r>
          </a:p>
        </p:txBody>
      </p:sp>
      <p:sp>
        <p:nvSpPr>
          <p:cNvPr id="5" name="TextBox 4"/>
          <p:cNvSpPr txBox="1"/>
          <p:nvPr/>
        </p:nvSpPr>
        <p:spPr>
          <a:xfrm>
            <a:off x="381000" y="990600"/>
            <a:ext cx="8001000" cy="92333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a:t>
            </a:r>
            <a:r>
              <a:rPr lang="en-US" sz="1800" dirty="0">
                <a:cs typeface="Courier New" pitchFamily="49" charset="0"/>
              </a:rPr>
              <a:t>ALTER TABLE</a:t>
            </a:r>
            <a:r>
              <a:rPr lang="en-US" sz="1800" dirty="0">
                <a:latin typeface="Calibri" pitchFamily="34" charset="0"/>
                <a:cs typeface="Calibri" pitchFamily="34" charset="0"/>
              </a:rPr>
              <a:t> statement is used to modify a table definition by altering, adding, or dropping columns and constraints, reassigning partitions, or disabling or enabling constraints and triggers.</a:t>
            </a:r>
          </a:p>
        </p:txBody>
      </p:sp>
      <p:sp>
        <p:nvSpPr>
          <p:cNvPr id="6" name="Rounded Rectangle 5"/>
          <p:cNvSpPr/>
          <p:nvPr/>
        </p:nvSpPr>
        <p:spPr>
          <a:xfrm>
            <a:off x="457200" y="2286000"/>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7" name="TextBox 6"/>
          <p:cNvSpPr txBox="1"/>
          <p:nvPr/>
        </p:nvSpPr>
        <p:spPr>
          <a:xfrm>
            <a:off x="457200" y="2881234"/>
            <a:ext cx="8001000" cy="1535805"/>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ALTER TABLE [[</a:t>
            </a:r>
            <a:r>
              <a:rPr lang="en-US" dirty="0" err="1"/>
              <a:t>database_name</a:t>
            </a:r>
            <a:r>
              <a:rPr lang="en-US" dirty="0"/>
              <a:t>. [</a:t>
            </a:r>
            <a:r>
              <a:rPr lang="en-US" dirty="0" err="1"/>
              <a:t>schema_name</a:t>
            </a:r>
            <a:r>
              <a:rPr lang="en-US" dirty="0"/>
              <a:t>].| </a:t>
            </a:r>
            <a:r>
              <a:rPr lang="en-US" dirty="0" err="1"/>
              <a:t>schema_name</a:t>
            </a:r>
            <a:r>
              <a:rPr lang="en-US" dirty="0"/>
              <a:t>.]</a:t>
            </a:r>
            <a:r>
              <a:rPr lang="en-US" dirty="0" err="1"/>
              <a:t>table_name</a:t>
            </a:r>
            <a:endParaRPr lang="en-US" dirty="0"/>
          </a:p>
          <a:p>
            <a:r>
              <a:rPr lang="en-US" dirty="0"/>
              <a:t>ALTER COLUMN ([&lt;</a:t>
            </a:r>
            <a:r>
              <a:rPr lang="en-US" dirty="0" err="1"/>
              <a:t>column_name</a:t>
            </a:r>
            <a:r>
              <a:rPr lang="en-US" dirty="0"/>
              <a:t>&gt;] [</a:t>
            </a:r>
            <a:r>
              <a:rPr lang="en-US" dirty="0" err="1"/>
              <a:t>data_type</a:t>
            </a:r>
            <a:r>
              <a:rPr lang="en-US" dirty="0"/>
              <a:t>] Null/Not Null,);</a:t>
            </a:r>
          </a:p>
          <a:p>
            <a:r>
              <a:rPr lang="en-US" dirty="0"/>
              <a:t>| DROP COLUMN ([&lt;</a:t>
            </a:r>
            <a:r>
              <a:rPr lang="en-US" dirty="0" err="1"/>
              <a:t>column_name</a:t>
            </a:r>
            <a:r>
              <a:rPr lang="en-US" dirty="0"/>
              <a:t>&gt;];</a:t>
            </a:r>
          </a:p>
          <a:p>
            <a:r>
              <a:rPr lang="en-US" dirty="0"/>
              <a:t>| ADD ([&lt;</a:t>
            </a:r>
            <a:r>
              <a:rPr lang="en-US" dirty="0" err="1"/>
              <a:t>column_name</a:t>
            </a:r>
            <a:r>
              <a:rPr lang="en-US" dirty="0"/>
              <a:t>&gt;] [</a:t>
            </a:r>
            <a:r>
              <a:rPr lang="en-US" dirty="0" err="1"/>
              <a:t>data_type</a:t>
            </a:r>
            <a:r>
              <a:rPr lang="en-US" dirty="0"/>
              <a:t>] Null/Not Null,);</a:t>
            </a:r>
          </a:p>
          <a:p>
            <a:endParaRPr lang="en-US" dirty="0"/>
          </a:p>
        </p:txBody>
      </p:sp>
      <p:sp>
        <p:nvSpPr>
          <p:cNvPr id="8" name="TextBox 7"/>
          <p:cNvSpPr txBox="1"/>
          <p:nvPr/>
        </p:nvSpPr>
        <p:spPr>
          <a:xfrm>
            <a:off x="381000" y="4618672"/>
            <a:ext cx="8458200" cy="1754326"/>
          </a:xfrm>
          <a:prstGeom prst="rect">
            <a:avLst/>
          </a:prstGeom>
          <a:noFill/>
        </p:spPr>
        <p:txBody>
          <a:bodyPr wrap="square" rtlCol="0">
            <a:spAutoFit/>
          </a:bodyPr>
          <a:lstStyle/>
          <a:p>
            <a:pPr>
              <a:lnSpc>
                <a:spcPct val="100000"/>
              </a:lnSpc>
              <a:spcBef>
                <a:spcPts val="0"/>
              </a:spcBef>
            </a:pPr>
            <a:r>
              <a:rPr lang="en-US" sz="1800" dirty="0">
                <a:latin typeface="Calibri" pitchFamily="34" charset="0"/>
                <a:cs typeface="Calibri" pitchFamily="34" charset="0"/>
              </a:rPr>
              <a:t>where,</a:t>
            </a:r>
          </a:p>
          <a:p>
            <a:pPr marL="231775">
              <a:lnSpc>
                <a:spcPct val="100000"/>
              </a:lnSpc>
              <a:spcBef>
                <a:spcPts val="0"/>
              </a:spcBef>
            </a:pPr>
            <a:r>
              <a:rPr lang="en-US" sz="1800" dirty="0">
                <a:cs typeface="Courier New" pitchFamily="49" charset="0"/>
              </a:rPr>
              <a:t>ALTER COLUMN</a:t>
            </a:r>
            <a:r>
              <a:rPr lang="en-US" sz="1800" dirty="0">
                <a:latin typeface="Calibri" pitchFamily="34" charset="0"/>
                <a:cs typeface="Calibri" pitchFamily="34" charset="0"/>
              </a:rPr>
              <a:t>: specifies that the particular column is to be changed or modified.</a:t>
            </a:r>
          </a:p>
          <a:p>
            <a:pPr marL="231775">
              <a:lnSpc>
                <a:spcPct val="100000"/>
              </a:lnSpc>
              <a:spcBef>
                <a:spcPts val="0"/>
              </a:spcBef>
            </a:pPr>
            <a:r>
              <a:rPr lang="en-US" sz="1800" dirty="0">
                <a:cs typeface="Courier New" pitchFamily="49" charset="0"/>
              </a:rPr>
              <a:t>DROP COLUMN ([&lt;</a:t>
            </a:r>
            <a:r>
              <a:rPr lang="en-US" sz="1800" dirty="0" err="1">
                <a:cs typeface="Courier New" pitchFamily="49" charset="0"/>
              </a:rPr>
              <a:t>column_name</a:t>
            </a:r>
            <a:r>
              <a:rPr lang="en-US" sz="1800" dirty="0">
                <a:latin typeface="Calibri" pitchFamily="34" charset="0"/>
                <a:cs typeface="Calibri" pitchFamily="34" charset="0"/>
              </a:rPr>
              <a:t>&gt;]: specifies that </a:t>
            </a:r>
            <a:r>
              <a:rPr lang="en-US" sz="1800" dirty="0" err="1">
                <a:cs typeface="Courier New" pitchFamily="49" charset="0"/>
              </a:rPr>
              <a:t>column_name</a:t>
            </a:r>
            <a:r>
              <a:rPr lang="en-US" sz="1800" dirty="0">
                <a:latin typeface="Calibri" pitchFamily="34" charset="0"/>
                <a:cs typeface="Calibri" pitchFamily="34" charset="0"/>
              </a:rPr>
              <a:t> is to be removed from the table.</a:t>
            </a:r>
          </a:p>
          <a:p>
            <a:pPr marL="231775">
              <a:lnSpc>
                <a:spcPct val="100000"/>
              </a:lnSpc>
              <a:spcBef>
                <a:spcPts val="0"/>
              </a:spcBef>
            </a:pPr>
            <a:r>
              <a:rPr lang="en-US" sz="1800" dirty="0">
                <a:cs typeface="Courier New" pitchFamily="49" charset="0"/>
              </a:rPr>
              <a:t>ADD</a:t>
            </a:r>
            <a:r>
              <a:rPr lang="en-US" sz="1800" dirty="0">
                <a:latin typeface="Calibri" pitchFamily="34" charset="0"/>
                <a:cs typeface="Calibri" pitchFamily="34" charset="0"/>
              </a:rPr>
              <a:t>: specifies that one or more column definitions are to be added.</a:t>
            </a:r>
          </a:p>
          <a:p>
            <a:pPr marL="231775">
              <a:lnSpc>
                <a:spcPct val="100000"/>
              </a:lnSpc>
              <a:spcBef>
                <a:spcPts val="0"/>
              </a:spcBef>
            </a:pPr>
            <a:endParaRPr lang="en-US" sz="1800" dirty="0">
              <a:latin typeface="Calibri" pitchFamily="34" charset="0"/>
              <a:cs typeface="Calibri" pitchFamily="34" charset="0"/>
            </a:endParaRPr>
          </a:p>
        </p:txBody>
      </p:sp>
      <p:sp>
        <p:nvSpPr>
          <p:cNvPr id="10" name="object 5">
            <a:extLst>
              <a:ext uri="{FF2B5EF4-FFF2-40B4-BE49-F238E27FC236}">
                <a16:creationId xmlns:a16="http://schemas.microsoft.com/office/drawing/2014/main" id="{E0DA1A0F-1655-4F65-88C7-CFC6D9230476}"/>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4</a:t>
            </a:fld>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Modifying Tables 2-2</a:t>
            </a:r>
          </a:p>
        </p:txBody>
      </p:sp>
      <p:sp>
        <p:nvSpPr>
          <p:cNvPr id="5" name="TextBox 4"/>
          <p:cNvSpPr txBox="1"/>
          <p:nvPr/>
        </p:nvSpPr>
        <p:spPr>
          <a:xfrm>
            <a:off x="381000" y="990600"/>
            <a:ext cx="8001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code snippet demonstrates altering the </a:t>
            </a:r>
            <a:r>
              <a:rPr lang="en-US" sz="1800" b="1" dirty="0" err="1">
                <a:cs typeface="Courier New" pitchFamily="49" charset="0"/>
              </a:rPr>
              <a:t>Customer_id</a:t>
            </a:r>
            <a:r>
              <a:rPr lang="en-US" sz="1800" dirty="0">
                <a:latin typeface="Calibri" pitchFamily="34" charset="0"/>
                <a:cs typeface="Calibri" pitchFamily="34" charset="0"/>
              </a:rPr>
              <a:t> column: </a:t>
            </a:r>
          </a:p>
        </p:txBody>
      </p:sp>
      <p:sp>
        <p:nvSpPr>
          <p:cNvPr id="6" name="TextBox 5"/>
          <p:cNvSpPr txBox="1"/>
          <p:nvPr/>
        </p:nvSpPr>
        <p:spPr>
          <a:xfrm>
            <a:off x="685800" y="1447800"/>
            <a:ext cx="7772400" cy="830997"/>
          </a:xfrm>
          <a:prstGeom prst="rect">
            <a:avLst/>
          </a:prstGeom>
          <a:solidFill>
            <a:schemeClr val="accent1">
              <a:lumMod val="60000"/>
              <a:lumOff val="40000"/>
            </a:schemeClr>
          </a:solidFill>
          <a:ln>
            <a:solidFill>
              <a:schemeClr val="tx1"/>
            </a:solidFill>
          </a:ln>
        </p:spPr>
        <p:txBody>
          <a:bodyPr wrap="square" rtlCol="0">
            <a:spAutoFit/>
          </a:bodyPr>
          <a:lstStyle/>
          <a:p>
            <a:r>
              <a:rPr lang="en-US" sz="1600"/>
              <a:t>USE [CUST_DB]</a:t>
            </a:r>
          </a:p>
          <a:p>
            <a:r>
              <a:rPr lang="en-US" sz="1600"/>
              <a:t>ALTER TABLE [dbo].[Customer_1]</a:t>
            </a:r>
          </a:p>
          <a:p>
            <a:r>
              <a:rPr lang="en-US" sz="1600"/>
              <a:t>   ALTER Column [Customer_id number] [numeric](12, 0) NOT NULL;</a:t>
            </a:r>
            <a:endParaRPr lang="en-US" sz="1600" dirty="0"/>
          </a:p>
        </p:txBody>
      </p:sp>
      <p:sp>
        <p:nvSpPr>
          <p:cNvPr id="7" name="TextBox 6"/>
          <p:cNvSpPr txBox="1"/>
          <p:nvPr/>
        </p:nvSpPr>
        <p:spPr>
          <a:xfrm>
            <a:off x="381000" y="2347834"/>
            <a:ext cx="8001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code snippet demonstrates adding the </a:t>
            </a:r>
            <a:r>
              <a:rPr lang="en-US" sz="1800" b="1" dirty="0" err="1">
                <a:cs typeface="Courier New" pitchFamily="49" charset="0"/>
              </a:rPr>
              <a:t>Contact_number</a:t>
            </a:r>
            <a:r>
              <a:rPr lang="en-US" sz="1800" dirty="0">
                <a:latin typeface="Calibri" pitchFamily="34" charset="0"/>
                <a:cs typeface="Calibri" pitchFamily="34" charset="0"/>
              </a:rPr>
              <a:t> column:</a:t>
            </a:r>
          </a:p>
        </p:txBody>
      </p:sp>
      <p:sp>
        <p:nvSpPr>
          <p:cNvPr id="8" name="TextBox 7"/>
          <p:cNvSpPr txBox="1"/>
          <p:nvPr/>
        </p:nvSpPr>
        <p:spPr>
          <a:xfrm>
            <a:off x="685800" y="2805034"/>
            <a:ext cx="7772400" cy="830997"/>
          </a:xfrm>
          <a:prstGeom prst="rect">
            <a:avLst/>
          </a:prstGeom>
          <a:solidFill>
            <a:schemeClr val="accent1">
              <a:lumMod val="60000"/>
              <a:lumOff val="40000"/>
            </a:schemeClr>
          </a:solidFill>
          <a:ln>
            <a:solidFill>
              <a:schemeClr val="tx1"/>
            </a:solidFill>
          </a:ln>
        </p:spPr>
        <p:txBody>
          <a:bodyPr wrap="square" rtlCol="0">
            <a:spAutoFit/>
          </a:bodyPr>
          <a:lstStyle/>
          <a:p>
            <a:r>
              <a:rPr lang="en-US" sz="1600" dirty="0"/>
              <a:t>USE [CUST_DB]</a:t>
            </a:r>
          </a:p>
          <a:p>
            <a:r>
              <a:rPr lang="en-US" sz="1600" dirty="0"/>
              <a:t>ALTER TABLE [</a:t>
            </a:r>
            <a:r>
              <a:rPr lang="en-US" sz="1600" dirty="0" err="1"/>
              <a:t>dbo</a:t>
            </a:r>
            <a:r>
              <a:rPr lang="en-US" sz="1600" dirty="0"/>
              <a:t>].[Table_1]</a:t>
            </a:r>
          </a:p>
          <a:p>
            <a:r>
              <a:rPr lang="en-US" sz="1600" dirty="0"/>
              <a:t>   ADD [</a:t>
            </a:r>
            <a:r>
              <a:rPr lang="en-US" sz="1600" dirty="0" err="1"/>
              <a:t>Contact_number</a:t>
            </a:r>
            <a:r>
              <a:rPr lang="en-US" sz="1600" dirty="0"/>
              <a:t>] [numeric](12, 0) NOT NULL;</a:t>
            </a:r>
          </a:p>
        </p:txBody>
      </p:sp>
      <p:sp>
        <p:nvSpPr>
          <p:cNvPr id="9" name="TextBox 8"/>
          <p:cNvSpPr txBox="1"/>
          <p:nvPr/>
        </p:nvSpPr>
        <p:spPr>
          <a:xfrm>
            <a:off x="381000" y="3719434"/>
            <a:ext cx="8001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code snippet demonstrates dropping the </a:t>
            </a:r>
            <a:r>
              <a:rPr lang="en-US" sz="1800" b="1" dirty="0" err="1">
                <a:cs typeface="Courier New" pitchFamily="49" charset="0"/>
              </a:rPr>
              <a:t>Contact_number</a:t>
            </a:r>
            <a:r>
              <a:rPr lang="en-US" sz="1800" dirty="0">
                <a:latin typeface="Calibri" pitchFamily="34" charset="0"/>
                <a:cs typeface="Calibri" pitchFamily="34" charset="0"/>
              </a:rPr>
              <a:t> column:</a:t>
            </a:r>
          </a:p>
        </p:txBody>
      </p:sp>
      <p:sp>
        <p:nvSpPr>
          <p:cNvPr id="10" name="TextBox 9"/>
          <p:cNvSpPr txBox="1"/>
          <p:nvPr/>
        </p:nvSpPr>
        <p:spPr>
          <a:xfrm>
            <a:off x="685800" y="4405234"/>
            <a:ext cx="7772400" cy="830997"/>
          </a:xfrm>
          <a:prstGeom prst="rect">
            <a:avLst/>
          </a:prstGeom>
          <a:solidFill>
            <a:schemeClr val="accent1">
              <a:lumMod val="60000"/>
              <a:lumOff val="40000"/>
            </a:schemeClr>
          </a:solidFill>
          <a:ln>
            <a:solidFill>
              <a:schemeClr val="tx1"/>
            </a:solidFill>
          </a:ln>
        </p:spPr>
        <p:txBody>
          <a:bodyPr wrap="square" rtlCol="0">
            <a:spAutoFit/>
          </a:bodyPr>
          <a:lstStyle/>
          <a:p>
            <a:r>
              <a:rPr lang="en-US" sz="1600" dirty="0"/>
              <a:t>USE [CUST_DB]</a:t>
            </a:r>
          </a:p>
          <a:p>
            <a:r>
              <a:rPr lang="en-US" sz="1600" dirty="0"/>
              <a:t>ALTER TABLE [</a:t>
            </a:r>
            <a:r>
              <a:rPr lang="en-US" sz="1600" dirty="0" err="1"/>
              <a:t>dbo</a:t>
            </a:r>
            <a:r>
              <a:rPr lang="en-US" sz="1600" dirty="0"/>
              <a:t>].[Table_1]</a:t>
            </a:r>
          </a:p>
          <a:p>
            <a:r>
              <a:rPr lang="en-US" sz="1600" dirty="0"/>
              <a:t>   DROP COLUMN [</a:t>
            </a:r>
            <a:r>
              <a:rPr lang="en-US" sz="1600" dirty="0" err="1"/>
              <a:t>Contact_name</a:t>
            </a:r>
            <a:r>
              <a:rPr lang="en-US" sz="1600" dirty="0"/>
              <a:t>];</a:t>
            </a:r>
          </a:p>
        </p:txBody>
      </p:sp>
      <p:sp>
        <p:nvSpPr>
          <p:cNvPr id="11" name="TextBox 10"/>
          <p:cNvSpPr txBox="1"/>
          <p:nvPr/>
        </p:nvSpPr>
        <p:spPr>
          <a:xfrm>
            <a:off x="381000" y="5325070"/>
            <a:ext cx="8001000" cy="92333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Under certain conditions, columns cannot be dropped, such as, if they are used in a </a:t>
            </a:r>
            <a:r>
              <a:rPr lang="en-US" sz="1800" dirty="0">
                <a:cs typeface="Courier New" pitchFamily="49" charset="0"/>
              </a:rPr>
              <a:t>CHECK</a:t>
            </a:r>
            <a:r>
              <a:rPr lang="en-US" sz="1800" dirty="0">
                <a:latin typeface="Calibri" pitchFamily="34" charset="0"/>
                <a:cs typeface="Calibri" pitchFamily="34" charset="0"/>
              </a:rPr>
              <a:t>, </a:t>
            </a:r>
            <a:r>
              <a:rPr lang="en-US" sz="1800" dirty="0">
                <a:cs typeface="Courier New" pitchFamily="49" charset="0"/>
              </a:rPr>
              <a:t>FOREIGN KEY</a:t>
            </a:r>
            <a:r>
              <a:rPr lang="en-US" sz="1800" dirty="0">
                <a:latin typeface="Calibri" pitchFamily="34" charset="0"/>
                <a:cs typeface="Calibri" pitchFamily="34" charset="0"/>
              </a:rPr>
              <a:t>, </a:t>
            </a:r>
            <a:r>
              <a:rPr lang="en-US" sz="1800" dirty="0">
                <a:cs typeface="Courier New" pitchFamily="49" charset="0"/>
              </a:rPr>
              <a:t>UNIQUE</a:t>
            </a:r>
            <a:r>
              <a:rPr lang="en-US" sz="1800" dirty="0">
                <a:latin typeface="Calibri" pitchFamily="34" charset="0"/>
                <a:cs typeface="Calibri" pitchFamily="34" charset="0"/>
              </a:rPr>
              <a:t>, or </a:t>
            </a:r>
            <a:r>
              <a:rPr lang="en-US" sz="1800" dirty="0">
                <a:cs typeface="Courier New" pitchFamily="49" charset="0"/>
              </a:rPr>
              <a:t>PRIMARY KEY</a:t>
            </a:r>
            <a:r>
              <a:rPr lang="en-US" sz="1800" dirty="0">
                <a:latin typeface="Calibri" pitchFamily="34" charset="0"/>
                <a:cs typeface="Calibri" pitchFamily="34" charset="0"/>
              </a:rPr>
              <a:t> constraint, associated with a </a:t>
            </a:r>
            <a:r>
              <a:rPr lang="en-US" sz="1800" dirty="0">
                <a:cs typeface="Courier New" pitchFamily="49" charset="0"/>
              </a:rPr>
              <a:t>DEFAULT</a:t>
            </a:r>
            <a:r>
              <a:rPr lang="en-US" sz="1800" dirty="0">
                <a:latin typeface="Calibri" pitchFamily="34" charset="0"/>
                <a:cs typeface="Calibri" pitchFamily="34" charset="0"/>
              </a:rPr>
              <a:t> definition, and so forth.</a:t>
            </a:r>
          </a:p>
        </p:txBody>
      </p:sp>
      <p:sp>
        <p:nvSpPr>
          <p:cNvPr id="12" name="object 5">
            <a:extLst>
              <a:ext uri="{FF2B5EF4-FFF2-40B4-BE49-F238E27FC236}">
                <a16:creationId xmlns:a16="http://schemas.microsoft.com/office/drawing/2014/main" id="{03330718-3309-4ED3-B5D6-54D89C328757}"/>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5</a:t>
            </a:fld>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Dropping Tables</a:t>
            </a:r>
          </a:p>
        </p:txBody>
      </p:sp>
      <p:sp>
        <p:nvSpPr>
          <p:cNvPr id="5" name="TextBox 4"/>
          <p:cNvSpPr txBox="1"/>
          <p:nvPr/>
        </p:nvSpPr>
        <p:spPr>
          <a:xfrm>
            <a:off x="381000" y="990600"/>
            <a:ext cx="8382000" cy="1323439"/>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2000" dirty="0">
                <a:latin typeface="Calibri" pitchFamily="34" charset="0"/>
                <a:cs typeface="Calibri" pitchFamily="34" charset="0"/>
              </a:rPr>
              <a:t>The </a:t>
            </a:r>
            <a:r>
              <a:rPr lang="en-US" sz="2000" dirty="0">
                <a:cs typeface="Courier New" pitchFamily="49" charset="0"/>
              </a:rPr>
              <a:t>DROP TABLE</a:t>
            </a:r>
            <a:r>
              <a:rPr lang="en-US" sz="2000" dirty="0">
                <a:latin typeface="Calibri" pitchFamily="34" charset="0"/>
                <a:cs typeface="Calibri" pitchFamily="34" charset="0"/>
              </a:rPr>
              <a:t> statement removes a table definition, its data, and all associated objects such as indexes, triggers, constraints, and permission specifications for that table.</a:t>
            </a:r>
          </a:p>
          <a:p>
            <a:pPr marL="341313" indent="-341313">
              <a:lnSpc>
                <a:spcPct val="100000"/>
              </a:lnSpc>
              <a:spcBef>
                <a:spcPts val="0"/>
              </a:spcBef>
              <a:buFont typeface="Wingdings" pitchFamily="2" charset="2"/>
              <a:buChar char="Ø"/>
            </a:pPr>
            <a:endParaRPr lang="en-US" sz="2000" dirty="0">
              <a:latin typeface="Calibri" pitchFamily="34" charset="0"/>
              <a:cs typeface="Calibri" pitchFamily="34" charset="0"/>
            </a:endParaRPr>
          </a:p>
        </p:txBody>
      </p:sp>
      <p:sp>
        <p:nvSpPr>
          <p:cNvPr id="6" name="Rounded Rectangle 5"/>
          <p:cNvSpPr/>
          <p:nvPr/>
        </p:nvSpPr>
        <p:spPr>
          <a:xfrm>
            <a:off x="457200" y="2286000"/>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7" name="TextBox 6"/>
          <p:cNvSpPr txBox="1"/>
          <p:nvPr/>
        </p:nvSpPr>
        <p:spPr>
          <a:xfrm>
            <a:off x="457200" y="2881234"/>
            <a:ext cx="8001000" cy="760208"/>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DROP TABLE &lt;</a:t>
            </a:r>
            <a:r>
              <a:rPr lang="en-US" dirty="0" err="1"/>
              <a:t>Table_Name</a:t>
            </a:r>
            <a:r>
              <a:rPr lang="en-US" dirty="0"/>
              <a:t>&gt;</a:t>
            </a:r>
          </a:p>
          <a:p>
            <a:endParaRPr lang="en-US" dirty="0"/>
          </a:p>
        </p:txBody>
      </p:sp>
      <p:sp>
        <p:nvSpPr>
          <p:cNvPr id="9" name="TextBox 8"/>
          <p:cNvSpPr txBox="1"/>
          <p:nvPr/>
        </p:nvSpPr>
        <p:spPr>
          <a:xfrm>
            <a:off x="381000" y="4419600"/>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11" name="TextBox 10"/>
          <p:cNvSpPr txBox="1"/>
          <p:nvPr/>
        </p:nvSpPr>
        <p:spPr>
          <a:xfrm>
            <a:off x="457200" y="4876800"/>
            <a:ext cx="8001000" cy="1034899"/>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USE [CUST_DB]</a:t>
            </a:r>
          </a:p>
          <a:p>
            <a:r>
              <a:rPr lang="en-US" dirty="0"/>
              <a:t>DROP TABLE [</a:t>
            </a:r>
            <a:r>
              <a:rPr lang="en-US" dirty="0" err="1"/>
              <a:t>dbo</a:t>
            </a:r>
            <a:r>
              <a:rPr lang="en-US" dirty="0"/>
              <a:t>].[Table_1]</a:t>
            </a:r>
          </a:p>
          <a:p>
            <a:endParaRPr lang="en-US" dirty="0"/>
          </a:p>
        </p:txBody>
      </p:sp>
      <p:sp>
        <p:nvSpPr>
          <p:cNvPr id="10" name="object 5">
            <a:extLst>
              <a:ext uri="{FF2B5EF4-FFF2-40B4-BE49-F238E27FC236}">
                <a16:creationId xmlns:a16="http://schemas.microsoft.com/office/drawing/2014/main" id="{A897C3CC-4FCD-44F4-9DAA-07D8432462DC}"/>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6</a:t>
            </a:fld>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Column Nullability</a:t>
            </a:r>
            <a:endParaRPr lang="en-US" dirty="0"/>
          </a:p>
        </p:txBody>
      </p:sp>
      <p:grpSp>
        <p:nvGrpSpPr>
          <p:cNvPr id="5" name="Group 4"/>
          <p:cNvGrpSpPr/>
          <p:nvPr/>
        </p:nvGrpSpPr>
        <p:grpSpPr>
          <a:xfrm>
            <a:off x="381000" y="1143000"/>
            <a:ext cx="8153400" cy="838200"/>
            <a:chOff x="0" y="21039"/>
            <a:chExt cx="6096000" cy="1067040"/>
          </a:xfrm>
          <a:scene3d>
            <a:camera prst="orthographicFront"/>
            <a:lightRig rig="flat" dir="t"/>
          </a:scene3d>
        </p:grpSpPr>
        <p:sp>
          <p:nvSpPr>
            <p:cNvPr id="6" name="Rounded Rectangle 5"/>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7"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The </a:t>
              </a:r>
              <a:r>
                <a:rPr lang="en-US" sz="1800" dirty="0" err="1">
                  <a:latin typeface="Calibri" pitchFamily="34" charset="0"/>
                  <a:cs typeface="Calibri" pitchFamily="34" charset="0"/>
                </a:rPr>
                <a:t>nullability</a:t>
              </a:r>
              <a:r>
                <a:rPr lang="en-US" sz="1800" dirty="0">
                  <a:latin typeface="Calibri" pitchFamily="34" charset="0"/>
                  <a:cs typeface="Calibri" pitchFamily="34" charset="0"/>
                </a:rPr>
                <a:t> feature of a column determines whether rows in the table can contain a null value for that column. </a:t>
              </a:r>
              <a:endParaRPr lang="en-US" sz="1800" kern="1200" dirty="0">
                <a:latin typeface="Calibri" pitchFamily="34" charset="0"/>
                <a:cs typeface="Calibri" pitchFamily="34" charset="0"/>
              </a:endParaRPr>
            </a:p>
          </p:txBody>
        </p:sp>
      </p:grpSp>
      <p:grpSp>
        <p:nvGrpSpPr>
          <p:cNvPr id="8" name="Group 7"/>
          <p:cNvGrpSpPr/>
          <p:nvPr/>
        </p:nvGrpSpPr>
        <p:grpSpPr>
          <a:xfrm>
            <a:off x="381000" y="2209800"/>
            <a:ext cx="8153400" cy="762000"/>
            <a:chOff x="0" y="267999"/>
            <a:chExt cx="6096000" cy="936000"/>
          </a:xfrm>
          <a:scene3d>
            <a:camera prst="orthographicFront"/>
            <a:lightRig rig="flat" dir="t"/>
          </a:scene3d>
        </p:grpSpPr>
        <p:sp>
          <p:nvSpPr>
            <p:cNvPr id="9" name="Rounded Rectangle 8"/>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10"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sp>
        <p:nvSpPr>
          <p:cNvPr id="12" name="Rounded Rectangle 11"/>
          <p:cNvSpPr/>
          <p:nvPr/>
        </p:nvSpPr>
        <p:spPr>
          <a:xfrm>
            <a:off x="381000" y="3200400"/>
            <a:ext cx="8153400" cy="838200"/>
          </a:xfrm>
          <a:prstGeom prst="roundRect">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40000"/>
            </a:schemeClr>
          </a:fillRef>
          <a:effectRef idx="2">
            <a:schemeClr val="accent4">
              <a:alpha val="90000"/>
              <a:hueOff val="0"/>
              <a:satOff val="0"/>
              <a:lumOff val="0"/>
              <a:alphaOff val="-40000"/>
            </a:schemeClr>
          </a:effectRef>
          <a:fontRef idx="minor">
            <a:schemeClr val="lt1"/>
          </a:fontRef>
        </p:style>
      </p:sp>
      <p:sp>
        <p:nvSpPr>
          <p:cNvPr id="14" name="Rounded Rectangle 4"/>
          <p:cNvSpPr/>
          <p:nvPr/>
        </p:nvSpPr>
        <p:spPr>
          <a:xfrm>
            <a:off x="457200" y="2215436"/>
            <a:ext cx="8014062" cy="75636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Null value is not same as zero, blank, or a zero length character string (such as ' '). </a:t>
            </a:r>
            <a:endParaRPr lang="en-US" sz="1800" kern="1200" dirty="0">
              <a:latin typeface="Calibri" pitchFamily="34" charset="0"/>
              <a:cs typeface="Calibri" pitchFamily="34" charset="0"/>
            </a:endParaRPr>
          </a:p>
        </p:txBody>
      </p:sp>
      <p:grpSp>
        <p:nvGrpSpPr>
          <p:cNvPr id="15" name="Group 14"/>
          <p:cNvGrpSpPr/>
          <p:nvPr/>
        </p:nvGrpSpPr>
        <p:grpSpPr>
          <a:xfrm>
            <a:off x="381000" y="4267200"/>
            <a:ext cx="8153400" cy="762000"/>
            <a:chOff x="0" y="267999"/>
            <a:chExt cx="6096000" cy="936000"/>
          </a:xfrm>
          <a:scene3d>
            <a:camera prst="orthographicFront"/>
            <a:lightRig rig="flat" dir="t"/>
          </a:scene3d>
        </p:grpSpPr>
        <p:sp>
          <p:nvSpPr>
            <p:cNvPr id="16" name="Rounded Rectangle 15"/>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17"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sp>
        <p:nvSpPr>
          <p:cNvPr id="18" name="Rounded Rectangle 4"/>
          <p:cNvSpPr/>
          <p:nvPr/>
        </p:nvSpPr>
        <p:spPr>
          <a:xfrm>
            <a:off x="429126" y="3409107"/>
            <a:ext cx="7861662" cy="513993"/>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err="1">
                <a:solidFill>
                  <a:schemeClr val="tx1"/>
                </a:solidFill>
                <a:latin typeface="Calibri" pitchFamily="34" charset="0"/>
                <a:cs typeface="Calibri" pitchFamily="34" charset="0"/>
              </a:rPr>
              <a:t>Nullability</a:t>
            </a:r>
            <a:r>
              <a:rPr lang="en-US" sz="1800" dirty="0">
                <a:solidFill>
                  <a:schemeClr val="tx1"/>
                </a:solidFill>
                <a:latin typeface="Calibri" pitchFamily="34" charset="0"/>
                <a:cs typeface="Calibri" pitchFamily="34" charset="0"/>
              </a:rPr>
              <a:t> can be defined either when creating a table or modifying a table.</a:t>
            </a:r>
            <a:endParaRPr lang="en-US" sz="1800" kern="1200" dirty="0">
              <a:solidFill>
                <a:schemeClr val="tx1"/>
              </a:solidFill>
              <a:latin typeface="Calibri" pitchFamily="34" charset="0"/>
              <a:cs typeface="Calibri" pitchFamily="34" charset="0"/>
            </a:endParaRPr>
          </a:p>
        </p:txBody>
      </p:sp>
      <p:sp>
        <p:nvSpPr>
          <p:cNvPr id="22" name="Rounded Rectangle 4"/>
          <p:cNvSpPr/>
          <p:nvPr/>
        </p:nvSpPr>
        <p:spPr>
          <a:xfrm>
            <a:off x="501315" y="4440625"/>
            <a:ext cx="8094197" cy="492482"/>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When inserting a row, if no value is given for a </a:t>
            </a:r>
            <a:r>
              <a:rPr lang="en-US" sz="1800" dirty="0" err="1">
                <a:latin typeface="Calibri" pitchFamily="34" charset="0"/>
                <a:cs typeface="Calibri" pitchFamily="34" charset="0"/>
              </a:rPr>
              <a:t>nullable</a:t>
            </a:r>
            <a:r>
              <a:rPr lang="en-US" sz="1800" dirty="0">
                <a:latin typeface="Calibri" pitchFamily="34" charset="0"/>
                <a:cs typeface="Calibri" pitchFamily="34" charset="0"/>
              </a:rPr>
              <a:t> column, then, SQL Server automatically gives it a null value unless the column has been given a default value</a:t>
            </a:r>
            <a:endParaRPr lang="en-US" sz="1800" kern="1200" dirty="0">
              <a:latin typeface="Calibri" pitchFamily="34" charset="0"/>
              <a:cs typeface="Calibri" pitchFamily="34" charset="0"/>
            </a:endParaRPr>
          </a:p>
        </p:txBody>
      </p:sp>
      <p:sp>
        <p:nvSpPr>
          <p:cNvPr id="23" name="TextBox 22"/>
          <p:cNvSpPr txBox="1"/>
          <p:nvPr/>
        </p:nvSpPr>
        <p:spPr>
          <a:xfrm>
            <a:off x="397043" y="5603518"/>
            <a:ext cx="8137358" cy="87716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CREATE TABLE </a:t>
            </a:r>
            <a:r>
              <a:rPr lang="en-US" sz="1700" dirty="0" err="1"/>
              <a:t>StoreDetails</a:t>
            </a:r>
            <a:r>
              <a:rPr lang="en-US" sz="1700" dirty="0"/>
              <a:t> ( </a:t>
            </a:r>
            <a:r>
              <a:rPr lang="en-US" sz="1700" dirty="0" err="1"/>
              <a:t>StoreID</a:t>
            </a:r>
            <a:r>
              <a:rPr lang="en-US" sz="1700" dirty="0"/>
              <a:t> </a:t>
            </a:r>
            <a:r>
              <a:rPr lang="en-US" sz="1700" dirty="0" err="1"/>
              <a:t>int</a:t>
            </a:r>
            <a:r>
              <a:rPr lang="en-US" sz="1700" dirty="0"/>
              <a:t> NOT NULL, Name </a:t>
            </a:r>
            <a:r>
              <a:rPr lang="en-US" sz="1700" dirty="0" err="1"/>
              <a:t>varchar</a:t>
            </a:r>
            <a:r>
              <a:rPr lang="en-US" sz="1700" dirty="0"/>
              <a:t>(40) NULL)</a:t>
            </a:r>
          </a:p>
          <a:p>
            <a:r>
              <a:rPr lang="en-US" sz="1700" dirty="0"/>
              <a:t>GO</a:t>
            </a:r>
          </a:p>
        </p:txBody>
      </p:sp>
      <p:sp>
        <p:nvSpPr>
          <p:cNvPr id="24" name="TextBox 23"/>
          <p:cNvSpPr txBox="1"/>
          <p:nvPr/>
        </p:nvSpPr>
        <p:spPr>
          <a:xfrm>
            <a:off x="228600" y="5196988"/>
            <a:ext cx="2667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20" name="object 5">
            <a:extLst>
              <a:ext uri="{FF2B5EF4-FFF2-40B4-BE49-F238E27FC236}">
                <a16:creationId xmlns:a16="http://schemas.microsoft.com/office/drawing/2014/main" id="{E07F754A-8B1A-49FF-9257-DF83AEE58DC6}"/>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7</a:t>
            </a:fld>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DEFAULT Definition</a:t>
            </a:r>
          </a:p>
        </p:txBody>
      </p:sp>
      <p:grpSp>
        <p:nvGrpSpPr>
          <p:cNvPr id="5" name="Group 4"/>
          <p:cNvGrpSpPr/>
          <p:nvPr/>
        </p:nvGrpSpPr>
        <p:grpSpPr>
          <a:xfrm>
            <a:off x="381000" y="1143000"/>
            <a:ext cx="8153400" cy="643492"/>
            <a:chOff x="0" y="21039"/>
            <a:chExt cx="6096000" cy="1067040"/>
          </a:xfrm>
          <a:scene3d>
            <a:camera prst="orthographicFront"/>
            <a:lightRig rig="flat" dir="t"/>
          </a:scene3d>
        </p:grpSpPr>
        <p:sp>
          <p:nvSpPr>
            <p:cNvPr id="6" name="Rounded Rectangle 5"/>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7"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assign a default value to the column if no value is given at the time of creation. </a:t>
              </a:r>
              <a:endParaRPr lang="en-US" sz="1800" kern="1200" dirty="0">
                <a:latin typeface="Calibri" pitchFamily="34" charset="0"/>
                <a:cs typeface="Calibri" pitchFamily="34" charset="0"/>
              </a:endParaRPr>
            </a:p>
          </p:txBody>
        </p:sp>
      </p:grpSp>
      <p:sp>
        <p:nvSpPr>
          <p:cNvPr id="18" name="Rounded Rectangle 4"/>
          <p:cNvSpPr/>
          <p:nvPr/>
        </p:nvSpPr>
        <p:spPr>
          <a:xfrm>
            <a:off x="357377" y="1942549"/>
            <a:ext cx="7948423" cy="526013"/>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solidFill>
                  <a:schemeClr val="tx1"/>
                </a:solidFill>
                <a:latin typeface="Calibri" pitchFamily="34" charset="0"/>
                <a:cs typeface="Calibri" pitchFamily="34" charset="0"/>
              </a:rPr>
              <a:t>When a </a:t>
            </a:r>
            <a:r>
              <a:rPr lang="en-US" sz="1800" dirty="0">
                <a:solidFill>
                  <a:schemeClr val="tx1"/>
                </a:solidFill>
                <a:latin typeface="Courier New" pitchFamily="49" charset="0"/>
                <a:cs typeface="Courier New" pitchFamily="49" charset="0"/>
              </a:rPr>
              <a:t>DEFAULT</a:t>
            </a:r>
            <a:r>
              <a:rPr lang="en-US" sz="1800" dirty="0">
                <a:solidFill>
                  <a:schemeClr val="tx1"/>
                </a:solidFill>
                <a:latin typeface="Calibri" pitchFamily="34" charset="0"/>
                <a:cs typeface="Calibri" pitchFamily="34" charset="0"/>
              </a:rPr>
              <a:t> definition is added to an existing column, SQL Server applies the default values only to newly added rows of data.</a:t>
            </a:r>
            <a:endParaRPr lang="en-US" sz="1800" kern="1200" dirty="0">
              <a:solidFill>
                <a:schemeClr val="tx1"/>
              </a:solidFill>
              <a:latin typeface="Calibri" pitchFamily="34" charset="0"/>
              <a:cs typeface="Calibri" pitchFamily="34" charset="0"/>
            </a:endParaRPr>
          </a:p>
        </p:txBody>
      </p:sp>
      <p:sp>
        <p:nvSpPr>
          <p:cNvPr id="19" name="TextBox 18"/>
          <p:cNvSpPr txBox="1"/>
          <p:nvPr/>
        </p:nvSpPr>
        <p:spPr>
          <a:xfrm>
            <a:off x="331940" y="4191000"/>
            <a:ext cx="2667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20" name="TextBox 19"/>
          <p:cNvSpPr txBox="1"/>
          <p:nvPr/>
        </p:nvSpPr>
        <p:spPr>
          <a:xfrm>
            <a:off x="331940" y="4572000"/>
            <a:ext cx="8572312" cy="1969770"/>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pPr>
              <a:lnSpc>
                <a:spcPct val="100000"/>
              </a:lnSpc>
              <a:spcBef>
                <a:spcPts val="600"/>
              </a:spcBef>
            </a:pPr>
            <a:r>
              <a:rPr lang="en-US" sz="1700" dirty="0"/>
              <a:t>CREATE TABLE </a:t>
            </a:r>
            <a:r>
              <a:rPr lang="en-US" sz="1700" dirty="0" err="1"/>
              <a:t>StoreProduct</a:t>
            </a:r>
            <a:r>
              <a:rPr lang="en-US" sz="1700" dirty="0"/>
              <a:t>( </a:t>
            </a:r>
            <a:r>
              <a:rPr lang="en-US" sz="1700" dirty="0" err="1"/>
              <a:t>ProductID</a:t>
            </a:r>
            <a:r>
              <a:rPr lang="en-US" sz="1700" dirty="0"/>
              <a:t> </a:t>
            </a:r>
            <a:r>
              <a:rPr lang="en-US" sz="1700" dirty="0" err="1"/>
              <a:t>int</a:t>
            </a:r>
            <a:r>
              <a:rPr lang="en-US" sz="1700" dirty="0"/>
              <a:t> NOT NULL, Name </a:t>
            </a:r>
            <a:r>
              <a:rPr lang="en-US" sz="1700" dirty="0" err="1"/>
              <a:t>varchar</a:t>
            </a:r>
            <a:r>
              <a:rPr lang="en-US" sz="1700" dirty="0"/>
              <a:t>(40) NOT NULL, rice money NOT NULL DEFAULT (100))</a:t>
            </a:r>
          </a:p>
          <a:p>
            <a:pPr>
              <a:lnSpc>
                <a:spcPct val="100000"/>
              </a:lnSpc>
              <a:spcBef>
                <a:spcPts val="600"/>
              </a:spcBef>
            </a:pPr>
            <a:r>
              <a:rPr lang="en-US" sz="1700" dirty="0"/>
              <a:t>GO</a:t>
            </a:r>
          </a:p>
          <a:p>
            <a:pPr>
              <a:lnSpc>
                <a:spcPct val="100000"/>
              </a:lnSpc>
              <a:spcBef>
                <a:spcPts val="600"/>
              </a:spcBef>
            </a:pPr>
            <a:r>
              <a:rPr lang="en-US" sz="1700" dirty="0"/>
              <a:t>INSERT INTO </a:t>
            </a:r>
            <a:r>
              <a:rPr lang="en-US" sz="1700" dirty="0" err="1"/>
              <a:t>dbo.StoreProduct</a:t>
            </a:r>
            <a:r>
              <a:rPr lang="en-US" sz="1700" dirty="0"/>
              <a:t> (</a:t>
            </a:r>
            <a:r>
              <a:rPr lang="en-US" sz="1700" dirty="0" err="1"/>
              <a:t>ProductID</a:t>
            </a:r>
            <a:r>
              <a:rPr lang="en-US" sz="1700" dirty="0"/>
              <a:t>, Name) VALUES (111, 'Rivets')</a:t>
            </a:r>
          </a:p>
          <a:p>
            <a:pPr>
              <a:lnSpc>
                <a:spcPct val="100000"/>
              </a:lnSpc>
              <a:spcBef>
                <a:spcPts val="600"/>
              </a:spcBef>
            </a:pPr>
            <a:r>
              <a:rPr lang="en-US" sz="1700" dirty="0"/>
              <a:t>GO</a:t>
            </a:r>
          </a:p>
        </p:txBody>
      </p:sp>
      <p:sp>
        <p:nvSpPr>
          <p:cNvPr id="14" name="TextBox 13"/>
          <p:cNvSpPr txBox="1"/>
          <p:nvPr/>
        </p:nvSpPr>
        <p:spPr>
          <a:xfrm>
            <a:off x="304800" y="2603127"/>
            <a:ext cx="8382000" cy="1200329"/>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following cannot be created on columns with </a:t>
            </a:r>
            <a:r>
              <a:rPr lang="en-US" sz="1800" dirty="0">
                <a:cs typeface="Courier New" pitchFamily="49" charset="0"/>
              </a:rPr>
              <a:t>DEFAULT</a:t>
            </a:r>
            <a:r>
              <a:rPr lang="en-US" sz="1800" dirty="0">
                <a:latin typeface="Calibri" pitchFamily="34" charset="0"/>
                <a:cs typeface="Calibri" pitchFamily="34" charset="0"/>
              </a:rPr>
              <a:t> definitions:</a:t>
            </a:r>
          </a:p>
          <a:p>
            <a:pPr marL="798513" lvl="1" indent="-341313">
              <a:lnSpc>
                <a:spcPct val="100000"/>
              </a:lnSpc>
              <a:spcBef>
                <a:spcPts val="0"/>
              </a:spcBef>
              <a:buFont typeface="Wingdings" panose="05000000000000000000" pitchFamily="2" charset="2"/>
              <a:buChar char="§"/>
            </a:pPr>
            <a:r>
              <a:rPr lang="en-US" sz="1800" b="1" dirty="0">
                <a:latin typeface="Calibri" pitchFamily="34" charset="0"/>
                <a:cs typeface="Calibri" pitchFamily="34" charset="0"/>
              </a:rPr>
              <a:t>A timestamp data type</a:t>
            </a:r>
          </a:p>
          <a:p>
            <a:pPr marL="798513" lvl="1" indent="-341313">
              <a:lnSpc>
                <a:spcPct val="100000"/>
              </a:lnSpc>
              <a:spcBef>
                <a:spcPts val="0"/>
              </a:spcBef>
              <a:buFont typeface="Wingdings" panose="05000000000000000000" pitchFamily="2" charset="2"/>
              <a:buChar char="§"/>
            </a:pPr>
            <a:r>
              <a:rPr lang="en-US" sz="1800" b="1" dirty="0">
                <a:latin typeface="Calibri" pitchFamily="34" charset="0"/>
                <a:cs typeface="Calibri" pitchFamily="34" charset="0"/>
              </a:rPr>
              <a:t>An </a:t>
            </a:r>
            <a:r>
              <a:rPr lang="en-US" sz="1800" dirty="0">
                <a:cs typeface="Courier New" pitchFamily="49" charset="0"/>
              </a:rPr>
              <a:t>IDENTITY</a:t>
            </a:r>
            <a:r>
              <a:rPr lang="en-US" sz="1800" b="1" dirty="0">
                <a:latin typeface="Calibri" pitchFamily="34" charset="0"/>
                <a:cs typeface="Calibri" pitchFamily="34" charset="0"/>
              </a:rPr>
              <a:t> or </a:t>
            </a:r>
            <a:r>
              <a:rPr lang="en-US" sz="1800" dirty="0">
                <a:cs typeface="Courier New" pitchFamily="49" charset="0"/>
              </a:rPr>
              <a:t>ROWGUIDCOL</a:t>
            </a:r>
            <a:r>
              <a:rPr lang="en-US" sz="1800" b="1" dirty="0">
                <a:latin typeface="Calibri" pitchFamily="34" charset="0"/>
                <a:cs typeface="Calibri" pitchFamily="34" charset="0"/>
              </a:rPr>
              <a:t> property</a:t>
            </a:r>
          </a:p>
          <a:p>
            <a:pPr marL="798513" lvl="1" indent="-341313">
              <a:lnSpc>
                <a:spcPct val="100000"/>
              </a:lnSpc>
              <a:spcBef>
                <a:spcPts val="0"/>
              </a:spcBef>
              <a:buFont typeface="Wingdings" panose="05000000000000000000" pitchFamily="2" charset="2"/>
              <a:buChar char="§"/>
            </a:pPr>
            <a:r>
              <a:rPr lang="en-US" sz="1800" b="1" dirty="0">
                <a:latin typeface="Calibri" pitchFamily="34" charset="0"/>
                <a:cs typeface="Calibri" pitchFamily="34" charset="0"/>
              </a:rPr>
              <a:t>An existing default definition or default object</a:t>
            </a:r>
          </a:p>
        </p:txBody>
      </p:sp>
      <p:pic>
        <p:nvPicPr>
          <p:cNvPr id="15" name="Picture 14" descr="Figure 7.2.tif"/>
          <p:cNvPicPr>
            <a:picLocks noChangeAspect="1"/>
          </p:cNvPicPr>
          <p:nvPr/>
        </p:nvPicPr>
        <p:blipFill>
          <a:blip r:embed="rId3" cstate="print"/>
          <a:stretch>
            <a:fillRect/>
          </a:stretch>
        </p:blipFill>
        <p:spPr>
          <a:xfrm>
            <a:off x="5792267" y="3061239"/>
            <a:ext cx="3138489" cy="1445990"/>
          </a:xfrm>
          <a:prstGeom prst="rect">
            <a:avLst/>
          </a:prstGeom>
        </p:spPr>
      </p:pic>
      <p:sp>
        <p:nvSpPr>
          <p:cNvPr id="16" name="object 5">
            <a:extLst>
              <a:ext uri="{FF2B5EF4-FFF2-40B4-BE49-F238E27FC236}">
                <a16:creationId xmlns:a16="http://schemas.microsoft.com/office/drawing/2014/main" id="{9E4CEF5C-AACF-4568-9BB1-410F64F3EE87}"/>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8</a:t>
            </a:fld>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IDENTITY Property 1-3</a:t>
            </a:r>
          </a:p>
        </p:txBody>
      </p:sp>
      <p:sp>
        <p:nvSpPr>
          <p:cNvPr id="5" name="TextBox 4"/>
          <p:cNvSpPr txBox="1"/>
          <p:nvPr/>
        </p:nvSpPr>
        <p:spPr>
          <a:xfrm>
            <a:off x="304800" y="762000"/>
            <a:ext cx="8382000" cy="92333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Is used to create columns that can contain auto-generated sequential values to uniquely identify each row within a table. </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Is often used for primary key values.  The characteristics :</a:t>
            </a:r>
          </a:p>
        </p:txBody>
      </p:sp>
      <p:graphicFrame>
        <p:nvGraphicFramePr>
          <p:cNvPr id="6" name="Diagram 5"/>
          <p:cNvGraphicFramePr/>
          <p:nvPr>
            <p:extLst>
              <p:ext uri="{D42A27DB-BD31-4B8C-83A1-F6EECF244321}">
                <p14:modId xmlns:p14="http://schemas.microsoft.com/office/powerpoint/2010/main" val="3045832139"/>
              </p:ext>
            </p:extLst>
          </p:nvPr>
        </p:nvGraphicFramePr>
        <p:xfrm>
          <a:off x="105402" y="1711066"/>
          <a:ext cx="8933196" cy="49372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object 5">
            <a:extLst>
              <a:ext uri="{FF2B5EF4-FFF2-40B4-BE49-F238E27FC236}">
                <a16:creationId xmlns:a16="http://schemas.microsoft.com/office/drawing/2014/main" id="{80557B68-4267-4332-90E3-C21DE2D29969}"/>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9</a:t>
            </a:fld>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IDENTITY Property 2-3</a:t>
            </a:r>
          </a:p>
        </p:txBody>
      </p:sp>
      <p:sp>
        <p:nvSpPr>
          <p:cNvPr id="5" name="TextBox 4"/>
          <p:cNvSpPr txBox="1"/>
          <p:nvPr/>
        </p:nvSpPr>
        <p:spPr>
          <a:xfrm>
            <a:off x="381000" y="990600"/>
            <a:ext cx="8382000" cy="2031325"/>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Once the </a:t>
            </a:r>
            <a:r>
              <a:rPr lang="en-US" sz="1800" dirty="0">
                <a:cs typeface="Courier New" pitchFamily="49" charset="0"/>
              </a:rPr>
              <a:t>IDENTITY</a:t>
            </a:r>
            <a:r>
              <a:rPr lang="en-US" sz="1800" dirty="0">
                <a:latin typeface="Calibri" pitchFamily="34" charset="0"/>
                <a:cs typeface="Calibri" pitchFamily="34" charset="0"/>
              </a:rPr>
              <a:t> property has been set, retrieving the values of the identifier column can be done by using the </a:t>
            </a:r>
            <a:r>
              <a:rPr lang="en-US" sz="1800" dirty="0">
                <a:cs typeface="Courier New" pitchFamily="49" charset="0"/>
              </a:rPr>
              <a:t>IDENTITYCOL</a:t>
            </a:r>
            <a:r>
              <a:rPr lang="en-US" sz="1800" dirty="0">
                <a:latin typeface="Calibri" pitchFamily="34" charset="0"/>
                <a:cs typeface="Calibri" pitchFamily="34" charset="0"/>
              </a:rPr>
              <a:t> keyword with the table name in a </a:t>
            </a:r>
            <a:r>
              <a:rPr lang="en-US" sz="1800" dirty="0">
                <a:cs typeface="Courier New" pitchFamily="49" charset="0"/>
              </a:rPr>
              <a:t>SELECT</a:t>
            </a:r>
            <a:r>
              <a:rPr lang="en-US" sz="1800" dirty="0">
                <a:latin typeface="Calibri" pitchFamily="34" charset="0"/>
                <a:cs typeface="Calibri" pitchFamily="34" charset="0"/>
              </a:rPr>
              <a:t> statement. </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To know if a table has an </a:t>
            </a:r>
            <a:r>
              <a:rPr lang="en-US" sz="1800" dirty="0">
                <a:cs typeface="Courier New" pitchFamily="49" charset="0"/>
              </a:rPr>
              <a:t>IDENTITY</a:t>
            </a:r>
            <a:r>
              <a:rPr lang="en-US" sz="1800" dirty="0">
                <a:latin typeface="Calibri" pitchFamily="34" charset="0"/>
                <a:cs typeface="Calibri" pitchFamily="34" charset="0"/>
              </a:rPr>
              <a:t> column, the </a:t>
            </a:r>
            <a:r>
              <a:rPr lang="en-US" sz="1800" dirty="0">
                <a:cs typeface="Courier New" pitchFamily="49" charset="0"/>
              </a:rPr>
              <a:t>OBJECTPROPERTY()</a:t>
            </a:r>
            <a:r>
              <a:rPr lang="en-US" sz="1800" dirty="0">
                <a:latin typeface="Calibri" pitchFamily="34" charset="0"/>
                <a:cs typeface="Calibri" pitchFamily="34" charset="0"/>
              </a:rPr>
              <a:t> function can be used. </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To retrieve the name of the IDENTITY column in a table, the </a:t>
            </a:r>
            <a:r>
              <a:rPr lang="en-US" sz="1800" dirty="0">
                <a:cs typeface="Courier New" pitchFamily="49" charset="0"/>
              </a:rPr>
              <a:t>COLUMNPROPERTY</a:t>
            </a:r>
            <a:r>
              <a:rPr lang="en-US" sz="1800" dirty="0">
                <a:latin typeface="Calibri" pitchFamily="34" charset="0"/>
                <a:cs typeface="Calibri" pitchFamily="34" charset="0"/>
              </a:rPr>
              <a:t> function is used. </a:t>
            </a:r>
          </a:p>
        </p:txBody>
      </p:sp>
      <p:sp>
        <p:nvSpPr>
          <p:cNvPr id="6" name="Rounded Rectangle 5"/>
          <p:cNvSpPr/>
          <p:nvPr/>
        </p:nvSpPr>
        <p:spPr>
          <a:xfrm>
            <a:off x="457200" y="3738897"/>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7" name="TextBox 6"/>
          <p:cNvSpPr txBox="1"/>
          <p:nvPr/>
        </p:nvSpPr>
        <p:spPr>
          <a:xfrm>
            <a:off x="457200" y="4287863"/>
            <a:ext cx="8077200" cy="1169551"/>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CREATE TABLE &lt;</a:t>
            </a:r>
            <a:r>
              <a:rPr lang="en-US" dirty="0" err="1"/>
              <a:t>table_name</a:t>
            </a:r>
            <a:r>
              <a:rPr lang="en-US" dirty="0"/>
              <a:t>&gt; (</a:t>
            </a:r>
          </a:p>
          <a:p>
            <a:r>
              <a:rPr lang="en-US" dirty="0" err="1"/>
              <a:t>column_name</a:t>
            </a:r>
            <a:r>
              <a:rPr lang="en-US" dirty="0"/>
              <a:t> </a:t>
            </a:r>
            <a:r>
              <a:rPr lang="en-US" dirty="0" err="1"/>
              <a:t>data_type</a:t>
            </a:r>
            <a:r>
              <a:rPr lang="en-US" dirty="0"/>
              <a:t> [ IDENTITY[(</a:t>
            </a:r>
            <a:r>
              <a:rPr lang="en-US" dirty="0" err="1"/>
              <a:t>seed_value</a:t>
            </a:r>
            <a:r>
              <a:rPr lang="en-US" dirty="0"/>
              <a:t>, </a:t>
            </a:r>
            <a:r>
              <a:rPr lang="en-US" dirty="0" err="1"/>
              <a:t>increment_value</a:t>
            </a:r>
            <a:r>
              <a:rPr lang="en-US" dirty="0"/>
              <a:t>)]] NOT NULL )</a:t>
            </a:r>
          </a:p>
          <a:p>
            <a:endParaRPr lang="en-US" dirty="0"/>
          </a:p>
        </p:txBody>
      </p:sp>
      <p:sp>
        <p:nvSpPr>
          <p:cNvPr id="8" name="TextBox 7"/>
          <p:cNvSpPr txBox="1"/>
          <p:nvPr/>
        </p:nvSpPr>
        <p:spPr>
          <a:xfrm>
            <a:off x="381000" y="5477470"/>
            <a:ext cx="8458200" cy="923330"/>
          </a:xfrm>
          <a:prstGeom prst="rect">
            <a:avLst/>
          </a:prstGeom>
          <a:noFill/>
        </p:spPr>
        <p:txBody>
          <a:bodyPr wrap="square" rtlCol="0">
            <a:spAutoFit/>
          </a:bodyPr>
          <a:lstStyle/>
          <a:p>
            <a:pPr>
              <a:lnSpc>
                <a:spcPct val="100000"/>
              </a:lnSpc>
              <a:spcBef>
                <a:spcPts val="0"/>
              </a:spcBef>
            </a:pPr>
            <a:r>
              <a:rPr lang="en-US" sz="1800" dirty="0">
                <a:latin typeface="Calibri" pitchFamily="34" charset="0"/>
                <a:cs typeface="Calibri" pitchFamily="34" charset="0"/>
              </a:rPr>
              <a:t>where,</a:t>
            </a:r>
          </a:p>
          <a:p>
            <a:pPr marL="231775">
              <a:lnSpc>
                <a:spcPct val="100000"/>
              </a:lnSpc>
              <a:spcBef>
                <a:spcPts val="0"/>
              </a:spcBef>
            </a:pPr>
            <a:r>
              <a:rPr lang="en-US" sz="1800" dirty="0" err="1">
                <a:cs typeface="Courier New" pitchFamily="49" charset="0"/>
              </a:rPr>
              <a:t>seed_value</a:t>
            </a:r>
            <a:r>
              <a:rPr lang="en-US" sz="1800" dirty="0">
                <a:latin typeface="Calibri" pitchFamily="34" charset="0"/>
                <a:cs typeface="Calibri" pitchFamily="34" charset="0"/>
              </a:rPr>
              <a:t>: is the seed value from which to start generating identity values.</a:t>
            </a:r>
          </a:p>
          <a:p>
            <a:pPr marL="231775">
              <a:lnSpc>
                <a:spcPct val="100000"/>
              </a:lnSpc>
              <a:spcBef>
                <a:spcPts val="0"/>
              </a:spcBef>
            </a:pPr>
            <a:r>
              <a:rPr lang="en-US" sz="1800" dirty="0" err="1">
                <a:cs typeface="Courier New" pitchFamily="49" charset="0"/>
              </a:rPr>
              <a:t>increment_value</a:t>
            </a:r>
            <a:r>
              <a:rPr lang="en-US" sz="1800" dirty="0">
                <a:latin typeface="Calibri" pitchFamily="34" charset="0"/>
                <a:cs typeface="Calibri" pitchFamily="34" charset="0"/>
              </a:rPr>
              <a:t>: is the increment value by which to increase each time.</a:t>
            </a:r>
          </a:p>
        </p:txBody>
      </p:sp>
      <p:sp>
        <p:nvSpPr>
          <p:cNvPr id="9" name="object 5">
            <a:extLst>
              <a:ext uri="{FF2B5EF4-FFF2-40B4-BE49-F238E27FC236}">
                <a16:creationId xmlns:a16="http://schemas.microsoft.com/office/drawing/2014/main" id="{0B9DF35D-5A1F-4717-A53D-B8208B3E2C76}"/>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10</a:t>
            </a:fld>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IDENTITY Property 3-3</a:t>
            </a:r>
          </a:p>
        </p:txBody>
      </p:sp>
      <p:sp>
        <p:nvSpPr>
          <p:cNvPr id="5" name="TextBox 4"/>
          <p:cNvSpPr txBox="1"/>
          <p:nvPr/>
        </p:nvSpPr>
        <p:spPr>
          <a:xfrm>
            <a:off x="332874" y="1057138"/>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 </a:t>
            </a:r>
          </a:p>
        </p:txBody>
      </p:sp>
      <p:sp>
        <p:nvSpPr>
          <p:cNvPr id="6" name="TextBox 5"/>
          <p:cNvSpPr txBox="1"/>
          <p:nvPr/>
        </p:nvSpPr>
        <p:spPr>
          <a:xfrm>
            <a:off x="457200" y="1371600"/>
            <a:ext cx="8001000" cy="3037755"/>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sz="1600" dirty="0"/>
              <a:t>USE [CUST_DB]</a:t>
            </a:r>
          </a:p>
          <a:p>
            <a:r>
              <a:rPr lang="en-US" sz="1600" dirty="0"/>
              <a:t>GO</a:t>
            </a:r>
          </a:p>
          <a:p>
            <a:r>
              <a:rPr lang="en-US" sz="1600" dirty="0"/>
              <a:t>CREATE TABLE </a:t>
            </a:r>
            <a:r>
              <a:rPr lang="en-US" sz="1600" dirty="0" err="1"/>
              <a:t>HRContactPhone</a:t>
            </a:r>
            <a:r>
              <a:rPr lang="en-US" sz="1600" dirty="0"/>
              <a:t> ( </a:t>
            </a:r>
            <a:r>
              <a:rPr lang="en-US" sz="1600" dirty="0" err="1"/>
              <a:t>Person_ID</a:t>
            </a:r>
            <a:r>
              <a:rPr lang="en-US" sz="1600" dirty="0"/>
              <a:t> </a:t>
            </a:r>
            <a:r>
              <a:rPr lang="en-US" sz="1600" dirty="0" err="1"/>
              <a:t>int</a:t>
            </a:r>
            <a:r>
              <a:rPr lang="en-US" sz="1600" dirty="0"/>
              <a:t> IDENTITY(500,1) NOT NULL, </a:t>
            </a:r>
            <a:r>
              <a:rPr lang="en-US" sz="1600" dirty="0" err="1"/>
              <a:t>MobileNumber</a:t>
            </a:r>
            <a:r>
              <a:rPr lang="en-US" sz="1600" dirty="0"/>
              <a:t> </a:t>
            </a:r>
            <a:r>
              <a:rPr lang="en-US" sz="1600" dirty="0" err="1"/>
              <a:t>bigint</a:t>
            </a:r>
            <a:r>
              <a:rPr lang="en-US" sz="1600" dirty="0"/>
              <a:t> NOT NULL )</a:t>
            </a:r>
          </a:p>
          <a:p>
            <a:r>
              <a:rPr lang="en-US" sz="1600" dirty="0"/>
              <a:t>GO</a:t>
            </a:r>
          </a:p>
          <a:p>
            <a:endParaRPr lang="en-US" sz="1600" dirty="0"/>
          </a:p>
          <a:p>
            <a:r>
              <a:rPr lang="en-US" sz="1600" dirty="0"/>
              <a:t>INSERT INTO </a:t>
            </a:r>
            <a:r>
              <a:rPr lang="en-US" sz="1600" dirty="0" err="1"/>
              <a:t>HRContactPhone</a:t>
            </a:r>
            <a:r>
              <a:rPr lang="en-US" sz="1600" dirty="0"/>
              <a:t> VALUES(983452201)</a:t>
            </a:r>
          </a:p>
          <a:p>
            <a:r>
              <a:rPr lang="en-US" sz="1600" dirty="0"/>
              <a:t>INSERT INTO </a:t>
            </a:r>
            <a:r>
              <a:rPr lang="en-US" sz="1600" dirty="0" err="1"/>
              <a:t>HRContactPhone</a:t>
            </a:r>
            <a:r>
              <a:rPr lang="en-US" sz="1600" dirty="0"/>
              <a:t> VALUES(993026654)</a:t>
            </a:r>
          </a:p>
          <a:p>
            <a:r>
              <a:rPr lang="en-US" sz="1600" dirty="0"/>
              <a:t>GO</a:t>
            </a:r>
          </a:p>
          <a:p>
            <a:endParaRPr lang="en-US" dirty="0"/>
          </a:p>
        </p:txBody>
      </p:sp>
      <p:sp>
        <p:nvSpPr>
          <p:cNvPr id="8" name="TextBox 7"/>
          <p:cNvSpPr txBox="1"/>
          <p:nvPr/>
        </p:nvSpPr>
        <p:spPr>
          <a:xfrm>
            <a:off x="385010" y="4598017"/>
            <a:ext cx="3793958"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figure shows the output</a:t>
            </a:r>
          </a:p>
        </p:txBody>
      </p:sp>
      <p:pic>
        <p:nvPicPr>
          <p:cNvPr id="9" name="Picture 8" descr="Figure 7.3.tif"/>
          <p:cNvPicPr>
            <a:picLocks noChangeAspect="1"/>
          </p:cNvPicPr>
          <p:nvPr/>
        </p:nvPicPr>
        <p:blipFill>
          <a:blip r:embed="rId3" cstate="print"/>
          <a:stretch>
            <a:fillRect/>
          </a:stretch>
        </p:blipFill>
        <p:spPr>
          <a:xfrm>
            <a:off x="4586591" y="4654983"/>
            <a:ext cx="3871609" cy="1828800"/>
          </a:xfrm>
          <a:prstGeom prst="rect">
            <a:avLst/>
          </a:prstGeom>
        </p:spPr>
      </p:pic>
      <p:sp>
        <p:nvSpPr>
          <p:cNvPr id="10" name="object 5">
            <a:extLst>
              <a:ext uri="{FF2B5EF4-FFF2-40B4-BE49-F238E27FC236}">
                <a16:creationId xmlns:a16="http://schemas.microsoft.com/office/drawing/2014/main" id="{7453E979-8CDE-4866-80CA-1958BA7E92EB}"/>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11</a:t>
            </a:fld>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Globally Unique Identifiers 1-3</a:t>
            </a:r>
          </a:p>
        </p:txBody>
      </p:sp>
      <p:graphicFrame>
        <p:nvGraphicFramePr>
          <p:cNvPr id="5" name="Diagram 4"/>
          <p:cNvGraphicFramePr/>
          <p:nvPr/>
        </p:nvGraphicFramePr>
        <p:xfrm>
          <a:off x="457200" y="1143000"/>
          <a:ext cx="8001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object 5">
            <a:extLst>
              <a:ext uri="{FF2B5EF4-FFF2-40B4-BE49-F238E27FC236}">
                <a16:creationId xmlns:a16="http://schemas.microsoft.com/office/drawing/2014/main" id="{2AFD67A3-487E-47DA-9532-2F4386969989}"/>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12</a:t>
            </a:fld>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Globally Unique Identifiers 2-3</a:t>
            </a:r>
          </a:p>
        </p:txBody>
      </p:sp>
      <p:graphicFrame>
        <p:nvGraphicFramePr>
          <p:cNvPr id="5" name="Diagram 4"/>
          <p:cNvGraphicFramePr/>
          <p:nvPr/>
        </p:nvGraphicFramePr>
        <p:xfrm>
          <a:off x="457200" y="1524000"/>
          <a:ext cx="80010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object 5">
            <a:extLst>
              <a:ext uri="{FF2B5EF4-FFF2-40B4-BE49-F238E27FC236}">
                <a16:creationId xmlns:a16="http://schemas.microsoft.com/office/drawing/2014/main" id="{29B10989-3DCF-413D-A187-E7C24D81BE75}"/>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13</a:t>
            </a:fld>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Globally Unique Identifiers 3-3</a:t>
            </a:r>
          </a:p>
        </p:txBody>
      </p:sp>
      <p:sp>
        <p:nvSpPr>
          <p:cNvPr id="5" name="TextBox 4"/>
          <p:cNvSpPr txBox="1"/>
          <p:nvPr/>
        </p:nvSpPr>
        <p:spPr>
          <a:xfrm>
            <a:off x="381000" y="990600"/>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6" name="TextBox 5"/>
          <p:cNvSpPr txBox="1"/>
          <p:nvPr/>
        </p:nvSpPr>
        <p:spPr>
          <a:xfrm>
            <a:off x="540544" y="1372437"/>
            <a:ext cx="7917656" cy="1231106"/>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600"/>
              </a:spcBef>
            </a:pPr>
            <a:r>
              <a:rPr lang="en-US" sz="1600" dirty="0"/>
              <a:t>USE [CUST_DB]</a:t>
            </a:r>
          </a:p>
          <a:p>
            <a:pPr>
              <a:lnSpc>
                <a:spcPct val="100000"/>
              </a:lnSpc>
              <a:spcBef>
                <a:spcPts val="600"/>
              </a:spcBef>
            </a:pPr>
            <a:r>
              <a:rPr lang="en-US" sz="1600" dirty="0"/>
              <a:t>CREATE TABLE </a:t>
            </a:r>
            <a:r>
              <a:rPr lang="en-US" sz="1600" dirty="0" err="1"/>
              <a:t>EMP_CellularPhone</a:t>
            </a:r>
            <a:r>
              <a:rPr lang="en-US" sz="1600" dirty="0"/>
              <a:t>( </a:t>
            </a:r>
            <a:r>
              <a:rPr lang="en-US" sz="1600" dirty="0" err="1"/>
              <a:t>Person_ID</a:t>
            </a:r>
            <a:r>
              <a:rPr lang="en-US" sz="1600" dirty="0"/>
              <a:t> </a:t>
            </a:r>
            <a:r>
              <a:rPr lang="en-US" sz="1600" dirty="0" err="1"/>
              <a:t>uniqueidentifier</a:t>
            </a:r>
            <a:r>
              <a:rPr lang="en-US" sz="1600" dirty="0"/>
              <a:t> DEFAULT NEWID() NOT NULL, </a:t>
            </a:r>
            <a:r>
              <a:rPr lang="en-US" sz="1600" dirty="0" err="1"/>
              <a:t>PersonName</a:t>
            </a:r>
            <a:r>
              <a:rPr lang="en-US" sz="1600" dirty="0"/>
              <a:t> </a:t>
            </a:r>
            <a:r>
              <a:rPr lang="en-US" sz="1600" dirty="0" err="1"/>
              <a:t>varchar</a:t>
            </a:r>
            <a:r>
              <a:rPr lang="en-US" sz="1600" dirty="0"/>
              <a:t>(60) NOT NULL)</a:t>
            </a:r>
          </a:p>
          <a:p>
            <a:pPr>
              <a:lnSpc>
                <a:spcPct val="100000"/>
              </a:lnSpc>
              <a:spcBef>
                <a:spcPts val="600"/>
              </a:spcBef>
            </a:pPr>
            <a:r>
              <a:rPr lang="en-US" sz="1600" dirty="0"/>
              <a:t>GO</a:t>
            </a:r>
          </a:p>
        </p:txBody>
      </p:sp>
      <p:sp>
        <p:nvSpPr>
          <p:cNvPr id="7" name="TextBox 6"/>
          <p:cNvSpPr txBox="1"/>
          <p:nvPr/>
        </p:nvSpPr>
        <p:spPr>
          <a:xfrm>
            <a:off x="388307" y="2924278"/>
            <a:ext cx="70104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code snippet adds a value to </a:t>
            </a:r>
            <a:r>
              <a:rPr lang="en-US" sz="1800" b="1" dirty="0" err="1">
                <a:cs typeface="Courier New" pitchFamily="49" charset="0"/>
              </a:rPr>
              <a:t>PersonName</a:t>
            </a:r>
            <a:r>
              <a:rPr lang="en-US" sz="1800" dirty="0">
                <a:latin typeface="Calibri" pitchFamily="34" charset="0"/>
                <a:cs typeface="Calibri" pitchFamily="34" charset="0"/>
              </a:rPr>
              <a:t> column:</a:t>
            </a:r>
          </a:p>
        </p:txBody>
      </p:sp>
      <p:sp>
        <p:nvSpPr>
          <p:cNvPr id="8" name="TextBox 7"/>
          <p:cNvSpPr txBox="1"/>
          <p:nvPr/>
        </p:nvSpPr>
        <p:spPr>
          <a:xfrm>
            <a:off x="464507" y="3381478"/>
            <a:ext cx="8001000" cy="113877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INSERT INTO </a:t>
            </a:r>
            <a:r>
              <a:rPr lang="en-US" sz="1700" dirty="0" err="1"/>
              <a:t>EMP_CellularPhone</a:t>
            </a:r>
            <a:r>
              <a:rPr lang="en-US" sz="1700" dirty="0"/>
              <a:t>(</a:t>
            </a:r>
            <a:r>
              <a:rPr lang="en-US" sz="1700" dirty="0" err="1"/>
              <a:t>PersonName</a:t>
            </a:r>
            <a:r>
              <a:rPr lang="en-US" sz="1700" dirty="0"/>
              <a:t>) VALUES ('William Smith')</a:t>
            </a:r>
          </a:p>
          <a:p>
            <a:r>
              <a:rPr lang="en-US" sz="1700" dirty="0"/>
              <a:t>SELECT * FROM </a:t>
            </a:r>
            <a:r>
              <a:rPr lang="en-US" sz="1700" dirty="0" err="1"/>
              <a:t>EMP_CellularPhone</a:t>
            </a:r>
            <a:endParaRPr lang="en-US" sz="1700" dirty="0"/>
          </a:p>
          <a:p>
            <a:r>
              <a:rPr lang="en-US" sz="1700" dirty="0"/>
              <a:t>GO</a:t>
            </a:r>
          </a:p>
        </p:txBody>
      </p:sp>
      <p:sp>
        <p:nvSpPr>
          <p:cNvPr id="9" name="TextBox 8"/>
          <p:cNvSpPr txBox="1"/>
          <p:nvPr/>
        </p:nvSpPr>
        <p:spPr>
          <a:xfrm>
            <a:off x="381000" y="4812268"/>
            <a:ext cx="8382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Following figure shows the output where a unique identifier is displayed against a specific </a:t>
            </a:r>
            <a:r>
              <a:rPr lang="en-US" sz="1800" b="1" dirty="0" err="1">
                <a:cs typeface="Courier New" pitchFamily="49" charset="0"/>
              </a:rPr>
              <a:t>PersonName</a:t>
            </a:r>
            <a:r>
              <a:rPr lang="en-US" sz="1800" dirty="0">
                <a:latin typeface="Calibri" pitchFamily="34" charset="0"/>
                <a:cs typeface="Calibri" pitchFamily="34" charset="0"/>
              </a:rPr>
              <a:t>:</a:t>
            </a:r>
          </a:p>
        </p:txBody>
      </p:sp>
      <p:pic>
        <p:nvPicPr>
          <p:cNvPr id="10" name="Picture 9" descr="Figure 7.4.tif"/>
          <p:cNvPicPr>
            <a:picLocks noChangeAspect="1"/>
          </p:cNvPicPr>
          <p:nvPr/>
        </p:nvPicPr>
        <p:blipFill>
          <a:blip r:embed="rId3" cstate="print"/>
          <a:stretch>
            <a:fillRect/>
          </a:stretch>
        </p:blipFill>
        <p:spPr>
          <a:xfrm>
            <a:off x="2971800" y="5591234"/>
            <a:ext cx="3505200" cy="895350"/>
          </a:xfrm>
          <a:prstGeom prst="rect">
            <a:avLst/>
          </a:prstGeom>
        </p:spPr>
      </p:pic>
      <p:sp>
        <p:nvSpPr>
          <p:cNvPr id="11" name="object 5">
            <a:extLst>
              <a:ext uri="{FF2B5EF4-FFF2-40B4-BE49-F238E27FC236}">
                <a16:creationId xmlns:a16="http://schemas.microsoft.com/office/drawing/2014/main" id="{8F8CFE6E-34EF-4201-83B3-A7602F3F1B3C}"/>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14</a:t>
            </a:fld>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Constraints </a:t>
            </a:r>
          </a:p>
        </p:txBody>
      </p:sp>
      <p:graphicFrame>
        <p:nvGraphicFramePr>
          <p:cNvPr id="5" name="Diagram 4"/>
          <p:cNvGraphicFramePr/>
          <p:nvPr/>
        </p:nvGraphicFramePr>
        <p:xfrm>
          <a:off x="457200" y="1600200"/>
          <a:ext cx="80010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381000" y="990600"/>
            <a:ext cx="8382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A constraint is a property assigned to a column or set of columns in a table to prevent certain types of inconsistent data values from being entered. </a:t>
            </a:r>
          </a:p>
        </p:txBody>
      </p:sp>
      <p:sp>
        <p:nvSpPr>
          <p:cNvPr id="7" name="TextBox 6"/>
          <p:cNvSpPr txBox="1"/>
          <p:nvPr/>
        </p:nvSpPr>
        <p:spPr>
          <a:xfrm>
            <a:off x="381000" y="5486400"/>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SQL Server supports the following types of constraints:</a:t>
            </a:r>
            <a:endParaRPr lang="en-US" sz="1800" dirty="0">
              <a:cs typeface="Courier New" pitchFamily="49" charset="0"/>
            </a:endParaRPr>
          </a:p>
        </p:txBody>
      </p:sp>
      <p:sp>
        <p:nvSpPr>
          <p:cNvPr id="9" name="TextBox 8"/>
          <p:cNvSpPr txBox="1"/>
          <p:nvPr/>
        </p:nvSpPr>
        <p:spPr>
          <a:xfrm>
            <a:off x="1066800" y="5854197"/>
            <a:ext cx="3352800" cy="923330"/>
          </a:xfrm>
          <a:prstGeom prst="rect">
            <a:avLst/>
          </a:prstGeom>
          <a:noFill/>
        </p:spPr>
        <p:txBody>
          <a:bodyPr wrap="square" rtlCol="0">
            <a:spAutoFit/>
          </a:bodyPr>
          <a:lstStyle/>
          <a:p>
            <a:pPr marL="682625" indent="-341313">
              <a:lnSpc>
                <a:spcPct val="100000"/>
              </a:lnSpc>
              <a:spcBef>
                <a:spcPts val="0"/>
              </a:spcBef>
              <a:buFont typeface="Arial" pitchFamily="34" charset="0"/>
              <a:buChar char="•"/>
            </a:pPr>
            <a:r>
              <a:rPr lang="en-US" sz="1800" dirty="0">
                <a:cs typeface="Courier New" pitchFamily="49" charset="0"/>
              </a:rPr>
              <a:t>PRIMARY KEY</a:t>
            </a:r>
          </a:p>
          <a:p>
            <a:pPr marL="682625" indent="-341313">
              <a:lnSpc>
                <a:spcPct val="100000"/>
              </a:lnSpc>
              <a:spcBef>
                <a:spcPts val="0"/>
              </a:spcBef>
              <a:buFont typeface="Arial" pitchFamily="34" charset="0"/>
              <a:buChar char="•"/>
            </a:pPr>
            <a:r>
              <a:rPr lang="en-US" sz="1800" dirty="0">
                <a:cs typeface="Courier New" pitchFamily="49" charset="0"/>
              </a:rPr>
              <a:t>UNIQUE</a:t>
            </a:r>
          </a:p>
          <a:p>
            <a:pPr marL="682625" indent="-341313">
              <a:lnSpc>
                <a:spcPct val="100000"/>
              </a:lnSpc>
              <a:spcBef>
                <a:spcPts val="0"/>
              </a:spcBef>
              <a:buFont typeface="Arial" pitchFamily="34" charset="0"/>
              <a:buChar char="•"/>
            </a:pPr>
            <a:r>
              <a:rPr lang="en-US" sz="1800" dirty="0">
                <a:cs typeface="Courier New" pitchFamily="49" charset="0"/>
              </a:rPr>
              <a:t>FOREIGN KEY</a:t>
            </a:r>
          </a:p>
        </p:txBody>
      </p:sp>
      <p:sp>
        <p:nvSpPr>
          <p:cNvPr id="10" name="TextBox 9"/>
          <p:cNvSpPr txBox="1"/>
          <p:nvPr/>
        </p:nvSpPr>
        <p:spPr>
          <a:xfrm>
            <a:off x="3962400" y="5855732"/>
            <a:ext cx="2286000" cy="646331"/>
          </a:xfrm>
          <a:prstGeom prst="rect">
            <a:avLst/>
          </a:prstGeom>
          <a:noFill/>
        </p:spPr>
        <p:txBody>
          <a:bodyPr wrap="square" rtlCol="0">
            <a:spAutoFit/>
          </a:bodyPr>
          <a:lstStyle/>
          <a:p>
            <a:pPr marL="682625" indent="-341313">
              <a:lnSpc>
                <a:spcPct val="100000"/>
              </a:lnSpc>
              <a:spcBef>
                <a:spcPts val="0"/>
              </a:spcBef>
              <a:buFont typeface="Arial" pitchFamily="34" charset="0"/>
              <a:buChar char="•"/>
            </a:pPr>
            <a:r>
              <a:rPr lang="en-US" sz="1800" dirty="0">
                <a:cs typeface="Courier New" pitchFamily="49" charset="0"/>
              </a:rPr>
              <a:t>CHECK</a:t>
            </a:r>
          </a:p>
          <a:p>
            <a:pPr marL="682625" indent="-341313">
              <a:lnSpc>
                <a:spcPct val="100000"/>
              </a:lnSpc>
              <a:spcBef>
                <a:spcPts val="0"/>
              </a:spcBef>
              <a:buFont typeface="Arial" pitchFamily="34" charset="0"/>
              <a:buChar char="•"/>
            </a:pPr>
            <a:r>
              <a:rPr lang="en-US" sz="1800" dirty="0">
                <a:cs typeface="Courier New" pitchFamily="49" charset="0"/>
              </a:rPr>
              <a:t>NOT NULL</a:t>
            </a:r>
          </a:p>
        </p:txBody>
      </p:sp>
      <p:sp>
        <p:nvSpPr>
          <p:cNvPr id="11" name="object 5">
            <a:extLst>
              <a:ext uri="{FF2B5EF4-FFF2-40B4-BE49-F238E27FC236}">
                <a16:creationId xmlns:a16="http://schemas.microsoft.com/office/drawing/2014/main" id="{CFD9C121-28C3-4212-BDD5-3E303B4A8EC6}"/>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15</a:t>
            </a:fld>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PRIMARY KEY</a:t>
            </a:r>
          </a:p>
        </p:txBody>
      </p:sp>
      <p:grpSp>
        <p:nvGrpSpPr>
          <p:cNvPr id="5" name="Group 4"/>
          <p:cNvGrpSpPr/>
          <p:nvPr/>
        </p:nvGrpSpPr>
        <p:grpSpPr>
          <a:xfrm>
            <a:off x="381000" y="1143000"/>
            <a:ext cx="8153400" cy="762000"/>
            <a:chOff x="0" y="21039"/>
            <a:chExt cx="6096000" cy="1067040"/>
          </a:xfrm>
          <a:scene3d>
            <a:camera prst="orthographicFront"/>
            <a:lightRig rig="flat" dir="t"/>
          </a:scene3d>
        </p:grpSpPr>
        <p:sp>
          <p:nvSpPr>
            <p:cNvPr id="6" name="Rounded Rectangle 5"/>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7"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A table typically has a primary key comprising a single column or combination of columns to uniquely identify each row within the table.</a:t>
              </a:r>
              <a:endParaRPr lang="en-US" sz="1800" kern="1200" dirty="0">
                <a:latin typeface="Calibri" pitchFamily="34" charset="0"/>
                <a:cs typeface="Calibri" pitchFamily="34" charset="0"/>
              </a:endParaRPr>
            </a:p>
          </p:txBody>
        </p:sp>
      </p:grpSp>
      <p:grpSp>
        <p:nvGrpSpPr>
          <p:cNvPr id="8" name="Group 7"/>
          <p:cNvGrpSpPr/>
          <p:nvPr/>
        </p:nvGrpSpPr>
        <p:grpSpPr>
          <a:xfrm>
            <a:off x="381000" y="1981200"/>
            <a:ext cx="8153400" cy="685800"/>
            <a:chOff x="0" y="267999"/>
            <a:chExt cx="6096000" cy="936000"/>
          </a:xfrm>
          <a:scene3d>
            <a:camera prst="orthographicFront"/>
            <a:lightRig rig="flat" dir="t"/>
          </a:scene3d>
        </p:grpSpPr>
        <p:sp>
          <p:nvSpPr>
            <p:cNvPr id="9" name="Rounded Rectangle 8"/>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10"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grpSp>
        <p:nvGrpSpPr>
          <p:cNvPr id="11" name="Group 10"/>
          <p:cNvGrpSpPr/>
          <p:nvPr/>
        </p:nvGrpSpPr>
        <p:grpSpPr>
          <a:xfrm>
            <a:off x="381000" y="2743200"/>
            <a:ext cx="8153400" cy="762000"/>
            <a:chOff x="0" y="1614759"/>
            <a:chExt cx="6096000" cy="1141920"/>
          </a:xfrm>
          <a:scene3d>
            <a:camera prst="orthographicFront"/>
            <a:lightRig rig="flat" dir="t"/>
          </a:scene3d>
        </p:grpSpPr>
        <p:sp>
          <p:nvSpPr>
            <p:cNvPr id="12" name="Rounded Rectangle 11"/>
            <p:cNvSpPr/>
            <p:nvPr/>
          </p:nvSpPr>
          <p:spPr>
            <a:xfrm>
              <a:off x="0" y="1614759"/>
              <a:ext cx="6096000" cy="114192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40000"/>
              </a:schemeClr>
            </a:fillRef>
            <a:effectRef idx="2">
              <a:schemeClr val="accent4">
                <a:alpha val="90000"/>
                <a:hueOff val="0"/>
                <a:satOff val="0"/>
                <a:lumOff val="0"/>
                <a:alphaOff val="-40000"/>
              </a:schemeClr>
            </a:effectRef>
            <a:fontRef idx="minor">
              <a:schemeClr val="lt1"/>
            </a:fontRef>
          </p:style>
        </p:sp>
        <p:sp>
          <p:nvSpPr>
            <p:cNvPr id="13" name="Rounded Rectangle 4"/>
            <p:cNvSpPr/>
            <p:nvPr/>
          </p:nvSpPr>
          <p:spPr>
            <a:xfrm>
              <a:off x="55744" y="1670503"/>
              <a:ext cx="5984512" cy="103043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Only one primary key constraint can be created per table.</a:t>
              </a:r>
              <a:endParaRPr lang="en-US" sz="1800" kern="1200" dirty="0">
                <a:latin typeface="Calibri" pitchFamily="34" charset="0"/>
                <a:cs typeface="Calibri" pitchFamily="34" charset="0"/>
              </a:endParaRPr>
            </a:p>
          </p:txBody>
        </p:sp>
      </p:grpSp>
      <p:sp>
        <p:nvSpPr>
          <p:cNvPr id="14" name="Rounded Rectangle 4"/>
          <p:cNvSpPr/>
          <p:nvPr/>
        </p:nvSpPr>
        <p:spPr>
          <a:xfrm>
            <a:off x="457200" y="1986836"/>
            <a:ext cx="8014062" cy="680728"/>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The </a:t>
            </a:r>
            <a:r>
              <a:rPr lang="en-US" sz="1800" dirty="0">
                <a:latin typeface="Courier New" pitchFamily="49" charset="0"/>
                <a:cs typeface="Courier New" pitchFamily="49" charset="0"/>
              </a:rPr>
              <a:t>PRIMARY KEY</a:t>
            </a:r>
            <a:r>
              <a:rPr lang="en-US" sz="1800" dirty="0">
                <a:latin typeface="Calibri" pitchFamily="34" charset="0"/>
                <a:cs typeface="Calibri" pitchFamily="34" charset="0"/>
              </a:rPr>
              <a:t> constraint is used to create a primary key and enforce integrity of the entity of the table.</a:t>
            </a:r>
            <a:endParaRPr lang="en-US" sz="1800" kern="1200" dirty="0">
              <a:latin typeface="Calibri" pitchFamily="34" charset="0"/>
              <a:cs typeface="Calibri" pitchFamily="34" charset="0"/>
            </a:endParaRPr>
          </a:p>
        </p:txBody>
      </p:sp>
      <p:grpSp>
        <p:nvGrpSpPr>
          <p:cNvPr id="15" name="Group 14"/>
          <p:cNvGrpSpPr/>
          <p:nvPr/>
        </p:nvGrpSpPr>
        <p:grpSpPr>
          <a:xfrm>
            <a:off x="404186" y="3556773"/>
            <a:ext cx="8153400" cy="685800"/>
            <a:chOff x="0" y="267999"/>
            <a:chExt cx="6096000" cy="936000"/>
          </a:xfrm>
          <a:scene3d>
            <a:camera prst="orthographicFront"/>
            <a:lightRig rig="flat" dir="t"/>
          </a:scene3d>
        </p:grpSpPr>
        <p:sp>
          <p:nvSpPr>
            <p:cNvPr id="16" name="Rounded Rectangle 15"/>
            <p:cNvSpPr/>
            <p:nvPr/>
          </p:nvSpPr>
          <p:spPr>
            <a:xfrm>
              <a:off x="0" y="267999"/>
              <a:ext cx="6096000" cy="93600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sp>
        <p:sp>
          <p:nvSpPr>
            <p:cNvPr id="17" name="Rounded Rectangle 4"/>
            <p:cNvSpPr/>
            <p:nvPr/>
          </p:nvSpPr>
          <p:spPr>
            <a:xfrm>
              <a:off x="45692" y="313691"/>
              <a:ext cx="6004616" cy="84461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endParaRPr lang="en-US" sz="4000" kern="1200"/>
            </a:p>
          </p:txBody>
        </p:sp>
      </p:grpSp>
      <p:sp>
        <p:nvSpPr>
          <p:cNvPr id="18" name="Rounded Rectangle 4"/>
          <p:cNvSpPr/>
          <p:nvPr/>
        </p:nvSpPr>
        <p:spPr>
          <a:xfrm>
            <a:off x="457200" y="3587036"/>
            <a:ext cx="8014062" cy="680728"/>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dirty="0">
                <a:latin typeface="Calibri" pitchFamily="34" charset="0"/>
                <a:cs typeface="Calibri" pitchFamily="34" charset="0"/>
              </a:rPr>
              <a:t>Column that is a primary key cannot have </a:t>
            </a:r>
            <a:r>
              <a:rPr lang="en-US" sz="1800" dirty="0">
                <a:latin typeface="Courier New" pitchFamily="49" charset="0"/>
                <a:cs typeface="Courier New" pitchFamily="49" charset="0"/>
              </a:rPr>
              <a:t>NULL</a:t>
            </a:r>
            <a:r>
              <a:rPr lang="en-US" sz="1800" dirty="0">
                <a:latin typeface="Calibri" pitchFamily="34" charset="0"/>
                <a:cs typeface="Calibri" pitchFamily="34" charset="0"/>
              </a:rPr>
              <a:t> values.</a:t>
            </a:r>
            <a:endParaRPr lang="en-US" sz="1800" kern="1200" dirty="0">
              <a:latin typeface="Calibri" pitchFamily="34" charset="0"/>
              <a:cs typeface="Calibri" pitchFamily="34" charset="0"/>
            </a:endParaRPr>
          </a:p>
        </p:txBody>
      </p:sp>
      <p:sp>
        <p:nvSpPr>
          <p:cNvPr id="20" name="Rounded Rectangle 19"/>
          <p:cNvSpPr/>
          <p:nvPr/>
        </p:nvSpPr>
        <p:spPr>
          <a:xfrm>
            <a:off x="438102" y="4423770"/>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21" name="TextBox 20"/>
          <p:cNvSpPr txBox="1"/>
          <p:nvPr/>
        </p:nvSpPr>
        <p:spPr>
          <a:xfrm>
            <a:off x="421105" y="4868937"/>
            <a:ext cx="7666715" cy="646331"/>
          </a:xfrm>
          <a:prstGeom prst="rect">
            <a:avLst/>
          </a:prstGeom>
          <a:solidFill>
            <a:schemeClr val="accent1">
              <a:lumMod val="60000"/>
              <a:lumOff val="40000"/>
            </a:schemeClr>
          </a:solidFill>
          <a:ln>
            <a:solidFill>
              <a:schemeClr val="tx1"/>
            </a:solidFill>
          </a:ln>
        </p:spPr>
        <p:txBody>
          <a:bodyPr wrap="square" rtlCol="0">
            <a:spAutoFit/>
          </a:bodyPr>
          <a:lstStyle/>
          <a:p>
            <a:r>
              <a:rPr lang="en-US" dirty="0"/>
              <a:t>CREATE TABLE &lt;</a:t>
            </a:r>
            <a:r>
              <a:rPr lang="en-US" dirty="0" err="1"/>
              <a:t>table_name</a:t>
            </a:r>
            <a:r>
              <a:rPr lang="en-US" dirty="0"/>
              <a:t>&gt; ( </a:t>
            </a:r>
            <a:r>
              <a:rPr lang="en-US" dirty="0" err="1"/>
              <a:t>Column_name</a:t>
            </a:r>
            <a:r>
              <a:rPr lang="en-US" dirty="0"/>
              <a:t> </a:t>
            </a:r>
            <a:r>
              <a:rPr lang="en-US" dirty="0" err="1"/>
              <a:t>datatype</a:t>
            </a:r>
            <a:r>
              <a:rPr lang="en-US" dirty="0"/>
              <a:t> PRIMARY KEY [</a:t>
            </a:r>
          </a:p>
          <a:p>
            <a:r>
              <a:rPr lang="en-US" dirty="0" err="1"/>
              <a:t>column_list</a:t>
            </a:r>
            <a:r>
              <a:rPr lang="en-US" dirty="0"/>
              <a:t>] )</a:t>
            </a:r>
          </a:p>
        </p:txBody>
      </p:sp>
      <p:sp>
        <p:nvSpPr>
          <p:cNvPr id="22" name="TextBox 21"/>
          <p:cNvSpPr txBox="1"/>
          <p:nvPr/>
        </p:nvSpPr>
        <p:spPr>
          <a:xfrm>
            <a:off x="409074" y="5454890"/>
            <a:ext cx="7678746" cy="923330"/>
          </a:xfrm>
          <a:prstGeom prst="rect">
            <a:avLst/>
          </a:prstGeom>
          <a:solidFill>
            <a:schemeClr val="accent1">
              <a:lumMod val="60000"/>
              <a:lumOff val="40000"/>
            </a:schemeClr>
          </a:solidFill>
          <a:ln>
            <a:solidFill>
              <a:schemeClr val="tx1"/>
            </a:solidFill>
          </a:ln>
        </p:spPr>
        <p:txBody>
          <a:bodyPr wrap="square" rtlCol="0">
            <a:spAutoFit/>
          </a:bodyPr>
          <a:lstStyle/>
          <a:p>
            <a:r>
              <a:rPr lang="en-US"/>
              <a:t>CREATE </a:t>
            </a:r>
            <a:r>
              <a:rPr lang="en-US" dirty="0"/>
              <a:t>TABLE &lt;</a:t>
            </a:r>
            <a:r>
              <a:rPr lang="en-US" dirty="0" err="1"/>
              <a:t>table_name</a:t>
            </a:r>
            <a:r>
              <a:rPr lang="en-US" dirty="0"/>
              <a:t>&gt; (&lt;</a:t>
            </a:r>
            <a:r>
              <a:rPr lang="en-US" dirty="0" err="1"/>
              <a:t>column_name</a:t>
            </a:r>
            <a:r>
              <a:rPr lang="en-US" dirty="0"/>
              <a:t>&gt; &lt;</a:t>
            </a:r>
            <a:r>
              <a:rPr lang="en-US" dirty="0" err="1"/>
              <a:t>datatype</a:t>
            </a:r>
            <a:r>
              <a:rPr lang="en-US" dirty="0"/>
              <a:t>&gt; [, </a:t>
            </a:r>
            <a:r>
              <a:rPr lang="en-US" dirty="0" err="1"/>
              <a:t>column_list</a:t>
            </a:r>
            <a:r>
              <a:rPr lang="en-US" dirty="0"/>
              <a:t>]</a:t>
            </a:r>
          </a:p>
          <a:p>
            <a:r>
              <a:rPr lang="en-US" dirty="0"/>
              <a:t>CONSTRAINT </a:t>
            </a:r>
            <a:r>
              <a:rPr lang="en-US" dirty="0" err="1"/>
              <a:t>constraint_name</a:t>
            </a:r>
            <a:r>
              <a:rPr lang="en-US" dirty="0"/>
              <a:t> PRIMARY KEY (column,..))</a:t>
            </a:r>
          </a:p>
          <a:p>
            <a:endParaRPr lang="en-US" dirty="0"/>
          </a:p>
        </p:txBody>
      </p:sp>
      <p:sp>
        <p:nvSpPr>
          <p:cNvPr id="23" name="object 5">
            <a:extLst>
              <a:ext uri="{FF2B5EF4-FFF2-40B4-BE49-F238E27FC236}">
                <a16:creationId xmlns:a16="http://schemas.microsoft.com/office/drawing/2014/main" id="{AC42B185-904F-40A1-9D8A-69081D7FA964}"/>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16</a:t>
            </a:fld>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UNIQUE</a:t>
            </a:r>
          </a:p>
        </p:txBody>
      </p:sp>
      <p:sp>
        <p:nvSpPr>
          <p:cNvPr id="5" name="TextBox 4"/>
          <p:cNvSpPr txBox="1"/>
          <p:nvPr/>
        </p:nvSpPr>
        <p:spPr>
          <a:xfrm>
            <a:off x="381000" y="933271"/>
            <a:ext cx="8382000" cy="1200329"/>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A </a:t>
            </a:r>
            <a:r>
              <a:rPr lang="en-US" sz="1800" dirty="0">
                <a:cs typeface="Courier New" pitchFamily="49" charset="0"/>
              </a:rPr>
              <a:t>UNIQUE</a:t>
            </a:r>
            <a:r>
              <a:rPr lang="en-US" sz="1800" dirty="0">
                <a:latin typeface="Calibri" pitchFamily="34" charset="0"/>
                <a:cs typeface="Calibri" pitchFamily="34" charset="0"/>
              </a:rPr>
              <a:t> constraint is used to ensure that only unique values are entered in a column or set of columns. </a:t>
            </a:r>
          </a:p>
          <a:p>
            <a:pPr marL="341313" indent="-341313">
              <a:lnSpc>
                <a:spcPct val="100000"/>
              </a:lnSpc>
              <a:spcBef>
                <a:spcPts val="0"/>
              </a:spcBef>
              <a:buFont typeface="Wingdings" pitchFamily="2" charset="2"/>
              <a:buChar char="Ø"/>
            </a:pPr>
            <a:r>
              <a:rPr lang="en-US" sz="1800" dirty="0">
                <a:cs typeface="Courier New" pitchFamily="49" charset="0"/>
              </a:rPr>
              <a:t>UNIQUE</a:t>
            </a:r>
            <a:r>
              <a:rPr lang="en-US" sz="1800" dirty="0">
                <a:latin typeface="Calibri" pitchFamily="34" charset="0"/>
                <a:cs typeface="Calibri" pitchFamily="34" charset="0"/>
              </a:rPr>
              <a:t> constraints allow null values. </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A single table can have more than one </a:t>
            </a:r>
            <a:r>
              <a:rPr lang="en-US" sz="1800" dirty="0">
                <a:cs typeface="Courier New" pitchFamily="49" charset="0"/>
              </a:rPr>
              <a:t>UNIQUE</a:t>
            </a:r>
            <a:r>
              <a:rPr lang="en-US" sz="1800" dirty="0">
                <a:latin typeface="Calibri" pitchFamily="34" charset="0"/>
                <a:cs typeface="Calibri" pitchFamily="34" charset="0"/>
              </a:rPr>
              <a:t> constraint. </a:t>
            </a:r>
          </a:p>
        </p:txBody>
      </p:sp>
      <p:sp>
        <p:nvSpPr>
          <p:cNvPr id="6" name="TextBox 5"/>
          <p:cNvSpPr txBox="1"/>
          <p:nvPr/>
        </p:nvSpPr>
        <p:spPr>
          <a:xfrm>
            <a:off x="685800" y="2907790"/>
            <a:ext cx="7543800" cy="615553"/>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1200"/>
              </a:spcBef>
              <a:spcAft>
                <a:spcPts val="600"/>
              </a:spcAft>
            </a:pPr>
            <a:r>
              <a:rPr lang="en-US" sz="1700" dirty="0"/>
              <a:t>CREATE TABLE &lt;</a:t>
            </a:r>
            <a:r>
              <a:rPr lang="en-US" sz="1700" dirty="0" err="1"/>
              <a:t>table_name</a:t>
            </a:r>
            <a:r>
              <a:rPr lang="en-US" sz="1700" dirty="0"/>
              <a:t>&gt; ([</a:t>
            </a:r>
            <a:r>
              <a:rPr lang="en-US" sz="1700" dirty="0" err="1"/>
              <a:t>column_list</a:t>
            </a:r>
            <a:r>
              <a:rPr lang="en-US" sz="1700" dirty="0"/>
              <a:t> ] &lt;</a:t>
            </a:r>
            <a:r>
              <a:rPr lang="en-US" sz="1700" dirty="0" err="1"/>
              <a:t>column_name</a:t>
            </a:r>
            <a:r>
              <a:rPr lang="en-US" sz="1700" dirty="0"/>
              <a:t>&gt; &lt;</a:t>
            </a:r>
            <a:r>
              <a:rPr lang="en-US" sz="1700" dirty="0" err="1"/>
              <a:t>data_type</a:t>
            </a:r>
            <a:r>
              <a:rPr lang="en-US" sz="1700" dirty="0"/>
              <a:t>&gt; UNIQUE [ </a:t>
            </a:r>
            <a:r>
              <a:rPr lang="en-US" sz="1700" dirty="0" err="1"/>
              <a:t>column_list</a:t>
            </a:r>
            <a:r>
              <a:rPr lang="en-US" sz="1700" dirty="0"/>
              <a:t>])</a:t>
            </a:r>
          </a:p>
        </p:txBody>
      </p:sp>
      <p:sp>
        <p:nvSpPr>
          <p:cNvPr id="7" name="Rounded Rectangle 6"/>
          <p:cNvSpPr/>
          <p:nvPr/>
        </p:nvSpPr>
        <p:spPr>
          <a:xfrm>
            <a:off x="685800" y="2365172"/>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8" name="TextBox 7"/>
          <p:cNvSpPr txBox="1"/>
          <p:nvPr/>
        </p:nvSpPr>
        <p:spPr>
          <a:xfrm>
            <a:off x="381000" y="4191000"/>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9" name="TextBox 8"/>
          <p:cNvSpPr txBox="1"/>
          <p:nvPr/>
        </p:nvSpPr>
        <p:spPr>
          <a:xfrm>
            <a:off x="692944" y="4568353"/>
            <a:ext cx="7848600" cy="1600438"/>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1200"/>
              </a:spcBef>
              <a:spcAft>
                <a:spcPts val="600"/>
              </a:spcAft>
            </a:pPr>
            <a:r>
              <a:rPr lang="en-US" sz="1700" dirty="0"/>
              <a:t>USE [CUST_DB]</a:t>
            </a:r>
          </a:p>
          <a:p>
            <a:pPr>
              <a:lnSpc>
                <a:spcPct val="100000"/>
              </a:lnSpc>
              <a:spcBef>
                <a:spcPts val="1200"/>
              </a:spcBef>
              <a:spcAft>
                <a:spcPts val="600"/>
              </a:spcAft>
            </a:pPr>
            <a:r>
              <a:rPr lang="en-US" sz="1700" dirty="0"/>
              <a:t>GO</a:t>
            </a:r>
          </a:p>
          <a:p>
            <a:pPr>
              <a:lnSpc>
                <a:spcPct val="100000"/>
              </a:lnSpc>
              <a:spcBef>
                <a:spcPts val="1200"/>
              </a:spcBef>
              <a:spcAft>
                <a:spcPts val="600"/>
              </a:spcAft>
            </a:pPr>
            <a:r>
              <a:rPr lang="en-US" sz="1700" dirty="0"/>
              <a:t>CREATE TABLE </a:t>
            </a:r>
            <a:r>
              <a:rPr lang="en-US" sz="1700" dirty="0" err="1"/>
              <a:t>EMP_ContactPhone</a:t>
            </a:r>
            <a:r>
              <a:rPr lang="en-US" sz="1700" dirty="0"/>
              <a:t>(</a:t>
            </a:r>
            <a:r>
              <a:rPr lang="en-US" sz="1700" dirty="0" err="1"/>
              <a:t>Person_ID</a:t>
            </a:r>
            <a:r>
              <a:rPr lang="en-US" sz="1700" dirty="0"/>
              <a:t> </a:t>
            </a:r>
            <a:r>
              <a:rPr lang="en-US" sz="1700" dirty="0" err="1"/>
              <a:t>int</a:t>
            </a:r>
            <a:r>
              <a:rPr lang="en-US" sz="1700" dirty="0"/>
              <a:t> PRIMARY KEY, </a:t>
            </a:r>
            <a:r>
              <a:rPr lang="en-US" sz="1700" dirty="0" err="1"/>
              <a:t>MobileNumber</a:t>
            </a:r>
            <a:r>
              <a:rPr lang="en-US" sz="1700" dirty="0"/>
              <a:t> </a:t>
            </a:r>
            <a:r>
              <a:rPr lang="en-US" sz="1700" dirty="0" err="1"/>
              <a:t>bigint</a:t>
            </a:r>
            <a:r>
              <a:rPr lang="en-US" sz="1700" dirty="0"/>
              <a:t> </a:t>
            </a:r>
            <a:r>
              <a:rPr lang="en-US" sz="1700" dirty="0" err="1"/>
              <a:t>UNIQUE,ServiceProvider</a:t>
            </a:r>
            <a:r>
              <a:rPr lang="en-US" sz="1700" dirty="0"/>
              <a:t> </a:t>
            </a:r>
            <a:r>
              <a:rPr lang="en-US" sz="1700" dirty="0" err="1"/>
              <a:t>varchar</a:t>
            </a:r>
            <a:r>
              <a:rPr lang="en-US" sz="1700" dirty="0"/>
              <a:t>(30),</a:t>
            </a:r>
            <a:r>
              <a:rPr lang="en-US" sz="1700" dirty="0" err="1"/>
              <a:t>LandlineNumber</a:t>
            </a:r>
            <a:r>
              <a:rPr lang="en-US" sz="1700" dirty="0"/>
              <a:t> </a:t>
            </a:r>
            <a:r>
              <a:rPr lang="en-US" sz="1700" dirty="0" err="1"/>
              <a:t>bigint</a:t>
            </a:r>
            <a:r>
              <a:rPr lang="en-US" sz="1700" dirty="0"/>
              <a:t> UNIQUE)</a:t>
            </a:r>
          </a:p>
        </p:txBody>
      </p:sp>
      <p:sp>
        <p:nvSpPr>
          <p:cNvPr id="10" name="object 5">
            <a:extLst>
              <a:ext uri="{FF2B5EF4-FFF2-40B4-BE49-F238E27FC236}">
                <a16:creationId xmlns:a16="http://schemas.microsoft.com/office/drawing/2014/main" id="{6835D504-2D11-4D01-A565-87E1942CCC5E}"/>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17</a:t>
            </a:fld>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FOREIGN KEY</a:t>
            </a:r>
          </a:p>
        </p:txBody>
      </p:sp>
      <p:sp>
        <p:nvSpPr>
          <p:cNvPr id="5" name="TextBox 4"/>
          <p:cNvSpPr txBox="1"/>
          <p:nvPr/>
        </p:nvSpPr>
        <p:spPr>
          <a:xfrm>
            <a:off x="381000" y="933271"/>
            <a:ext cx="8382000" cy="92333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b="1" dirty="0">
                <a:latin typeface="Calibri" pitchFamily="34" charset="0"/>
                <a:cs typeface="Calibri" pitchFamily="34" charset="0"/>
              </a:rPr>
              <a:t>A foreign key in a table is a column that points to a primary key column in another table. </a:t>
            </a:r>
          </a:p>
          <a:p>
            <a:pPr marL="341313" indent="-341313">
              <a:lnSpc>
                <a:spcPct val="100000"/>
              </a:lnSpc>
              <a:spcBef>
                <a:spcPts val="0"/>
              </a:spcBef>
              <a:buFont typeface="Wingdings" pitchFamily="2" charset="2"/>
              <a:buChar char="Ø"/>
            </a:pPr>
            <a:r>
              <a:rPr lang="en-US" sz="1800" b="1" dirty="0">
                <a:latin typeface="Calibri" pitchFamily="34" charset="0"/>
                <a:cs typeface="Calibri" pitchFamily="34" charset="0"/>
              </a:rPr>
              <a:t>Foreign key constraints are used to enforce referential integrity. </a:t>
            </a:r>
          </a:p>
        </p:txBody>
      </p:sp>
      <p:sp>
        <p:nvSpPr>
          <p:cNvPr id="6" name="TextBox 5"/>
          <p:cNvSpPr txBox="1"/>
          <p:nvPr/>
        </p:nvSpPr>
        <p:spPr>
          <a:xfrm>
            <a:off x="838200" y="2743200"/>
            <a:ext cx="7543800" cy="1115690"/>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1200"/>
              </a:spcBef>
            </a:pPr>
            <a:r>
              <a:rPr lang="en-US"/>
              <a:t>CREATE </a:t>
            </a:r>
            <a:r>
              <a:rPr lang="en-US" dirty="0"/>
              <a:t>TABLE &lt;table_name1&gt;([ </a:t>
            </a:r>
            <a:r>
              <a:rPr lang="en-US" dirty="0" err="1"/>
              <a:t>column_list</a:t>
            </a:r>
            <a:r>
              <a:rPr lang="en-US" dirty="0"/>
              <a:t>,] &lt;</a:t>
            </a:r>
            <a:r>
              <a:rPr lang="en-US" dirty="0" err="1"/>
              <a:t>column_name</a:t>
            </a:r>
            <a:r>
              <a:rPr lang="en-US" dirty="0"/>
              <a:t>&gt; &lt;</a:t>
            </a:r>
            <a:r>
              <a:rPr lang="en-US" dirty="0" err="1"/>
              <a:t>datatype</a:t>
            </a:r>
            <a:r>
              <a:rPr lang="en-US" dirty="0"/>
              <a:t>&gt; </a:t>
            </a:r>
          </a:p>
          <a:p>
            <a:pPr>
              <a:lnSpc>
                <a:spcPct val="100000"/>
              </a:lnSpc>
              <a:spcBef>
                <a:spcPts val="1200"/>
              </a:spcBef>
            </a:pPr>
            <a:r>
              <a:rPr lang="en-US" dirty="0"/>
              <a:t>FOREIGN KEY REFERENCES &lt;</a:t>
            </a:r>
            <a:r>
              <a:rPr lang="en-US" dirty="0" err="1"/>
              <a:t>table_name</a:t>
            </a:r>
            <a:r>
              <a:rPr lang="en-US" dirty="0"/>
              <a:t>&gt; (</a:t>
            </a:r>
            <a:r>
              <a:rPr lang="en-US" dirty="0" err="1"/>
              <a:t>pk_column_name</a:t>
            </a:r>
            <a:r>
              <a:rPr lang="en-US" dirty="0"/>
              <a:t>&gt; [, </a:t>
            </a:r>
            <a:r>
              <a:rPr lang="en-US" dirty="0" err="1"/>
              <a:t>column_list</a:t>
            </a:r>
            <a:r>
              <a:rPr lang="en-US" dirty="0"/>
              <a:t>])</a:t>
            </a:r>
          </a:p>
          <a:p>
            <a:pPr>
              <a:lnSpc>
                <a:spcPct val="100000"/>
              </a:lnSpc>
              <a:spcBef>
                <a:spcPts val="1200"/>
              </a:spcBef>
            </a:pPr>
            <a:endParaRPr lang="en-US" sz="1050" dirty="0"/>
          </a:p>
        </p:txBody>
      </p:sp>
      <p:sp>
        <p:nvSpPr>
          <p:cNvPr id="7" name="Rounded Rectangle 6"/>
          <p:cNvSpPr/>
          <p:nvPr/>
        </p:nvSpPr>
        <p:spPr>
          <a:xfrm>
            <a:off x="838200" y="2209800"/>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9" name="TextBox 8"/>
          <p:cNvSpPr txBox="1"/>
          <p:nvPr/>
        </p:nvSpPr>
        <p:spPr>
          <a:xfrm>
            <a:off x="419100" y="4228368"/>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10" name="TextBox 9"/>
          <p:cNvSpPr txBox="1"/>
          <p:nvPr/>
        </p:nvSpPr>
        <p:spPr>
          <a:xfrm>
            <a:off x="838200" y="4623133"/>
            <a:ext cx="7543800" cy="1862048"/>
          </a:xfrm>
          <a:prstGeom prst="rect">
            <a:avLst/>
          </a:prstGeom>
          <a:solidFill>
            <a:schemeClr val="accent1">
              <a:lumMod val="60000"/>
              <a:lumOff val="40000"/>
            </a:schemeClr>
          </a:solidFill>
          <a:ln>
            <a:solidFill>
              <a:schemeClr val="tx1"/>
            </a:solidFill>
          </a:ln>
        </p:spPr>
        <p:txBody>
          <a:bodyPr wrap="square" rtlCol="0">
            <a:spAutoFit/>
          </a:bodyPr>
          <a:lstStyle/>
          <a:p>
            <a:pPr>
              <a:lnSpc>
                <a:spcPct val="100000"/>
              </a:lnSpc>
              <a:spcBef>
                <a:spcPts val="1200"/>
              </a:spcBef>
              <a:spcAft>
                <a:spcPts val="600"/>
              </a:spcAft>
            </a:pPr>
            <a:r>
              <a:rPr lang="en-US" sz="1700" dirty="0"/>
              <a:t>USE [CUST_DB]</a:t>
            </a:r>
          </a:p>
          <a:p>
            <a:pPr>
              <a:lnSpc>
                <a:spcPct val="100000"/>
              </a:lnSpc>
              <a:spcBef>
                <a:spcPts val="1200"/>
              </a:spcBef>
              <a:spcAft>
                <a:spcPts val="600"/>
              </a:spcAft>
            </a:pPr>
            <a:r>
              <a:rPr lang="en-US" sz="1700" dirty="0"/>
              <a:t>GO</a:t>
            </a:r>
          </a:p>
          <a:p>
            <a:pPr>
              <a:lnSpc>
                <a:spcPct val="100000"/>
              </a:lnSpc>
              <a:spcBef>
                <a:spcPts val="1200"/>
              </a:spcBef>
              <a:spcAft>
                <a:spcPts val="600"/>
              </a:spcAft>
            </a:pPr>
            <a:r>
              <a:rPr lang="en-US" sz="1700" dirty="0"/>
              <a:t>CREATE TABLE </a:t>
            </a:r>
            <a:r>
              <a:rPr lang="en-US" sz="1700" dirty="0" err="1"/>
              <a:t>EMP_PhoneExpenses</a:t>
            </a:r>
            <a:r>
              <a:rPr lang="en-US" sz="1700" dirty="0"/>
              <a:t> ( </a:t>
            </a:r>
            <a:r>
              <a:rPr lang="en-US" sz="1700" dirty="0" err="1"/>
              <a:t>Expense_ID</a:t>
            </a:r>
            <a:r>
              <a:rPr lang="en-US" sz="1700" dirty="0"/>
              <a:t> </a:t>
            </a:r>
            <a:r>
              <a:rPr lang="en-US" sz="1700" dirty="0" err="1"/>
              <a:t>int</a:t>
            </a:r>
            <a:r>
              <a:rPr lang="en-US" sz="1700" dirty="0"/>
              <a:t> PRIMARY KEY, </a:t>
            </a:r>
            <a:r>
              <a:rPr lang="en-US" sz="1700" dirty="0" err="1"/>
              <a:t>MobileNumber</a:t>
            </a:r>
            <a:r>
              <a:rPr lang="en-US" sz="1700" dirty="0"/>
              <a:t> </a:t>
            </a:r>
            <a:r>
              <a:rPr lang="en-US" sz="1700" dirty="0" err="1"/>
              <a:t>bigint</a:t>
            </a:r>
            <a:r>
              <a:rPr lang="en-US" sz="1700" dirty="0"/>
              <a:t> FOREIGN KEY REFERENCES </a:t>
            </a:r>
            <a:r>
              <a:rPr lang="en-US" sz="1700" dirty="0" err="1"/>
              <a:t>EMP_ContactPhone</a:t>
            </a:r>
            <a:r>
              <a:rPr lang="en-US" sz="1700" dirty="0"/>
              <a:t> (</a:t>
            </a:r>
            <a:r>
              <a:rPr lang="en-US" sz="1700" dirty="0" err="1"/>
              <a:t>MobileNumber</a:t>
            </a:r>
            <a:r>
              <a:rPr lang="en-US" sz="1700" dirty="0"/>
              <a:t>), Amount </a:t>
            </a:r>
            <a:r>
              <a:rPr lang="en-US" sz="1700" dirty="0" err="1"/>
              <a:t>bigint</a:t>
            </a:r>
            <a:r>
              <a:rPr lang="en-US" sz="1700" dirty="0"/>
              <a:t>)</a:t>
            </a:r>
          </a:p>
        </p:txBody>
      </p:sp>
      <p:sp>
        <p:nvSpPr>
          <p:cNvPr id="11" name="object 5">
            <a:extLst>
              <a:ext uri="{FF2B5EF4-FFF2-40B4-BE49-F238E27FC236}">
                <a16:creationId xmlns:a16="http://schemas.microsoft.com/office/drawing/2014/main" id="{A83E3D00-EDA7-4DDD-8C66-78F3BF190C8B}"/>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18</a:t>
            </a:fld>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CHECK</a:t>
            </a:r>
          </a:p>
        </p:txBody>
      </p:sp>
      <p:sp>
        <p:nvSpPr>
          <p:cNvPr id="5" name="TextBox 4"/>
          <p:cNvSpPr txBox="1"/>
          <p:nvPr/>
        </p:nvSpPr>
        <p:spPr>
          <a:xfrm>
            <a:off x="381000" y="933271"/>
            <a:ext cx="8382000" cy="3323987"/>
          </a:xfrm>
          <a:prstGeom prst="rect">
            <a:avLst/>
          </a:prstGeom>
          <a:noFill/>
        </p:spPr>
        <p:txBody>
          <a:bodyPr wrap="square" rtlCol="0">
            <a:spAutoFit/>
          </a:bodyPr>
          <a:lstStyle/>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A </a:t>
            </a:r>
            <a:r>
              <a:rPr lang="en-US" sz="2000" dirty="0">
                <a:cs typeface="Courier New" pitchFamily="49" charset="0"/>
              </a:rPr>
              <a:t>CHECK</a:t>
            </a:r>
            <a:r>
              <a:rPr lang="en-US" sz="2000" dirty="0">
                <a:latin typeface="Calibri" pitchFamily="34" charset="0"/>
                <a:cs typeface="Calibri" pitchFamily="34" charset="0"/>
              </a:rPr>
              <a:t> constraint limits the values that can be placed in a column. </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Check constraints enforce integrity of data. </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A </a:t>
            </a:r>
            <a:r>
              <a:rPr lang="en-US" sz="2000" dirty="0">
                <a:cs typeface="Courier New" pitchFamily="49" charset="0"/>
              </a:rPr>
              <a:t>CHECK</a:t>
            </a:r>
            <a:r>
              <a:rPr lang="en-US" sz="2000" dirty="0">
                <a:latin typeface="Calibri" pitchFamily="34" charset="0"/>
                <a:cs typeface="Calibri" pitchFamily="34" charset="0"/>
              </a:rPr>
              <a:t> constraint operates by specifying a search condition, which can evaluate to </a:t>
            </a:r>
            <a:r>
              <a:rPr lang="en-US" sz="2000" dirty="0">
                <a:cs typeface="Courier New" pitchFamily="49" charset="0"/>
              </a:rPr>
              <a:t>TRUE</a:t>
            </a:r>
            <a:r>
              <a:rPr lang="en-US" sz="2000" dirty="0">
                <a:latin typeface="Calibri" pitchFamily="34" charset="0"/>
                <a:cs typeface="Calibri" pitchFamily="34" charset="0"/>
              </a:rPr>
              <a:t>, </a:t>
            </a:r>
            <a:r>
              <a:rPr lang="en-US" sz="2000" dirty="0">
                <a:cs typeface="Courier New" pitchFamily="49" charset="0"/>
              </a:rPr>
              <a:t>FALSE</a:t>
            </a:r>
            <a:r>
              <a:rPr lang="en-US" sz="2000" dirty="0">
                <a:latin typeface="Calibri" pitchFamily="34" charset="0"/>
                <a:cs typeface="Calibri" pitchFamily="34" charset="0"/>
              </a:rPr>
              <a:t>, or unknown. </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Values that evaluate to </a:t>
            </a:r>
            <a:r>
              <a:rPr lang="en-US" sz="2000" dirty="0">
                <a:cs typeface="Courier New" pitchFamily="49" charset="0"/>
              </a:rPr>
              <a:t>FALSE</a:t>
            </a:r>
            <a:r>
              <a:rPr lang="en-US" sz="2000" dirty="0">
                <a:latin typeface="Calibri" pitchFamily="34" charset="0"/>
                <a:cs typeface="Calibri" pitchFamily="34" charset="0"/>
              </a:rPr>
              <a:t> are rejected. </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Multiple </a:t>
            </a:r>
            <a:r>
              <a:rPr lang="en-US" sz="2000" dirty="0">
                <a:cs typeface="Courier New" pitchFamily="49" charset="0"/>
              </a:rPr>
              <a:t>CHECK</a:t>
            </a:r>
            <a:r>
              <a:rPr lang="en-US" sz="2000" dirty="0">
                <a:latin typeface="Calibri" pitchFamily="34" charset="0"/>
                <a:cs typeface="Calibri" pitchFamily="34" charset="0"/>
              </a:rPr>
              <a:t> constraints can be specified for a single column. </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A single </a:t>
            </a:r>
            <a:r>
              <a:rPr lang="en-US" sz="2000" dirty="0">
                <a:cs typeface="Courier New" pitchFamily="49" charset="0"/>
              </a:rPr>
              <a:t>CHECK</a:t>
            </a:r>
            <a:r>
              <a:rPr lang="en-US" sz="2000" dirty="0">
                <a:latin typeface="Calibri" pitchFamily="34" charset="0"/>
                <a:cs typeface="Calibri" pitchFamily="34" charset="0"/>
              </a:rPr>
              <a:t> constraint can also be applied to multiple columns by creating it at the table level.</a:t>
            </a:r>
          </a:p>
          <a:p>
            <a:pPr marL="341313" indent="-341313">
              <a:lnSpc>
                <a:spcPct val="100000"/>
              </a:lnSpc>
              <a:spcBef>
                <a:spcPts val="600"/>
              </a:spcBef>
              <a:buFont typeface="Wingdings" pitchFamily="2" charset="2"/>
              <a:buChar char="Ø"/>
            </a:pPr>
            <a:r>
              <a:rPr lang="en-US" sz="2000" dirty="0">
                <a:latin typeface="Calibri" pitchFamily="34" charset="0"/>
                <a:cs typeface="Calibri" pitchFamily="34" charset="0"/>
              </a:rPr>
              <a:t>Example:</a:t>
            </a:r>
          </a:p>
        </p:txBody>
      </p:sp>
      <p:sp>
        <p:nvSpPr>
          <p:cNvPr id="6" name="TextBox 5"/>
          <p:cNvSpPr txBox="1"/>
          <p:nvPr/>
        </p:nvSpPr>
        <p:spPr>
          <a:xfrm>
            <a:off x="781833" y="4467017"/>
            <a:ext cx="7543800" cy="140038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CREATE TABLE </a:t>
            </a:r>
            <a:r>
              <a:rPr lang="en-US" sz="1700" dirty="0" err="1"/>
              <a:t>EMP_PhoneExpenses</a:t>
            </a:r>
            <a:r>
              <a:rPr lang="en-US" sz="1700" dirty="0"/>
              <a:t> ( </a:t>
            </a:r>
            <a:r>
              <a:rPr lang="en-US" sz="1700" dirty="0" err="1"/>
              <a:t>Expense_ID</a:t>
            </a:r>
            <a:r>
              <a:rPr lang="en-US" sz="1700" dirty="0"/>
              <a:t> </a:t>
            </a:r>
            <a:r>
              <a:rPr lang="en-US" sz="1700" dirty="0" err="1"/>
              <a:t>int</a:t>
            </a:r>
            <a:r>
              <a:rPr lang="en-US" sz="1700" dirty="0"/>
              <a:t> PRIMARY KEY,</a:t>
            </a:r>
          </a:p>
          <a:p>
            <a:r>
              <a:rPr lang="en-US" sz="1700" dirty="0"/>
              <a:t> </a:t>
            </a:r>
            <a:r>
              <a:rPr lang="en-US" sz="1700" dirty="0" err="1"/>
              <a:t>MobileNumber</a:t>
            </a:r>
            <a:r>
              <a:rPr lang="en-US" sz="1700" dirty="0"/>
              <a:t> </a:t>
            </a:r>
            <a:r>
              <a:rPr lang="en-US" sz="1700" dirty="0" err="1"/>
              <a:t>bigint</a:t>
            </a:r>
            <a:r>
              <a:rPr lang="en-US" sz="1700" dirty="0"/>
              <a:t> FOREIGN KEY REFERENCES </a:t>
            </a:r>
            <a:r>
              <a:rPr lang="en-US" sz="1700" dirty="0" err="1"/>
              <a:t>EMP_ContactPhone</a:t>
            </a:r>
            <a:endParaRPr lang="en-US" sz="1700" dirty="0"/>
          </a:p>
          <a:p>
            <a:r>
              <a:rPr lang="en-US" sz="1700" dirty="0"/>
              <a:t>(</a:t>
            </a:r>
            <a:r>
              <a:rPr lang="en-US" sz="1700" dirty="0" err="1"/>
              <a:t>MobileNumber</a:t>
            </a:r>
            <a:r>
              <a:rPr lang="en-US" sz="1700" dirty="0"/>
              <a:t>), Amount </a:t>
            </a:r>
            <a:r>
              <a:rPr lang="en-US" sz="1700" dirty="0" err="1"/>
              <a:t>bigint</a:t>
            </a:r>
            <a:r>
              <a:rPr lang="en-US" sz="1700" dirty="0"/>
              <a:t> CHECK (Amount &gt;10))</a:t>
            </a:r>
          </a:p>
          <a:p>
            <a:r>
              <a:rPr lang="en-US" sz="1700" dirty="0"/>
              <a:t>GO</a:t>
            </a:r>
          </a:p>
        </p:txBody>
      </p:sp>
      <p:sp>
        <p:nvSpPr>
          <p:cNvPr id="7" name="object 5">
            <a:extLst>
              <a:ext uri="{FF2B5EF4-FFF2-40B4-BE49-F238E27FC236}">
                <a16:creationId xmlns:a16="http://schemas.microsoft.com/office/drawing/2014/main" id="{BAB8F88A-B14D-4421-9578-B650BA93E0EF}"/>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19</a:t>
            </a:fld>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NOT NULL </a:t>
            </a:r>
          </a:p>
        </p:txBody>
      </p:sp>
      <p:graphicFrame>
        <p:nvGraphicFramePr>
          <p:cNvPr id="7" name="Diagram 6"/>
          <p:cNvGraphicFramePr/>
          <p:nvPr/>
        </p:nvGraphicFramePr>
        <p:xfrm>
          <a:off x="457200" y="1524000"/>
          <a:ext cx="80010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object 5">
            <a:extLst>
              <a:ext uri="{FF2B5EF4-FFF2-40B4-BE49-F238E27FC236}">
                <a16:creationId xmlns:a16="http://schemas.microsoft.com/office/drawing/2014/main" id="{20064780-CB3B-4F9D-9D77-C1056624E0EC}"/>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20</a:t>
            </a:fld>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Modification Statements 1-3</a:t>
            </a:r>
          </a:p>
        </p:txBody>
      </p:sp>
      <p:sp>
        <p:nvSpPr>
          <p:cNvPr id="5" name="TextBox 4"/>
          <p:cNvSpPr txBox="1"/>
          <p:nvPr/>
        </p:nvSpPr>
        <p:spPr>
          <a:xfrm>
            <a:off x="381000" y="990600"/>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Used for modifying data, they are </a:t>
            </a:r>
            <a:r>
              <a:rPr lang="en-US" sz="1800" dirty="0">
                <a:cs typeface="Courier New" pitchFamily="49" charset="0"/>
              </a:rPr>
              <a:t>INSERT</a:t>
            </a:r>
            <a:r>
              <a:rPr lang="en-US" sz="1800" dirty="0">
                <a:latin typeface="Calibri" pitchFamily="34" charset="0"/>
                <a:cs typeface="Calibri" pitchFamily="34" charset="0"/>
              </a:rPr>
              <a:t>, </a:t>
            </a:r>
            <a:r>
              <a:rPr lang="en-US" sz="1800" dirty="0">
                <a:cs typeface="Courier New" pitchFamily="49" charset="0"/>
              </a:rPr>
              <a:t>UPDATE</a:t>
            </a:r>
            <a:r>
              <a:rPr lang="en-US" sz="1800" dirty="0">
                <a:latin typeface="Calibri" pitchFamily="34" charset="0"/>
                <a:cs typeface="Calibri" pitchFamily="34" charset="0"/>
              </a:rPr>
              <a:t>, and </a:t>
            </a:r>
            <a:r>
              <a:rPr lang="en-US" sz="1800" dirty="0">
                <a:cs typeface="Courier New" pitchFamily="49" charset="0"/>
              </a:rPr>
              <a:t>DELETE</a:t>
            </a:r>
            <a:r>
              <a:rPr lang="en-US" sz="1800" dirty="0">
                <a:latin typeface="Calibri" pitchFamily="34" charset="0"/>
                <a:cs typeface="Calibri" pitchFamily="34" charset="0"/>
              </a:rPr>
              <a:t> statements. </a:t>
            </a:r>
          </a:p>
        </p:txBody>
      </p:sp>
      <p:grpSp>
        <p:nvGrpSpPr>
          <p:cNvPr id="6" name="Group 5"/>
          <p:cNvGrpSpPr/>
          <p:nvPr/>
        </p:nvGrpSpPr>
        <p:grpSpPr>
          <a:xfrm>
            <a:off x="457200" y="1601154"/>
            <a:ext cx="2133600" cy="457200"/>
            <a:chOff x="0" y="21039"/>
            <a:chExt cx="6096000" cy="1067040"/>
          </a:xfrm>
          <a:scene3d>
            <a:camera prst="orthographicFront"/>
            <a:lightRig rig="flat" dir="t"/>
          </a:scene3d>
        </p:grpSpPr>
        <p:sp>
          <p:nvSpPr>
            <p:cNvPr id="7" name="Rounded Rectangle 6"/>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8"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b="1" dirty="0">
                  <a:latin typeface="Calibri" pitchFamily="34" charset="0"/>
                  <a:cs typeface="Calibri" pitchFamily="34" charset="0"/>
                </a:rPr>
                <a:t>INSERT Statement</a:t>
              </a:r>
              <a:endParaRPr lang="en-US" sz="1800" b="1" kern="1200" dirty="0">
                <a:latin typeface="Calibri" pitchFamily="34" charset="0"/>
                <a:cs typeface="Calibri" pitchFamily="34" charset="0"/>
              </a:endParaRPr>
            </a:p>
          </p:txBody>
        </p:sp>
      </p:grpSp>
      <p:sp>
        <p:nvSpPr>
          <p:cNvPr id="9" name="TextBox 8"/>
          <p:cNvSpPr txBox="1"/>
          <p:nvPr/>
        </p:nvSpPr>
        <p:spPr>
          <a:xfrm>
            <a:off x="381000" y="2151579"/>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adds a new row to a table. </a:t>
            </a:r>
          </a:p>
        </p:txBody>
      </p:sp>
      <p:sp>
        <p:nvSpPr>
          <p:cNvPr id="10" name="Rounded Rectangle 9"/>
          <p:cNvSpPr/>
          <p:nvPr/>
        </p:nvSpPr>
        <p:spPr>
          <a:xfrm>
            <a:off x="838200" y="2633036"/>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11" name="TextBox 10"/>
          <p:cNvSpPr txBox="1"/>
          <p:nvPr/>
        </p:nvSpPr>
        <p:spPr>
          <a:xfrm>
            <a:off x="2362200" y="2609206"/>
            <a:ext cx="3581400" cy="1200329"/>
          </a:xfrm>
          <a:prstGeom prst="rect">
            <a:avLst/>
          </a:prstGeom>
          <a:solidFill>
            <a:schemeClr val="accent1">
              <a:lumMod val="60000"/>
              <a:lumOff val="40000"/>
            </a:schemeClr>
          </a:solidFill>
          <a:ln>
            <a:solidFill>
              <a:schemeClr val="tx1"/>
            </a:solidFill>
          </a:ln>
        </p:spPr>
        <p:txBody>
          <a:bodyPr wrap="square" rtlCol="0">
            <a:spAutoFit/>
          </a:bodyPr>
          <a:lstStyle/>
          <a:p>
            <a:endParaRPr lang="en-US" dirty="0"/>
          </a:p>
          <a:p>
            <a:r>
              <a:rPr lang="en-US" dirty="0"/>
              <a:t>INSERT [INTO] &lt;</a:t>
            </a:r>
            <a:r>
              <a:rPr lang="en-US" dirty="0" err="1"/>
              <a:t>Table_Name</a:t>
            </a:r>
            <a:r>
              <a:rPr lang="en-US" dirty="0"/>
              <a:t>&gt;</a:t>
            </a:r>
          </a:p>
          <a:p>
            <a:r>
              <a:rPr lang="en-US" dirty="0"/>
              <a:t>VALUES &lt;values&gt;</a:t>
            </a:r>
          </a:p>
          <a:p>
            <a:endParaRPr lang="en-US" dirty="0"/>
          </a:p>
        </p:txBody>
      </p:sp>
      <p:sp>
        <p:nvSpPr>
          <p:cNvPr id="13" name="TextBox 12"/>
          <p:cNvSpPr txBox="1"/>
          <p:nvPr/>
        </p:nvSpPr>
        <p:spPr>
          <a:xfrm>
            <a:off x="336884" y="3822002"/>
            <a:ext cx="8382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a:p>
            <a:pPr>
              <a:lnSpc>
                <a:spcPct val="100000"/>
              </a:lnSpc>
              <a:spcBef>
                <a:spcPts val="0"/>
              </a:spcBef>
            </a:pPr>
            <a:endParaRPr lang="en-US" sz="1800" dirty="0">
              <a:latin typeface="Calibri" pitchFamily="34" charset="0"/>
              <a:cs typeface="Calibri" pitchFamily="34" charset="0"/>
            </a:endParaRPr>
          </a:p>
        </p:txBody>
      </p:sp>
      <p:sp>
        <p:nvSpPr>
          <p:cNvPr id="14" name="TextBox 13"/>
          <p:cNvSpPr txBox="1"/>
          <p:nvPr/>
        </p:nvSpPr>
        <p:spPr>
          <a:xfrm>
            <a:off x="735055" y="4222773"/>
            <a:ext cx="7772400" cy="87716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INSERT INTO [</a:t>
            </a:r>
            <a:r>
              <a:rPr lang="en-US" sz="1700" dirty="0" err="1"/>
              <a:t>dbo</a:t>
            </a:r>
            <a:r>
              <a:rPr lang="en-US" sz="1700" dirty="0"/>
              <a:t>].[Table_2] VALUES (101, 'Richard Parker', '</a:t>
            </a:r>
            <a:r>
              <a:rPr lang="en-US" sz="1700" dirty="0" err="1"/>
              <a:t>Richy</a:t>
            </a:r>
            <a:r>
              <a:rPr lang="en-US" sz="1700" dirty="0"/>
              <a:t>')</a:t>
            </a:r>
          </a:p>
          <a:p>
            <a:r>
              <a:rPr lang="en-US" sz="1700" dirty="0"/>
              <a:t>GO</a:t>
            </a:r>
          </a:p>
        </p:txBody>
      </p:sp>
      <p:sp>
        <p:nvSpPr>
          <p:cNvPr id="15" name="object 5">
            <a:extLst>
              <a:ext uri="{FF2B5EF4-FFF2-40B4-BE49-F238E27FC236}">
                <a16:creationId xmlns:a16="http://schemas.microsoft.com/office/drawing/2014/main" id="{B17F882A-2924-4E42-8BBD-7CFA21BEFBAB}"/>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21</a:t>
            </a:fld>
            <a:endParaRPr sz="1200"/>
          </a:p>
        </p:txBody>
      </p:sp>
    </p:spTree>
    <p:extLst>
      <p:ext uri="{BB962C8B-B14F-4D97-AF65-F5344CB8AC3E}">
        <p14:creationId xmlns:p14="http://schemas.microsoft.com/office/powerpoint/2010/main" val="3448770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Modification Statements 2-3</a:t>
            </a:r>
          </a:p>
        </p:txBody>
      </p:sp>
      <p:grpSp>
        <p:nvGrpSpPr>
          <p:cNvPr id="8" name="Group 7"/>
          <p:cNvGrpSpPr/>
          <p:nvPr/>
        </p:nvGrpSpPr>
        <p:grpSpPr>
          <a:xfrm>
            <a:off x="457200" y="1116696"/>
            <a:ext cx="2133600" cy="457200"/>
            <a:chOff x="0" y="21039"/>
            <a:chExt cx="6096000" cy="1067040"/>
          </a:xfrm>
          <a:scene3d>
            <a:camera prst="orthographicFront"/>
            <a:lightRig rig="flat" dir="t"/>
          </a:scene3d>
        </p:grpSpPr>
        <p:sp>
          <p:nvSpPr>
            <p:cNvPr id="9" name="Rounded Rectangle 8"/>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10"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b="1" dirty="0">
                  <a:latin typeface="Calibri" pitchFamily="34" charset="0"/>
                  <a:cs typeface="Calibri" pitchFamily="34" charset="0"/>
                </a:rPr>
                <a:t>UPDATE Statement</a:t>
              </a:r>
              <a:endParaRPr lang="en-US" sz="1800" b="1" kern="1200" dirty="0">
                <a:latin typeface="Calibri" pitchFamily="34" charset="0"/>
                <a:cs typeface="Calibri" pitchFamily="34" charset="0"/>
              </a:endParaRPr>
            </a:p>
          </p:txBody>
        </p:sp>
      </p:grpSp>
      <p:sp>
        <p:nvSpPr>
          <p:cNvPr id="11" name="TextBox 10"/>
          <p:cNvSpPr txBox="1"/>
          <p:nvPr/>
        </p:nvSpPr>
        <p:spPr>
          <a:xfrm>
            <a:off x="419100" y="1828576"/>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a:t>
            </a:r>
            <a:r>
              <a:rPr lang="en-US" sz="1800" dirty="0">
                <a:cs typeface="Courier New" pitchFamily="49" charset="0"/>
              </a:rPr>
              <a:t>UPDATE</a:t>
            </a:r>
            <a:r>
              <a:rPr lang="en-US" sz="1800" dirty="0">
                <a:latin typeface="Calibri" pitchFamily="34" charset="0"/>
                <a:cs typeface="Calibri" pitchFamily="34" charset="0"/>
              </a:rPr>
              <a:t> statement modifies the data in the table. </a:t>
            </a:r>
          </a:p>
        </p:txBody>
      </p:sp>
      <p:sp>
        <p:nvSpPr>
          <p:cNvPr id="12" name="Rounded Rectangle 11"/>
          <p:cNvSpPr/>
          <p:nvPr/>
        </p:nvSpPr>
        <p:spPr>
          <a:xfrm>
            <a:off x="838200" y="2452588"/>
            <a:ext cx="1066800" cy="367114"/>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13" name="TextBox 12"/>
          <p:cNvSpPr txBox="1"/>
          <p:nvPr/>
        </p:nvSpPr>
        <p:spPr>
          <a:xfrm>
            <a:off x="2345063" y="2382606"/>
            <a:ext cx="3827137" cy="87716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UPDATE &lt;</a:t>
            </a:r>
            <a:r>
              <a:rPr lang="en-US" sz="1700" dirty="0" err="1"/>
              <a:t>Table_Name</a:t>
            </a:r>
            <a:r>
              <a:rPr lang="en-US" sz="1700" dirty="0"/>
              <a:t>&gt;</a:t>
            </a:r>
          </a:p>
          <a:p>
            <a:r>
              <a:rPr lang="en-US" sz="1700" dirty="0"/>
              <a:t>SET &lt;</a:t>
            </a:r>
            <a:r>
              <a:rPr lang="en-US" sz="1700" dirty="0" err="1"/>
              <a:t>Column_Name</a:t>
            </a:r>
            <a:r>
              <a:rPr lang="en-US" sz="1700" dirty="0"/>
              <a:t> = Value&gt;</a:t>
            </a:r>
          </a:p>
          <a:p>
            <a:r>
              <a:rPr lang="en-US" sz="1700" dirty="0"/>
              <a:t>[WHERE &lt;Search condition&gt;]</a:t>
            </a:r>
          </a:p>
        </p:txBody>
      </p:sp>
      <p:sp>
        <p:nvSpPr>
          <p:cNvPr id="14" name="TextBox 13"/>
          <p:cNvSpPr txBox="1"/>
          <p:nvPr/>
        </p:nvSpPr>
        <p:spPr>
          <a:xfrm>
            <a:off x="689811" y="3205387"/>
            <a:ext cx="8458200" cy="1477328"/>
          </a:xfrm>
          <a:prstGeom prst="rect">
            <a:avLst/>
          </a:prstGeom>
          <a:noFill/>
        </p:spPr>
        <p:txBody>
          <a:bodyPr wrap="square" rtlCol="0">
            <a:spAutoFit/>
          </a:bodyPr>
          <a:lstStyle/>
          <a:p>
            <a:pPr>
              <a:lnSpc>
                <a:spcPct val="100000"/>
              </a:lnSpc>
              <a:spcBef>
                <a:spcPts val="0"/>
              </a:spcBef>
            </a:pPr>
            <a:r>
              <a:rPr lang="en-US" sz="1800" dirty="0">
                <a:latin typeface="Calibri" pitchFamily="34" charset="0"/>
                <a:cs typeface="Calibri" pitchFamily="34" charset="0"/>
              </a:rPr>
              <a:t>where,</a:t>
            </a:r>
          </a:p>
          <a:p>
            <a:pPr marL="231775">
              <a:lnSpc>
                <a:spcPct val="100000"/>
              </a:lnSpc>
              <a:spcBef>
                <a:spcPts val="0"/>
              </a:spcBef>
            </a:pPr>
            <a:r>
              <a:rPr lang="en-US" sz="1800" dirty="0">
                <a:cs typeface="Courier New" pitchFamily="49" charset="0"/>
              </a:rPr>
              <a:t>&lt;</a:t>
            </a:r>
            <a:r>
              <a:rPr lang="en-US" sz="1800" dirty="0" err="1">
                <a:cs typeface="Courier New" pitchFamily="49" charset="0"/>
              </a:rPr>
              <a:t>Column_Name</a:t>
            </a:r>
            <a:r>
              <a:rPr lang="en-US" sz="1800" dirty="0">
                <a:cs typeface="Courier New" pitchFamily="49" charset="0"/>
              </a:rPr>
              <a:t>&gt;</a:t>
            </a:r>
            <a:r>
              <a:rPr lang="en-US" sz="1800" dirty="0">
                <a:latin typeface="Calibri" pitchFamily="34" charset="0"/>
                <a:cs typeface="Calibri" pitchFamily="34" charset="0"/>
              </a:rPr>
              <a:t>: name of the column in which record is to be updated.</a:t>
            </a:r>
          </a:p>
          <a:p>
            <a:pPr marL="231775">
              <a:lnSpc>
                <a:spcPct val="100000"/>
              </a:lnSpc>
              <a:spcBef>
                <a:spcPts val="0"/>
              </a:spcBef>
            </a:pPr>
            <a:r>
              <a:rPr lang="en-US" sz="1800" dirty="0">
                <a:cs typeface="Courier New" pitchFamily="49" charset="0"/>
              </a:rPr>
              <a:t>&lt;Value&gt;</a:t>
            </a:r>
            <a:r>
              <a:rPr lang="en-US" sz="1800" dirty="0">
                <a:latin typeface="Calibri" pitchFamily="34" charset="0"/>
                <a:cs typeface="Calibri" pitchFamily="34" charset="0"/>
              </a:rPr>
              <a:t>: specifies the new value for the modified column.</a:t>
            </a:r>
          </a:p>
          <a:p>
            <a:pPr marL="231775">
              <a:lnSpc>
                <a:spcPct val="100000"/>
              </a:lnSpc>
              <a:spcBef>
                <a:spcPts val="0"/>
              </a:spcBef>
            </a:pPr>
            <a:r>
              <a:rPr lang="en-US" sz="1800" dirty="0">
                <a:cs typeface="Courier New" pitchFamily="49" charset="0"/>
              </a:rPr>
              <a:t>&lt;Search condition&gt;</a:t>
            </a:r>
            <a:r>
              <a:rPr lang="en-US" sz="1800" dirty="0">
                <a:latin typeface="Calibri" pitchFamily="34" charset="0"/>
                <a:cs typeface="Calibri" pitchFamily="34" charset="0"/>
              </a:rPr>
              <a:t>: the condition to be met for the rows to be updated.</a:t>
            </a:r>
          </a:p>
          <a:p>
            <a:pPr marL="231775">
              <a:lnSpc>
                <a:spcPct val="100000"/>
              </a:lnSpc>
              <a:spcBef>
                <a:spcPts val="0"/>
              </a:spcBef>
            </a:pPr>
            <a:endParaRPr lang="en-US" sz="1800" dirty="0">
              <a:latin typeface="Calibri" pitchFamily="34" charset="0"/>
              <a:cs typeface="Calibri" pitchFamily="34" charset="0"/>
            </a:endParaRPr>
          </a:p>
        </p:txBody>
      </p:sp>
      <p:sp>
        <p:nvSpPr>
          <p:cNvPr id="15" name="TextBox 14"/>
          <p:cNvSpPr txBox="1"/>
          <p:nvPr/>
        </p:nvSpPr>
        <p:spPr>
          <a:xfrm>
            <a:off x="451368" y="4475922"/>
            <a:ext cx="83820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a:t>
            </a:r>
            <a:r>
              <a:rPr lang="en-US" sz="1800" dirty="0" err="1">
                <a:latin typeface="Calibri" pitchFamily="34" charset="0"/>
                <a:cs typeface="Calibri" pitchFamily="34" charset="0"/>
              </a:rPr>
              <a:t>examle</a:t>
            </a:r>
            <a:r>
              <a:rPr lang="en-US" sz="1800" dirty="0">
                <a:latin typeface="Calibri" pitchFamily="34" charset="0"/>
                <a:cs typeface="Calibri" pitchFamily="34" charset="0"/>
              </a:rPr>
              <a:t>:</a:t>
            </a:r>
          </a:p>
        </p:txBody>
      </p:sp>
      <p:sp>
        <p:nvSpPr>
          <p:cNvPr id="16" name="TextBox 15"/>
          <p:cNvSpPr txBox="1"/>
          <p:nvPr/>
        </p:nvSpPr>
        <p:spPr>
          <a:xfrm>
            <a:off x="964715" y="4948328"/>
            <a:ext cx="6655285" cy="113877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UPDATE [</a:t>
            </a:r>
            <a:r>
              <a:rPr lang="en-US" sz="1700" dirty="0" err="1"/>
              <a:t>dbo</a:t>
            </a:r>
            <a:r>
              <a:rPr lang="en-US" sz="1700" dirty="0"/>
              <a:t>].[Table_2] SET </a:t>
            </a:r>
            <a:r>
              <a:rPr lang="en-US" sz="1700" dirty="0" err="1"/>
              <a:t>Contact_number</a:t>
            </a:r>
            <a:r>
              <a:rPr lang="en-US" sz="1700" dirty="0"/>
              <a:t> = 5432679 </a:t>
            </a:r>
          </a:p>
          <a:p>
            <a:r>
              <a:rPr lang="en-US" sz="1700" dirty="0"/>
              <a:t>  WHERE </a:t>
            </a:r>
            <a:r>
              <a:rPr lang="en-US" sz="1700" dirty="0" err="1"/>
              <a:t>Contact_name</a:t>
            </a:r>
            <a:r>
              <a:rPr lang="en-US" sz="1700" dirty="0"/>
              <a:t> LIKE '</a:t>
            </a:r>
            <a:r>
              <a:rPr lang="en-US" sz="1700" dirty="0" err="1"/>
              <a:t>Richy</a:t>
            </a:r>
            <a:r>
              <a:rPr lang="en-US" sz="1700" dirty="0"/>
              <a:t>'</a:t>
            </a:r>
          </a:p>
          <a:p>
            <a:r>
              <a:rPr lang="en-US" sz="1700" dirty="0"/>
              <a:t>GO</a:t>
            </a:r>
          </a:p>
        </p:txBody>
      </p:sp>
      <p:sp>
        <p:nvSpPr>
          <p:cNvPr id="17" name="object 5">
            <a:extLst>
              <a:ext uri="{FF2B5EF4-FFF2-40B4-BE49-F238E27FC236}">
                <a16:creationId xmlns:a16="http://schemas.microsoft.com/office/drawing/2014/main" id="{EE8C55B2-D92C-4C47-8704-52AE326FDED4}"/>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22</a:t>
            </a:fld>
            <a:endParaRPr sz="1200"/>
          </a:p>
        </p:txBody>
      </p:sp>
    </p:spTree>
    <p:extLst>
      <p:ext uri="{BB962C8B-B14F-4D97-AF65-F5344CB8AC3E}">
        <p14:creationId xmlns:p14="http://schemas.microsoft.com/office/powerpoint/2010/main" val="388355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Modification Statements 3-3</a:t>
            </a:r>
          </a:p>
        </p:txBody>
      </p:sp>
      <p:grpSp>
        <p:nvGrpSpPr>
          <p:cNvPr id="9" name="Group 8"/>
          <p:cNvGrpSpPr/>
          <p:nvPr/>
        </p:nvGrpSpPr>
        <p:grpSpPr>
          <a:xfrm>
            <a:off x="381000" y="1085671"/>
            <a:ext cx="2133600" cy="457200"/>
            <a:chOff x="0" y="21039"/>
            <a:chExt cx="6096000" cy="1067040"/>
          </a:xfrm>
          <a:scene3d>
            <a:camera prst="orthographicFront"/>
            <a:lightRig rig="flat" dir="t"/>
          </a:scene3d>
        </p:grpSpPr>
        <p:sp>
          <p:nvSpPr>
            <p:cNvPr id="10" name="Rounded Rectangle 9"/>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11" name="Rounded Rectangle 4"/>
            <p:cNvSpPr/>
            <p:nvPr/>
          </p:nvSpPr>
          <p:spPr>
            <a:xfrm>
              <a:off x="52089" y="73128"/>
              <a:ext cx="5991822" cy="96286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b="1" dirty="0">
                  <a:latin typeface="Calibri" pitchFamily="34" charset="0"/>
                  <a:cs typeface="Calibri" pitchFamily="34" charset="0"/>
                </a:rPr>
                <a:t>DELETE Statement</a:t>
              </a:r>
              <a:endParaRPr lang="en-US" sz="1800" b="1" kern="1200" dirty="0">
                <a:latin typeface="Calibri" pitchFamily="34" charset="0"/>
                <a:cs typeface="Calibri" pitchFamily="34" charset="0"/>
              </a:endParaRPr>
            </a:p>
          </p:txBody>
        </p:sp>
      </p:grpSp>
      <p:sp>
        <p:nvSpPr>
          <p:cNvPr id="12" name="TextBox 11"/>
          <p:cNvSpPr txBox="1"/>
          <p:nvPr/>
        </p:nvSpPr>
        <p:spPr>
          <a:xfrm>
            <a:off x="381000" y="1619071"/>
            <a:ext cx="8382000" cy="646331"/>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a:t>
            </a:r>
            <a:r>
              <a:rPr lang="en-US" sz="1800" dirty="0">
                <a:cs typeface="Courier New" pitchFamily="49" charset="0"/>
              </a:rPr>
              <a:t>DELETE</a:t>
            </a:r>
            <a:r>
              <a:rPr lang="en-US" sz="1800" dirty="0">
                <a:latin typeface="Calibri" pitchFamily="34" charset="0"/>
                <a:cs typeface="Calibri" pitchFamily="34" charset="0"/>
              </a:rPr>
              <a:t> statement removes rows from a table. </a:t>
            </a: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The syntax for </a:t>
            </a:r>
            <a:r>
              <a:rPr lang="en-US" sz="1800" dirty="0">
                <a:cs typeface="Courier New" pitchFamily="49" charset="0"/>
              </a:rPr>
              <a:t>DELETE</a:t>
            </a:r>
            <a:r>
              <a:rPr lang="en-US" sz="1800" dirty="0">
                <a:latin typeface="Calibri" pitchFamily="34" charset="0"/>
                <a:cs typeface="Calibri" pitchFamily="34" charset="0"/>
              </a:rPr>
              <a:t> statement is as follows:</a:t>
            </a:r>
          </a:p>
        </p:txBody>
      </p:sp>
      <p:sp>
        <p:nvSpPr>
          <p:cNvPr id="13" name="Rounded Rectangle 12"/>
          <p:cNvSpPr/>
          <p:nvPr/>
        </p:nvSpPr>
        <p:spPr>
          <a:xfrm>
            <a:off x="457200" y="2367297"/>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14" name="TextBox 13"/>
          <p:cNvSpPr txBox="1"/>
          <p:nvPr/>
        </p:nvSpPr>
        <p:spPr>
          <a:xfrm>
            <a:off x="609600" y="2895600"/>
            <a:ext cx="8001000" cy="61555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DELETE FROM &lt;</a:t>
            </a:r>
            <a:r>
              <a:rPr lang="en-US" sz="1700" dirty="0" err="1"/>
              <a:t>Table_Name</a:t>
            </a:r>
            <a:r>
              <a:rPr lang="en-US" sz="1700" dirty="0"/>
              <a:t>&gt;</a:t>
            </a:r>
          </a:p>
          <a:p>
            <a:r>
              <a:rPr lang="en-US" sz="1700" dirty="0"/>
              <a:t>[WHERE &lt;Search condition&gt;]</a:t>
            </a:r>
          </a:p>
        </p:txBody>
      </p:sp>
      <p:sp>
        <p:nvSpPr>
          <p:cNvPr id="16" name="TextBox 15"/>
          <p:cNvSpPr txBox="1"/>
          <p:nvPr/>
        </p:nvSpPr>
        <p:spPr>
          <a:xfrm>
            <a:off x="381000" y="3598611"/>
            <a:ext cx="8229600" cy="1477328"/>
          </a:xfrm>
          <a:prstGeom prst="rect">
            <a:avLst/>
          </a:prstGeom>
          <a:noFill/>
        </p:spPr>
        <p:txBody>
          <a:bodyPr wrap="square" rtlCol="0">
            <a:spAutoFit/>
          </a:bodyPr>
          <a:lstStyle/>
          <a:p>
            <a:pPr marL="341313" indent="-341313">
              <a:lnSpc>
                <a:spcPct val="100000"/>
              </a:lnSpc>
              <a:spcBef>
                <a:spcPts val="0"/>
              </a:spcBef>
            </a:pPr>
            <a:r>
              <a:rPr lang="en-US" sz="1800" dirty="0">
                <a:latin typeface="Calibri" pitchFamily="34" charset="0"/>
                <a:cs typeface="Calibri" pitchFamily="34" charset="0"/>
              </a:rPr>
              <a:t>Where,	</a:t>
            </a:r>
          </a:p>
          <a:p>
            <a:pPr marL="341313" indent="-341313">
              <a:lnSpc>
                <a:spcPct val="100000"/>
              </a:lnSpc>
              <a:spcBef>
                <a:spcPts val="0"/>
              </a:spcBef>
            </a:pPr>
            <a:r>
              <a:rPr lang="en-US" sz="1800" dirty="0">
                <a:latin typeface="Calibri" pitchFamily="34" charset="0"/>
                <a:cs typeface="Calibri" pitchFamily="34" charset="0"/>
              </a:rPr>
              <a:t>       The </a:t>
            </a:r>
            <a:r>
              <a:rPr lang="en-US" sz="1800" dirty="0">
                <a:cs typeface="Courier New" pitchFamily="49" charset="0"/>
              </a:rPr>
              <a:t>WHERE</a:t>
            </a:r>
            <a:r>
              <a:rPr lang="en-US" sz="1800" dirty="0">
                <a:latin typeface="Calibri" pitchFamily="34" charset="0"/>
                <a:cs typeface="Calibri" pitchFamily="34" charset="0"/>
              </a:rPr>
              <a:t> clause is used to specify the condition. If </a:t>
            </a:r>
            <a:r>
              <a:rPr lang="en-US" sz="1800" dirty="0">
                <a:cs typeface="Courier New" pitchFamily="49" charset="0"/>
              </a:rPr>
              <a:t>WHERE</a:t>
            </a:r>
            <a:r>
              <a:rPr lang="en-US" sz="1800" dirty="0">
                <a:latin typeface="Calibri" pitchFamily="34" charset="0"/>
                <a:cs typeface="Calibri" pitchFamily="34" charset="0"/>
              </a:rPr>
              <a:t> clause is not included in the </a:t>
            </a:r>
            <a:r>
              <a:rPr lang="en-US" sz="1800" dirty="0">
                <a:cs typeface="Courier New" pitchFamily="49" charset="0"/>
              </a:rPr>
              <a:t>DELETE</a:t>
            </a:r>
            <a:r>
              <a:rPr lang="en-US" sz="1800" dirty="0">
                <a:latin typeface="Calibri" pitchFamily="34" charset="0"/>
                <a:cs typeface="Calibri" pitchFamily="34" charset="0"/>
              </a:rPr>
              <a:t> statement, all the records in the table will be deleted.</a:t>
            </a:r>
          </a:p>
          <a:p>
            <a:pPr marL="341313" indent="-341313">
              <a:lnSpc>
                <a:spcPct val="100000"/>
              </a:lnSpc>
              <a:spcBef>
                <a:spcPts val="0"/>
              </a:spcBef>
            </a:pPr>
            <a:endParaRPr lang="en-US" sz="1800" dirty="0">
              <a:latin typeface="Calibri" pitchFamily="34" charset="0"/>
              <a:cs typeface="Calibri" pitchFamily="34" charset="0"/>
            </a:endParaRP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
        <p:nvSpPr>
          <p:cNvPr id="17" name="TextBox 16"/>
          <p:cNvSpPr txBox="1"/>
          <p:nvPr/>
        </p:nvSpPr>
        <p:spPr>
          <a:xfrm>
            <a:off x="571500" y="5212598"/>
            <a:ext cx="8001000" cy="877163"/>
          </a:xfrm>
          <a:prstGeom prst="rect">
            <a:avLst/>
          </a:prstGeom>
          <a:solidFill>
            <a:schemeClr val="accent1">
              <a:lumMod val="60000"/>
              <a:lumOff val="40000"/>
            </a:schemeClr>
          </a:solidFill>
          <a:ln>
            <a:solidFill>
              <a:schemeClr val="tx1"/>
            </a:solidFill>
          </a:ln>
        </p:spPr>
        <p:txBody>
          <a:bodyPr wrap="square" rtlCol="0">
            <a:spAutoFit/>
          </a:bodyPr>
          <a:lstStyle/>
          <a:p>
            <a:r>
              <a:rPr lang="en-US" sz="1700" dirty="0"/>
              <a:t>USE [CUST_DB]</a:t>
            </a:r>
          </a:p>
          <a:p>
            <a:r>
              <a:rPr lang="en-US" sz="1700" dirty="0"/>
              <a:t>DELETE FROM [</a:t>
            </a:r>
            <a:r>
              <a:rPr lang="en-US" sz="1700" dirty="0" err="1"/>
              <a:t>dbo</a:t>
            </a:r>
            <a:r>
              <a:rPr lang="en-US" sz="1700" dirty="0"/>
              <a:t>].[Customer_2] WHERE </a:t>
            </a:r>
            <a:r>
              <a:rPr lang="en-US" sz="1700" dirty="0" err="1"/>
              <a:t>Contact_number</a:t>
            </a:r>
            <a:r>
              <a:rPr lang="en-US" sz="1700" dirty="0"/>
              <a:t> = 5432679</a:t>
            </a:r>
          </a:p>
          <a:p>
            <a:r>
              <a:rPr lang="en-US" sz="1700" dirty="0"/>
              <a:t>GO</a:t>
            </a:r>
          </a:p>
        </p:txBody>
      </p:sp>
      <p:sp>
        <p:nvSpPr>
          <p:cNvPr id="15" name="object 5">
            <a:extLst>
              <a:ext uri="{FF2B5EF4-FFF2-40B4-BE49-F238E27FC236}">
                <a16:creationId xmlns:a16="http://schemas.microsoft.com/office/drawing/2014/main" id="{8F994DE4-2914-40C7-9A8D-C1F28DD1A378}"/>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23</a:t>
            </a:fld>
            <a:endParaRPr sz="1200"/>
          </a:p>
        </p:txBody>
      </p:sp>
    </p:spTree>
    <p:extLst>
      <p:ext uri="{BB962C8B-B14F-4D97-AF65-F5344CB8AC3E}">
        <p14:creationId xmlns:p14="http://schemas.microsoft.com/office/powerpoint/2010/main" val="2755493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Summary</a:t>
            </a:r>
            <a:endParaRPr lang="en-US" dirty="0"/>
          </a:p>
        </p:txBody>
      </p:sp>
      <p:sp>
        <p:nvSpPr>
          <p:cNvPr id="5" name="TextBox 4"/>
          <p:cNvSpPr txBox="1"/>
          <p:nvPr/>
        </p:nvSpPr>
        <p:spPr>
          <a:xfrm>
            <a:off x="304800" y="762000"/>
            <a:ext cx="8458200" cy="5632311"/>
          </a:xfrm>
          <a:prstGeom prst="rect">
            <a:avLst/>
          </a:prstGeom>
          <a:noFill/>
        </p:spPr>
        <p:txBody>
          <a:bodyPr wrap="square" rtlCol="0">
            <a:spAutoFit/>
          </a:bodyPr>
          <a:lstStyle/>
          <a:p>
            <a:pPr marL="341313" indent="-341313">
              <a:buFont typeface="Calibri" pitchFamily="34" charset="0"/>
              <a:buChar char="●"/>
            </a:pPr>
            <a:r>
              <a:rPr lang="en-US" sz="2400">
                <a:latin typeface="Calibri" pitchFamily="34" charset="0"/>
                <a:cs typeface="Calibri" pitchFamily="34" charset="0"/>
              </a:rPr>
              <a:t>Most tables have a primary key, made up of one or more columns of the table that identifies records uniquely.</a:t>
            </a:r>
          </a:p>
          <a:p>
            <a:pPr marL="341313" indent="-341313">
              <a:buFont typeface="Calibri" pitchFamily="34" charset="0"/>
              <a:buChar char="●"/>
            </a:pPr>
            <a:r>
              <a:rPr lang="en-US" sz="2400">
                <a:latin typeface="Calibri" pitchFamily="34" charset="0"/>
                <a:cs typeface="Calibri" pitchFamily="34" charset="0"/>
              </a:rPr>
              <a:t>The nullability feature of a column determines whether rows in the table can contain a null value for that column.</a:t>
            </a:r>
            <a:endParaRPr lang="en-US" sz="2200">
              <a:latin typeface="Calibri" pitchFamily="34" charset="0"/>
              <a:cs typeface="Calibri" pitchFamily="34" charset="0"/>
            </a:endParaRPr>
          </a:p>
          <a:p>
            <a:pPr marL="341313" indent="-341313">
              <a:buFont typeface="Calibri" pitchFamily="34" charset="0"/>
              <a:buChar char="●"/>
            </a:pPr>
            <a:r>
              <a:rPr lang="en-US" sz="2200">
                <a:latin typeface="Calibri" pitchFamily="34" charset="0"/>
                <a:cs typeface="Calibri" pitchFamily="34" charset="0"/>
              </a:rPr>
              <a:t>A </a:t>
            </a:r>
            <a:r>
              <a:rPr lang="en-US" sz="2200" dirty="0">
                <a:latin typeface="Calibri" pitchFamily="34" charset="0"/>
                <a:cs typeface="Calibri" pitchFamily="34" charset="0"/>
              </a:rPr>
              <a:t>DEFAULT definition for a column can be created at the time of table creation or added at a later stage to an existing table.</a:t>
            </a:r>
          </a:p>
          <a:p>
            <a:pPr marL="341313" indent="-341313">
              <a:buFont typeface="Calibri" pitchFamily="34" charset="0"/>
              <a:buChar char="●"/>
            </a:pPr>
            <a:r>
              <a:rPr lang="en-US" sz="2200">
                <a:latin typeface="Calibri" pitchFamily="34" charset="0"/>
                <a:cs typeface="Calibri" pitchFamily="34" charset="0"/>
              </a:rPr>
              <a:t>The </a:t>
            </a:r>
            <a:r>
              <a:rPr lang="en-US" sz="2200" dirty="0">
                <a:latin typeface="Calibri" pitchFamily="34" charset="0"/>
                <a:cs typeface="Calibri" pitchFamily="34" charset="0"/>
              </a:rPr>
              <a:t>IDENTITY property of SQL Server is used to create identifier columns that can contain auto-generated sequential values to uniquely identify each row within a table.</a:t>
            </a:r>
          </a:p>
          <a:p>
            <a:pPr marL="341313" indent="-341313">
              <a:buFont typeface="Calibri" pitchFamily="34" charset="0"/>
              <a:buChar char="●"/>
            </a:pPr>
            <a:r>
              <a:rPr lang="en-US" sz="2200">
                <a:latin typeface="Calibri" pitchFamily="34" charset="0"/>
                <a:cs typeface="Calibri" pitchFamily="34" charset="0"/>
              </a:rPr>
              <a:t>Constraints </a:t>
            </a:r>
            <a:r>
              <a:rPr lang="en-US" sz="2200" dirty="0">
                <a:latin typeface="Calibri" pitchFamily="34" charset="0"/>
                <a:cs typeface="Calibri" pitchFamily="34" charset="0"/>
              </a:rPr>
              <a:t>are used to apply business logic rules and enforce data integrity.</a:t>
            </a:r>
          </a:p>
          <a:p>
            <a:pPr marL="341313" indent="-341313">
              <a:buFont typeface="Calibri" pitchFamily="34" charset="0"/>
              <a:buChar char="●"/>
            </a:pPr>
            <a:r>
              <a:rPr lang="en-US" sz="2200">
                <a:latin typeface="Calibri" pitchFamily="34" charset="0"/>
                <a:cs typeface="Calibri" pitchFamily="34" charset="0"/>
              </a:rPr>
              <a:t>A </a:t>
            </a:r>
            <a:r>
              <a:rPr lang="en-US" sz="2200" dirty="0">
                <a:latin typeface="Calibri" pitchFamily="34" charset="0"/>
                <a:cs typeface="Calibri" pitchFamily="34" charset="0"/>
              </a:rPr>
              <a:t>UNIQUE constraint is used to ensure that only unique values are entered in a column or set of columns.</a:t>
            </a:r>
          </a:p>
          <a:p>
            <a:pPr marL="341313" indent="-341313">
              <a:buFont typeface="Calibri" pitchFamily="34" charset="0"/>
              <a:buChar char="●"/>
            </a:pPr>
            <a:r>
              <a:rPr lang="en-US" sz="2200">
                <a:latin typeface="Calibri" pitchFamily="34" charset="0"/>
                <a:cs typeface="Calibri" pitchFamily="34" charset="0"/>
              </a:rPr>
              <a:t>A </a:t>
            </a:r>
            <a:r>
              <a:rPr lang="en-US" sz="2200" dirty="0">
                <a:latin typeface="Calibri" pitchFamily="34" charset="0"/>
                <a:cs typeface="Calibri" pitchFamily="34" charset="0"/>
              </a:rPr>
              <a:t>foreign key in a table is a column that points to a primary key column in another table.</a:t>
            </a:r>
          </a:p>
          <a:p>
            <a:pPr marL="341313" indent="-341313">
              <a:buFont typeface="Calibri" pitchFamily="34" charset="0"/>
              <a:buChar char="●"/>
            </a:pPr>
            <a:r>
              <a:rPr lang="en-US" sz="2200">
                <a:latin typeface="Calibri" pitchFamily="34" charset="0"/>
                <a:cs typeface="Calibri" pitchFamily="34" charset="0"/>
              </a:rPr>
              <a:t>A </a:t>
            </a:r>
            <a:r>
              <a:rPr lang="en-US" sz="2200" dirty="0">
                <a:latin typeface="Calibri" pitchFamily="34" charset="0"/>
                <a:cs typeface="Calibri" pitchFamily="34" charset="0"/>
              </a:rPr>
              <a:t>CHECK constraint limits the values that can be placed in a column. </a:t>
            </a:r>
          </a:p>
        </p:txBody>
      </p:sp>
      <p:sp>
        <p:nvSpPr>
          <p:cNvPr id="6" name="object 5">
            <a:extLst>
              <a:ext uri="{FF2B5EF4-FFF2-40B4-BE49-F238E27FC236}">
                <a16:creationId xmlns:a16="http://schemas.microsoft.com/office/drawing/2014/main" id="{434B4BEB-F8A1-42FD-AE49-697B2B858FBB}"/>
              </a:ext>
            </a:extLst>
          </p:cNvPr>
          <p:cNvSpPr txBox="1">
            <a:spLocks/>
          </p:cNvSpPr>
          <p:nvPr/>
        </p:nvSpPr>
        <p:spPr>
          <a:xfrm>
            <a:off x="7934706" y="6569709"/>
            <a:ext cx="882650" cy="203261"/>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6/</a:t>
            </a:r>
            <a:r>
              <a:rPr lang="en-US" spc="-247" baseline="4629"/>
              <a:t> </a:t>
            </a:r>
            <a:fld id="{81D60167-4931-47E6-BA6A-407CBD079E47}" type="slidenum">
              <a:rPr sz="1200" spc="-70" smtClean="0"/>
              <a:pPr marL="12700">
                <a:spcBef>
                  <a:spcPts val="145"/>
                </a:spcBef>
              </a:pPr>
              <a:t>24</a:t>
            </a:fld>
            <a:endParaRPr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293</TotalTime>
  <Words>5420</Words>
  <Application>Microsoft Office PowerPoint</Application>
  <PresentationFormat>On-screen Show (4:3)</PresentationFormat>
  <Paragraphs>508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Book Antiqua</vt:lpstr>
      <vt:lpstr>Calibri</vt:lpstr>
      <vt:lpstr>Courier New</vt:lpstr>
      <vt:lpstr>Palatino Linotype</vt:lpstr>
      <vt:lpstr>Times New Roman</vt:lpstr>
      <vt:lpstr>Wingdings</vt:lpstr>
      <vt:lpstr>Office Theme</vt:lpstr>
      <vt:lpstr>Intelligent Data Management with  SQL Server</vt:lpstr>
      <vt:lpstr>Objectives</vt:lpstr>
      <vt:lpstr>Creating Tables</vt:lpstr>
      <vt:lpstr>Modifying Tables 1-2</vt:lpstr>
      <vt:lpstr>Modifying Tables 2-2</vt:lpstr>
      <vt:lpstr>Dropping Tables</vt:lpstr>
      <vt:lpstr>Column Nullability</vt:lpstr>
      <vt:lpstr>DEFAULT Definition</vt:lpstr>
      <vt:lpstr>IDENTITY Property 1-3</vt:lpstr>
      <vt:lpstr>IDENTITY Property 2-3</vt:lpstr>
      <vt:lpstr>IDENTITY Property 3-3</vt:lpstr>
      <vt:lpstr>Globally Unique Identifiers 1-3</vt:lpstr>
      <vt:lpstr>Globally Unique Identifiers 2-3</vt:lpstr>
      <vt:lpstr>Globally Unique Identifiers 3-3</vt:lpstr>
      <vt:lpstr>Constraints </vt:lpstr>
      <vt:lpstr>PRIMARY KEY</vt:lpstr>
      <vt:lpstr>UNIQUE</vt:lpstr>
      <vt:lpstr>FOREIGN KEY</vt:lpstr>
      <vt:lpstr>CHECK</vt:lpstr>
      <vt:lpstr>NOT NULL </vt:lpstr>
      <vt:lpstr>Data Modification Statements 1-3</vt:lpstr>
      <vt:lpstr>Data Modification Statements 2-3</vt:lpstr>
      <vt:lpstr>Data Modification Statements 3-3</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122</cp:revision>
  <dcterms:created xsi:type="dcterms:W3CDTF">2021-10-11T16:08:43Z</dcterms:created>
  <dcterms:modified xsi:type="dcterms:W3CDTF">2021-10-14T09:04:56Z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